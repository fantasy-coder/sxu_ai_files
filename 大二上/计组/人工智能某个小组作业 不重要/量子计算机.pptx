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9"/>
  </p:notesMasterIdLst>
  <p:sldIdLst>
    <p:sldId id="256" r:id="rId2"/>
    <p:sldId id="257" r:id="rId3"/>
    <p:sldId id="258" r:id="rId4"/>
    <p:sldId id="401" r:id="rId5"/>
    <p:sldId id="399" r:id="rId6"/>
    <p:sldId id="263" r:id="rId7"/>
    <p:sldId id="404" r:id="rId8"/>
    <p:sldId id="407" r:id="rId9"/>
    <p:sldId id="411" r:id="rId10"/>
    <p:sldId id="412" r:id="rId11"/>
    <p:sldId id="413" r:id="rId12"/>
    <p:sldId id="414" r:id="rId13"/>
    <p:sldId id="415" r:id="rId14"/>
    <p:sldId id="416" r:id="rId15"/>
    <p:sldId id="417" r:id="rId16"/>
    <p:sldId id="418" r:id="rId17"/>
    <p:sldId id="419" r:id="rId18"/>
  </p:sldIdLst>
  <p:sldSz cx="12192000" cy="6858000"/>
  <p:notesSz cx="6858000" cy="9144000"/>
  <p:embeddedFontLst>
    <p:embeddedFont>
      <p:font typeface="阿里妈妈东方大楷" panose="02010600030101010101" charset="-122"/>
      <p:regular r:id="rId20"/>
    </p:embeddedFont>
    <p:embeddedFont>
      <p:font typeface="霞鹜文楷" panose="02010600030101010101" charset="-122"/>
      <p:regular r:id="rId21"/>
    </p:embeddedFont>
    <p:embeddedFont>
      <p:font typeface="等线" panose="02010600030101010101" pitchFamily="2" charset="-122"/>
      <p:regular r:id="rId22"/>
      <p:bold r:id="rId23"/>
    </p:embeddedFont>
  </p:embeddedFontLst>
  <p:custDataLst>
    <p:tags r:id="rId2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865C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0" autoAdjust="0"/>
    <p:restoredTop sz="86483" autoAdjust="0"/>
  </p:normalViewPr>
  <p:slideViewPr>
    <p:cSldViewPr snapToGrid="0" showGuides="1">
      <p:cViewPr varScale="1">
        <p:scale>
          <a:sx n="96" d="100"/>
          <a:sy n="96" d="100"/>
        </p:scale>
        <p:origin x="560" y="5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D22598-4C49-4B7B-BB19-C2C1AEC4C848}" type="datetimeFigureOut">
              <a:rPr lang="zh-CN" altLang="en-US" smtClean="0"/>
              <a:t>2024/12/20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C36C69-E4C9-469F-B0EA-DC96492F01B4}" type="slidenum">
              <a:rPr lang="zh-CN" altLang="en-US" smtClean="0"/>
              <a:t>‹#›</a:t>
            </a:fld>
            <a:endParaRPr lang="zh-CN" altLang="en-US"/>
          </a:p>
        </p:txBody>
      </p:sp>
    </p:spTree>
    <p:extLst>
      <p:ext uri="{BB962C8B-B14F-4D97-AF65-F5344CB8AC3E}">
        <p14:creationId xmlns:p14="http://schemas.microsoft.com/office/powerpoint/2010/main" val="493884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alpha val="5000"/>
          </a:schemeClr>
        </a:solidFill>
        <a:effectLst/>
      </p:bgPr>
    </p:bg>
    <p:spTree>
      <p:nvGrpSpPr>
        <p:cNvPr id="1" name=""/>
        <p:cNvGrpSpPr/>
        <p:nvPr/>
      </p:nvGrpSpPr>
      <p:grpSpPr>
        <a:xfrm>
          <a:off x="0" y="0"/>
          <a:ext cx="0" cy="0"/>
          <a:chOff x="0" y="0"/>
          <a:chExt cx="0" cy="0"/>
        </a:xfrm>
      </p:grpSpPr>
      <p:grpSp>
        <p:nvGrpSpPr>
          <p:cNvPr id="239" name="组合 238"/>
          <p:cNvGrpSpPr/>
          <p:nvPr/>
        </p:nvGrpSpPr>
        <p:grpSpPr>
          <a:xfrm>
            <a:off x="0" y="0"/>
            <a:ext cx="12192001" cy="6858000"/>
            <a:chOff x="0" y="0"/>
            <a:chExt cx="12192001" cy="6858000"/>
          </a:xfrm>
        </p:grpSpPr>
        <p:sp>
          <p:nvSpPr>
            <p:cNvPr id="236" name="矩形: 圆角 235"/>
            <p:cNvSpPr/>
            <p:nvPr/>
          </p:nvSpPr>
          <p:spPr>
            <a:xfrm>
              <a:off x="441325" y="387350"/>
              <a:ext cx="11309350" cy="6083300"/>
            </a:xfrm>
            <a:prstGeom prst="roundRect">
              <a:avLst>
                <a:gd name="adj" fmla="val 4987"/>
              </a:avLst>
            </a:prstGeom>
            <a:gradFill flip="none" rotWithShape="1">
              <a:gsLst>
                <a:gs pos="9000">
                  <a:schemeClr val="accent1"/>
                </a:gs>
                <a:gs pos="100000">
                  <a:schemeClr val="accent1">
                    <a:lumMod val="60000"/>
                    <a:lumOff val="40000"/>
                  </a:schemeClr>
                </a:gs>
              </a:gsLst>
              <a:lin ang="13500000" scaled="1"/>
              <a:tileRect/>
            </a:gradFill>
            <a:ln w="4342" cap="flat">
              <a:noFill/>
              <a:prstDash val="solid"/>
              <a:miter/>
            </a:ln>
            <a:effectLst>
              <a:outerShdw blurRad="292100" dist="63500" sx="103000" sy="103000" algn="tl" rotWithShape="0">
                <a:schemeClr val="accent1">
                  <a:alpha val="17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zh-CN" altLang="en-US">
                <a:solidFill>
                  <a:schemeClr val="tx1"/>
                </a:solidFill>
              </a:endParaRPr>
            </a:p>
          </p:txBody>
        </p:sp>
        <p:sp>
          <p:nvSpPr>
            <p:cNvPr id="212" name="任意多边形: 形状 211"/>
            <p:cNvSpPr/>
            <p:nvPr/>
          </p:nvSpPr>
          <p:spPr>
            <a:xfrm>
              <a:off x="10211287" y="4868789"/>
              <a:ext cx="1309544" cy="1422298"/>
            </a:xfrm>
            <a:custGeom>
              <a:avLst/>
              <a:gdLst>
                <a:gd name="connsiteX0" fmla="*/ 1285084 w 1309544"/>
                <a:gd name="connsiteY0" fmla="*/ 1373377 h 1422298"/>
                <a:gd name="connsiteX1" fmla="*/ 1309544 w 1309544"/>
                <a:gd name="connsiteY1" fmla="*/ 1397838 h 1422298"/>
                <a:gd name="connsiteX2" fmla="*/ 1285084 w 1309544"/>
                <a:gd name="connsiteY2" fmla="*/ 1422298 h 1422298"/>
                <a:gd name="connsiteX3" fmla="*/ 1260623 w 1309544"/>
                <a:gd name="connsiteY3" fmla="*/ 1397838 h 1422298"/>
                <a:gd name="connsiteX4" fmla="*/ 1285084 w 1309544"/>
                <a:gd name="connsiteY4" fmla="*/ 1373377 h 1422298"/>
                <a:gd name="connsiteX5" fmla="*/ 1075024 w 1309544"/>
                <a:gd name="connsiteY5" fmla="*/ 1373377 h 1422298"/>
                <a:gd name="connsiteX6" fmla="*/ 1099485 w 1309544"/>
                <a:gd name="connsiteY6" fmla="*/ 1397838 h 1422298"/>
                <a:gd name="connsiteX7" fmla="*/ 1075024 w 1309544"/>
                <a:gd name="connsiteY7" fmla="*/ 1422298 h 1422298"/>
                <a:gd name="connsiteX8" fmla="*/ 1050563 w 1309544"/>
                <a:gd name="connsiteY8" fmla="*/ 1397838 h 1422298"/>
                <a:gd name="connsiteX9" fmla="*/ 1075024 w 1309544"/>
                <a:gd name="connsiteY9" fmla="*/ 1373377 h 1422298"/>
                <a:gd name="connsiteX10" fmla="*/ 864857 w 1309544"/>
                <a:gd name="connsiteY10" fmla="*/ 1373377 h 1422298"/>
                <a:gd name="connsiteX11" fmla="*/ 889318 w 1309544"/>
                <a:gd name="connsiteY11" fmla="*/ 1397838 h 1422298"/>
                <a:gd name="connsiteX12" fmla="*/ 864857 w 1309544"/>
                <a:gd name="connsiteY12" fmla="*/ 1422298 h 1422298"/>
                <a:gd name="connsiteX13" fmla="*/ 840397 w 1309544"/>
                <a:gd name="connsiteY13" fmla="*/ 1397838 h 1422298"/>
                <a:gd name="connsiteX14" fmla="*/ 864857 w 1309544"/>
                <a:gd name="connsiteY14" fmla="*/ 1373377 h 1422298"/>
                <a:gd name="connsiteX15" fmla="*/ 654799 w 1309544"/>
                <a:gd name="connsiteY15" fmla="*/ 1373377 h 1422298"/>
                <a:gd name="connsiteX16" fmla="*/ 679259 w 1309544"/>
                <a:gd name="connsiteY16" fmla="*/ 1397838 h 1422298"/>
                <a:gd name="connsiteX17" fmla="*/ 654799 w 1309544"/>
                <a:gd name="connsiteY17" fmla="*/ 1422298 h 1422298"/>
                <a:gd name="connsiteX18" fmla="*/ 630338 w 1309544"/>
                <a:gd name="connsiteY18" fmla="*/ 1397838 h 1422298"/>
                <a:gd name="connsiteX19" fmla="*/ 654799 w 1309544"/>
                <a:gd name="connsiteY19" fmla="*/ 1373377 h 1422298"/>
                <a:gd name="connsiteX20" fmla="*/ 444686 w 1309544"/>
                <a:gd name="connsiteY20" fmla="*/ 1373377 h 1422298"/>
                <a:gd name="connsiteX21" fmla="*/ 469146 w 1309544"/>
                <a:gd name="connsiteY21" fmla="*/ 1397838 h 1422298"/>
                <a:gd name="connsiteX22" fmla="*/ 444686 w 1309544"/>
                <a:gd name="connsiteY22" fmla="*/ 1422298 h 1422298"/>
                <a:gd name="connsiteX23" fmla="*/ 420225 w 1309544"/>
                <a:gd name="connsiteY23" fmla="*/ 1397838 h 1422298"/>
                <a:gd name="connsiteX24" fmla="*/ 444686 w 1309544"/>
                <a:gd name="connsiteY24" fmla="*/ 1373377 h 1422298"/>
                <a:gd name="connsiteX25" fmla="*/ 234573 w 1309544"/>
                <a:gd name="connsiteY25" fmla="*/ 1373377 h 1422298"/>
                <a:gd name="connsiteX26" fmla="*/ 259034 w 1309544"/>
                <a:gd name="connsiteY26" fmla="*/ 1397838 h 1422298"/>
                <a:gd name="connsiteX27" fmla="*/ 234573 w 1309544"/>
                <a:gd name="connsiteY27" fmla="*/ 1422298 h 1422298"/>
                <a:gd name="connsiteX28" fmla="*/ 210113 w 1309544"/>
                <a:gd name="connsiteY28" fmla="*/ 1397838 h 1422298"/>
                <a:gd name="connsiteX29" fmla="*/ 234573 w 1309544"/>
                <a:gd name="connsiteY29" fmla="*/ 1373377 h 1422298"/>
                <a:gd name="connsiteX30" fmla="*/ 24461 w 1309544"/>
                <a:gd name="connsiteY30" fmla="*/ 1373377 h 1422298"/>
                <a:gd name="connsiteX31" fmla="*/ 48921 w 1309544"/>
                <a:gd name="connsiteY31" fmla="*/ 1397838 h 1422298"/>
                <a:gd name="connsiteX32" fmla="*/ 24461 w 1309544"/>
                <a:gd name="connsiteY32" fmla="*/ 1422298 h 1422298"/>
                <a:gd name="connsiteX33" fmla="*/ 0 w 1309544"/>
                <a:gd name="connsiteY33" fmla="*/ 1397838 h 1422298"/>
                <a:gd name="connsiteX34" fmla="*/ 24461 w 1309544"/>
                <a:gd name="connsiteY34" fmla="*/ 1373377 h 1422298"/>
                <a:gd name="connsiteX35" fmla="*/ 1285084 w 1309544"/>
                <a:gd name="connsiteY35" fmla="*/ 1174100 h 1422298"/>
                <a:gd name="connsiteX36" fmla="*/ 1309544 w 1309544"/>
                <a:gd name="connsiteY36" fmla="*/ 1198560 h 1422298"/>
                <a:gd name="connsiteX37" fmla="*/ 1285084 w 1309544"/>
                <a:gd name="connsiteY37" fmla="*/ 1223021 h 1422298"/>
                <a:gd name="connsiteX38" fmla="*/ 1260623 w 1309544"/>
                <a:gd name="connsiteY38" fmla="*/ 1198560 h 1422298"/>
                <a:gd name="connsiteX39" fmla="*/ 1285084 w 1309544"/>
                <a:gd name="connsiteY39" fmla="*/ 1174100 h 1422298"/>
                <a:gd name="connsiteX40" fmla="*/ 1074969 w 1309544"/>
                <a:gd name="connsiteY40" fmla="*/ 1174100 h 1422298"/>
                <a:gd name="connsiteX41" fmla="*/ 1099430 w 1309544"/>
                <a:gd name="connsiteY41" fmla="*/ 1198560 h 1422298"/>
                <a:gd name="connsiteX42" fmla="*/ 1074969 w 1309544"/>
                <a:gd name="connsiteY42" fmla="*/ 1223021 h 1422298"/>
                <a:gd name="connsiteX43" fmla="*/ 1050510 w 1309544"/>
                <a:gd name="connsiteY43" fmla="*/ 1198560 h 1422298"/>
                <a:gd name="connsiteX44" fmla="*/ 1074969 w 1309544"/>
                <a:gd name="connsiteY44" fmla="*/ 1174100 h 1422298"/>
                <a:gd name="connsiteX45" fmla="*/ 864857 w 1309544"/>
                <a:gd name="connsiteY45" fmla="*/ 1174100 h 1422298"/>
                <a:gd name="connsiteX46" fmla="*/ 889318 w 1309544"/>
                <a:gd name="connsiteY46" fmla="*/ 1198560 h 1422298"/>
                <a:gd name="connsiteX47" fmla="*/ 864857 w 1309544"/>
                <a:gd name="connsiteY47" fmla="*/ 1223021 h 1422298"/>
                <a:gd name="connsiteX48" fmla="*/ 840397 w 1309544"/>
                <a:gd name="connsiteY48" fmla="*/ 1198560 h 1422298"/>
                <a:gd name="connsiteX49" fmla="*/ 864857 w 1309544"/>
                <a:gd name="connsiteY49" fmla="*/ 1174100 h 1422298"/>
                <a:gd name="connsiteX50" fmla="*/ 654799 w 1309544"/>
                <a:gd name="connsiteY50" fmla="*/ 1174100 h 1422298"/>
                <a:gd name="connsiteX51" fmla="*/ 679259 w 1309544"/>
                <a:gd name="connsiteY51" fmla="*/ 1198560 h 1422298"/>
                <a:gd name="connsiteX52" fmla="*/ 654799 w 1309544"/>
                <a:gd name="connsiteY52" fmla="*/ 1223021 h 1422298"/>
                <a:gd name="connsiteX53" fmla="*/ 630338 w 1309544"/>
                <a:gd name="connsiteY53" fmla="*/ 1198560 h 1422298"/>
                <a:gd name="connsiteX54" fmla="*/ 654799 w 1309544"/>
                <a:gd name="connsiteY54" fmla="*/ 1174100 h 1422298"/>
                <a:gd name="connsiteX55" fmla="*/ 444686 w 1309544"/>
                <a:gd name="connsiteY55" fmla="*/ 1174100 h 1422298"/>
                <a:gd name="connsiteX56" fmla="*/ 469146 w 1309544"/>
                <a:gd name="connsiteY56" fmla="*/ 1198560 h 1422298"/>
                <a:gd name="connsiteX57" fmla="*/ 444686 w 1309544"/>
                <a:gd name="connsiteY57" fmla="*/ 1223021 h 1422298"/>
                <a:gd name="connsiteX58" fmla="*/ 420225 w 1309544"/>
                <a:gd name="connsiteY58" fmla="*/ 1198560 h 1422298"/>
                <a:gd name="connsiteX59" fmla="*/ 444686 w 1309544"/>
                <a:gd name="connsiteY59" fmla="*/ 1174100 h 1422298"/>
                <a:gd name="connsiteX60" fmla="*/ 234573 w 1309544"/>
                <a:gd name="connsiteY60" fmla="*/ 1174100 h 1422298"/>
                <a:gd name="connsiteX61" fmla="*/ 259034 w 1309544"/>
                <a:gd name="connsiteY61" fmla="*/ 1198560 h 1422298"/>
                <a:gd name="connsiteX62" fmla="*/ 234573 w 1309544"/>
                <a:gd name="connsiteY62" fmla="*/ 1223021 h 1422298"/>
                <a:gd name="connsiteX63" fmla="*/ 210113 w 1309544"/>
                <a:gd name="connsiteY63" fmla="*/ 1198560 h 1422298"/>
                <a:gd name="connsiteX64" fmla="*/ 234573 w 1309544"/>
                <a:gd name="connsiteY64" fmla="*/ 1174100 h 1422298"/>
                <a:gd name="connsiteX65" fmla="*/ 24461 w 1309544"/>
                <a:gd name="connsiteY65" fmla="*/ 1174100 h 1422298"/>
                <a:gd name="connsiteX66" fmla="*/ 48921 w 1309544"/>
                <a:gd name="connsiteY66" fmla="*/ 1198560 h 1422298"/>
                <a:gd name="connsiteX67" fmla="*/ 24461 w 1309544"/>
                <a:gd name="connsiteY67" fmla="*/ 1223021 h 1422298"/>
                <a:gd name="connsiteX68" fmla="*/ 0 w 1309544"/>
                <a:gd name="connsiteY68" fmla="*/ 1198560 h 1422298"/>
                <a:gd name="connsiteX69" fmla="*/ 24461 w 1309544"/>
                <a:gd name="connsiteY69" fmla="*/ 1174100 h 1422298"/>
                <a:gd name="connsiteX70" fmla="*/ 1285084 w 1309544"/>
                <a:gd name="connsiteY70" fmla="*/ 974877 h 1422298"/>
                <a:gd name="connsiteX71" fmla="*/ 1309544 w 1309544"/>
                <a:gd name="connsiteY71" fmla="*/ 999337 h 1422298"/>
                <a:gd name="connsiteX72" fmla="*/ 1285084 w 1309544"/>
                <a:gd name="connsiteY72" fmla="*/ 1023798 h 1422298"/>
                <a:gd name="connsiteX73" fmla="*/ 1260623 w 1309544"/>
                <a:gd name="connsiteY73" fmla="*/ 999337 h 1422298"/>
                <a:gd name="connsiteX74" fmla="*/ 1285084 w 1309544"/>
                <a:gd name="connsiteY74" fmla="*/ 974877 h 1422298"/>
                <a:gd name="connsiteX75" fmla="*/ 1074969 w 1309544"/>
                <a:gd name="connsiteY75" fmla="*/ 974877 h 1422298"/>
                <a:gd name="connsiteX76" fmla="*/ 1099430 w 1309544"/>
                <a:gd name="connsiteY76" fmla="*/ 999337 h 1422298"/>
                <a:gd name="connsiteX77" fmla="*/ 1074969 w 1309544"/>
                <a:gd name="connsiteY77" fmla="*/ 1023798 h 1422298"/>
                <a:gd name="connsiteX78" fmla="*/ 1050510 w 1309544"/>
                <a:gd name="connsiteY78" fmla="*/ 999337 h 1422298"/>
                <a:gd name="connsiteX79" fmla="*/ 1074969 w 1309544"/>
                <a:gd name="connsiteY79" fmla="*/ 974877 h 1422298"/>
                <a:gd name="connsiteX80" fmla="*/ 864857 w 1309544"/>
                <a:gd name="connsiteY80" fmla="*/ 974877 h 1422298"/>
                <a:gd name="connsiteX81" fmla="*/ 889318 w 1309544"/>
                <a:gd name="connsiteY81" fmla="*/ 999337 h 1422298"/>
                <a:gd name="connsiteX82" fmla="*/ 864857 w 1309544"/>
                <a:gd name="connsiteY82" fmla="*/ 1023798 h 1422298"/>
                <a:gd name="connsiteX83" fmla="*/ 840397 w 1309544"/>
                <a:gd name="connsiteY83" fmla="*/ 999337 h 1422298"/>
                <a:gd name="connsiteX84" fmla="*/ 864857 w 1309544"/>
                <a:gd name="connsiteY84" fmla="*/ 974877 h 1422298"/>
                <a:gd name="connsiteX85" fmla="*/ 654799 w 1309544"/>
                <a:gd name="connsiteY85" fmla="*/ 974877 h 1422298"/>
                <a:gd name="connsiteX86" fmla="*/ 679259 w 1309544"/>
                <a:gd name="connsiteY86" fmla="*/ 999337 h 1422298"/>
                <a:gd name="connsiteX87" fmla="*/ 654799 w 1309544"/>
                <a:gd name="connsiteY87" fmla="*/ 1023798 h 1422298"/>
                <a:gd name="connsiteX88" fmla="*/ 630338 w 1309544"/>
                <a:gd name="connsiteY88" fmla="*/ 999337 h 1422298"/>
                <a:gd name="connsiteX89" fmla="*/ 654799 w 1309544"/>
                <a:gd name="connsiteY89" fmla="*/ 974877 h 1422298"/>
                <a:gd name="connsiteX90" fmla="*/ 444686 w 1309544"/>
                <a:gd name="connsiteY90" fmla="*/ 974877 h 1422298"/>
                <a:gd name="connsiteX91" fmla="*/ 469146 w 1309544"/>
                <a:gd name="connsiteY91" fmla="*/ 999337 h 1422298"/>
                <a:gd name="connsiteX92" fmla="*/ 444686 w 1309544"/>
                <a:gd name="connsiteY92" fmla="*/ 1023798 h 1422298"/>
                <a:gd name="connsiteX93" fmla="*/ 420225 w 1309544"/>
                <a:gd name="connsiteY93" fmla="*/ 999337 h 1422298"/>
                <a:gd name="connsiteX94" fmla="*/ 444686 w 1309544"/>
                <a:gd name="connsiteY94" fmla="*/ 974877 h 1422298"/>
                <a:gd name="connsiteX95" fmla="*/ 234573 w 1309544"/>
                <a:gd name="connsiteY95" fmla="*/ 974877 h 1422298"/>
                <a:gd name="connsiteX96" fmla="*/ 259034 w 1309544"/>
                <a:gd name="connsiteY96" fmla="*/ 999337 h 1422298"/>
                <a:gd name="connsiteX97" fmla="*/ 234573 w 1309544"/>
                <a:gd name="connsiteY97" fmla="*/ 1023798 h 1422298"/>
                <a:gd name="connsiteX98" fmla="*/ 210113 w 1309544"/>
                <a:gd name="connsiteY98" fmla="*/ 999337 h 1422298"/>
                <a:gd name="connsiteX99" fmla="*/ 234573 w 1309544"/>
                <a:gd name="connsiteY99" fmla="*/ 974877 h 1422298"/>
                <a:gd name="connsiteX100" fmla="*/ 24461 w 1309544"/>
                <a:gd name="connsiteY100" fmla="*/ 974877 h 1422298"/>
                <a:gd name="connsiteX101" fmla="*/ 48921 w 1309544"/>
                <a:gd name="connsiteY101" fmla="*/ 999337 h 1422298"/>
                <a:gd name="connsiteX102" fmla="*/ 24461 w 1309544"/>
                <a:gd name="connsiteY102" fmla="*/ 1023798 h 1422298"/>
                <a:gd name="connsiteX103" fmla="*/ 0 w 1309544"/>
                <a:gd name="connsiteY103" fmla="*/ 999337 h 1422298"/>
                <a:gd name="connsiteX104" fmla="*/ 24461 w 1309544"/>
                <a:gd name="connsiteY104" fmla="*/ 974877 h 1422298"/>
                <a:gd name="connsiteX105" fmla="*/ 1285084 w 1309544"/>
                <a:gd name="connsiteY105" fmla="*/ 775599 h 1422298"/>
                <a:gd name="connsiteX106" fmla="*/ 1309544 w 1309544"/>
                <a:gd name="connsiteY106" fmla="*/ 800059 h 1422298"/>
                <a:gd name="connsiteX107" fmla="*/ 1285084 w 1309544"/>
                <a:gd name="connsiteY107" fmla="*/ 824520 h 1422298"/>
                <a:gd name="connsiteX108" fmla="*/ 1260623 w 1309544"/>
                <a:gd name="connsiteY108" fmla="*/ 800059 h 1422298"/>
                <a:gd name="connsiteX109" fmla="*/ 1285084 w 1309544"/>
                <a:gd name="connsiteY109" fmla="*/ 775599 h 1422298"/>
                <a:gd name="connsiteX110" fmla="*/ 1074969 w 1309544"/>
                <a:gd name="connsiteY110" fmla="*/ 775599 h 1422298"/>
                <a:gd name="connsiteX111" fmla="*/ 1099430 w 1309544"/>
                <a:gd name="connsiteY111" fmla="*/ 800059 h 1422298"/>
                <a:gd name="connsiteX112" fmla="*/ 1074969 w 1309544"/>
                <a:gd name="connsiteY112" fmla="*/ 824520 h 1422298"/>
                <a:gd name="connsiteX113" fmla="*/ 1050510 w 1309544"/>
                <a:gd name="connsiteY113" fmla="*/ 800059 h 1422298"/>
                <a:gd name="connsiteX114" fmla="*/ 1074969 w 1309544"/>
                <a:gd name="connsiteY114" fmla="*/ 775599 h 1422298"/>
                <a:gd name="connsiteX115" fmla="*/ 864857 w 1309544"/>
                <a:gd name="connsiteY115" fmla="*/ 775599 h 1422298"/>
                <a:gd name="connsiteX116" fmla="*/ 889318 w 1309544"/>
                <a:gd name="connsiteY116" fmla="*/ 800059 h 1422298"/>
                <a:gd name="connsiteX117" fmla="*/ 864857 w 1309544"/>
                <a:gd name="connsiteY117" fmla="*/ 824520 h 1422298"/>
                <a:gd name="connsiteX118" fmla="*/ 840397 w 1309544"/>
                <a:gd name="connsiteY118" fmla="*/ 800059 h 1422298"/>
                <a:gd name="connsiteX119" fmla="*/ 864857 w 1309544"/>
                <a:gd name="connsiteY119" fmla="*/ 775599 h 1422298"/>
                <a:gd name="connsiteX120" fmla="*/ 654799 w 1309544"/>
                <a:gd name="connsiteY120" fmla="*/ 775599 h 1422298"/>
                <a:gd name="connsiteX121" fmla="*/ 679259 w 1309544"/>
                <a:gd name="connsiteY121" fmla="*/ 800059 h 1422298"/>
                <a:gd name="connsiteX122" fmla="*/ 654799 w 1309544"/>
                <a:gd name="connsiteY122" fmla="*/ 824520 h 1422298"/>
                <a:gd name="connsiteX123" fmla="*/ 630338 w 1309544"/>
                <a:gd name="connsiteY123" fmla="*/ 800059 h 1422298"/>
                <a:gd name="connsiteX124" fmla="*/ 654799 w 1309544"/>
                <a:gd name="connsiteY124" fmla="*/ 775599 h 1422298"/>
                <a:gd name="connsiteX125" fmla="*/ 444686 w 1309544"/>
                <a:gd name="connsiteY125" fmla="*/ 775599 h 1422298"/>
                <a:gd name="connsiteX126" fmla="*/ 469146 w 1309544"/>
                <a:gd name="connsiteY126" fmla="*/ 800059 h 1422298"/>
                <a:gd name="connsiteX127" fmla="*/ 444686 w 1309544"/>
                <a:gd name="connsiteY127" fmla="*/ 824520 h 1422298"/>
                <a:gd name="connsiteX128" fmla="*/ 420225 w 1309544"/>
                <a:gd name="connsiteY128" fmla="*/ 800059 h 1422298"/>
                <a:gd name="connsiteX129" fmla="*/ 444686 w 1309544"/>
                <a:gd name="connsiteY129" fmla="*/ 775599 h 1422298"/>
                <a:gd name="connsiteX130" fmla="*/ 234573 w 1309544"/>
                <a:gd name="connsiteY130" fmla="*/ 775599 h 1422298"/>
                <a:gd name="connsiteX131" fmla="*/ 259034 w 1309544"/>
                <a:gd name="connsiteY131" fmla="*/ 800059 h 1422298"/>
                <a:gd name="connsiteX132" fmla="*/ 234573 w 1309544"/>
                <a:gd name="connsiteY132" fmla="*/ 824520 h 1422298"/>
                <a:gd name="connsiteX133" fmla="*/ 210113 w 1309544"/>
                <a:gd name="connsiteY133" fmla="*/ 800059 h 1422298"/>
                <a:gd name="connsiteX134" fmla="*/ 234573 w 1309544"/>
                <a:gd name="connsiteY134" fmla="*/ 775599 h 1422298"/>
                <a:gd name="connsiteX135" fmla="*/ 24461 w 1309544"/>
                <a:gd name="connsiteY135" fmla="*/ 775599 h 1422298"/>
                <a:gd name="connsiteX136" fmla="*/ 48921 w 1309544"/>
                <a:gd name="connsiteY136" fmla="*/ 800059 h 1422298"/>
                <a:gd name="connsiteX137" fmla="*/ 24461 w 1309544"/>
                <a:gd name="connsiteY137" fmla="*/ 824520 h 1422298"/>
                <a:gd name="connsiteX138" fmla="*/ 0 w 1309544"/>
                <a:gd name="connsiteY138" fmla="*/ 800059 h 1422298"/>
                <a:gd name="connsiteX139" fmla="*/ 24461 w 1309544"/>
                <a:gd name="connsiteY139" fmla="*/ 775599 h 1422298"/>
                <a:gd name="connsiteX140" fmla="*/ 1285084 w 1309544"/>
                <a:gd name="connsiteY140" fmla="*/ 597779 h 1422298"/>
                <a:gd name="connsiteX141" fmla="*/ 1309544 w 1309544"/>
                <a:gd name="connsiteY141" fmla="*/ 622239 h 1422298"/>
                <a:gd name="connsiteX142" fmla="*/ 1285084 w 1309544"/>
                <a:gd name="connsiteY142" fmla="*/ 646700 h 1422298"/>
                <a:gd name="connsiteX143" fmla="*/ 1260623 w 1309544"/>
                <a:gd name="connsiteY143" fmla="*/ 622239 h 1422298"/>
                <a:gd name="connsiteX144" fmla="*/ 1285084 w 1309544"/>
                <a:gd name="connsiteY144" fmla="*/ 597779 h 1422298"/>
                <a:gd name="connsiteX145" fmla="*/ 1074969 w 1309544"/>
                <a:gd name="connsiteY145" fmla="*/ 597779 h 1422298"/>
                <a:gd name="connsiteX146" fmla="*/ 1099430 w 1309544"/>
                <a:gd name="connsiteY146" fmla="*/ 622239 h 1422298"/>
                <a:gd name="connsiteX147" fmla="*/ 1074969 w 1309544"/>
                <a:gd name="connsiteY147" fmla="*/ 646700 h 1422298"/>
                <a:gd name="connsiteX148" fmla="*/ 1050510 w 1309544"/>
                <a:gd name="connsiteY148" fmla="*/ 622239 h 1422298"/>
                <a:gd name="connsiteX149" fmla="*/ 1074969 w 1309544"/>
                <a:gd name="connsiteY149" fmla="*/ 597779 h 1422298"/>
                <a:gd name="connsiteX150" fmla="*/ 864857 w 1309544"/>
                <a:gd name="connsiteY150" fmla="*/ 597779 h 1422298"/>
                <a:gd name="connsiteX151" fmla="*/ 889318 w 1309544"/>
                <a:gd name="connsiteY151" fmla="*/ 622239 h 1422298"/>
                <a:gd name="connsiteX152" fmla="*/ 864857 w 1309544"/>
                <a:gd name="connsiteY152" fmla="*/ 646700 h 1422298"/>
                <a:gd name="connsiteX153" fmla="*/ 840397 w 1309544"/>
                <a:gd name="connsiteY153" fmla="*/ 622239 h 1422298"/>
                <a:gd name="connsiteX154" fmla="*/ 864857 w 1309544"/>
                <a:gd name="connsiteY154" fmla="*/ 597779 h 1422298"/>
                <a:gd name="connsiteX155" fmla="*/ 654799 w 1309544"/>
                <a:gd name="connsiteY155" fmla="*/ 597779 h 1422298"/>
                <a:gd name="connsiteX156" fmla="*/ 679259 w 1309544"/>
                <a:gd name="connsiteY156" fmla="*/ 622239 h 1422298"/>
                <a:gd name="connsiteX157" fmla="*/ 654799 w 1309544"/>
                <a:gd name="connsiteY157" fmla="*/ 646700 h 1422298"/>
                <a:gd name="connsiteX158" fmla="*/ 630338 w 1309544"/>
                <a:gd name="connsiteY158" fmla="*/ 622239 h 1422298"/>
                <a:gd name="connsiteX159" fmla="*/ 654799 w 1309544"/>
                <a:gd name="connsiteY159" fmla="*/ 597779 h 1422298"/>
                <a:gd name="connsiteX160" fmla="*/ 444686 w 1309544"/>
                <a:gd name="connsiteY160" fmla="*/ 597779 h 1422298"/>
                <a:gd name="connsiteX161" fmla="*/ 469146 w 1309544"/>
                <a:gd name="connsiteY161" fmla="*/ 622239 h 1422298"/>
                <a:gd name="connsiteX162" fmla="*/ 444686 w 1309544"/>
                <a:gd name="connsiteY162" fmla="*/ 646700 h 1422298"/>
                <a:gd name="connsiteX163" fmla="*/ 420225 w 1309544"/>
                <a:gd name="connsiteY163" fmla="*/ 622239 h 1422298"/>
                <a:gd name="connsiteX164" fmla="*/ 444686 w 1309544"/>
                <a:gd name="connsiteY164" fmla="*/ 597779 h 1422298"/>
                <a:gd name="connsiteX165" fmla="*/ 234573 w 1309544"/>
                <a:gd name="connsiteY165" fmla="*/ 597779 h 1422298"/>
                <a:gd name="connsiteX166" fmla="*/ 259034 w 1309544"/>
                <a:gd name="connsiteY166" fmla="*/ 622239 h 1422298"/>
                <a:gd name="connsiteX167" fmla="*/ 234573 w 1309544"/>
                <a:gd name="connsiteY167" fmla="*/ 646700 h 1422298"/>
                <a:gd name="connsiteX168" fmla="*/ 210113 w 1309544"/>
                <a:gd name="connsiteY168" fmla="*/ 622239 h 1422298"/>
                <a:gd name="connsiteX169" fmla="*/ 234573 w 1309544"/>
                <a:gd name="connsiteY169" fmla="*/ 597779 h 1422298"/>
                <a:gd name="connsiteX170" fmla="*/ 24461 w 1309544"/>
                <a:gd name="connsiteY170" fmla="*/ 597779 h 1422298"/>
                <a:gd name="connsiteX171" fmla="*/ 48921 w 1309544"/>
                <a:gd name="connsiteY171" fmla="*/ 622239 h 1422298"/>
                <a:gd name="connsiteX172" fmla="*/ 24461 w 1309544"/>
                <a:gd name="connsiteY172" fmla="*/ 646700 h 1422298"/>
                <a:gd name="connsiteX173" fmla="*/ 0 w 1309544"/>
                <a:gd name="connsiteY173" fmla="*/ 622239 h 1422298"/>
                <a:gd name="connsiteX174" fmla="*/ 24461 w 1309544"/>
                <a:gd name="connsiteY174" fmla="*/ 597779 h 1422298"/>
                <a:gd name="connsiteX175" fmla="*/ 1285084 w 1309544"/>
                <a:gd name="connsiteY175" fmla="*/ 398501 h 1422298"/>
                <a:gd name="connsiteX176" fmla="*/ 1309544 w 1309544"/>
                <a:gd name="connsiteY176" fmla="*/ 422961 h 1422298"/>
                <a:gd name="connsiteX177" fmla="*/ 1285084 w 1309544"/>
                <a:gd name="connsiteY177" fmla="*/ 447422 h 1422298"/>
                <a:gd name="connsiteX178" fmla="*/ 1260623 w 1309544"/>
                <a:gd name="connsiteY178" fmla="*/ 422961 h 1422298"/>
                <a:gd name="connsiteX179" fmla="*/ 1285084 w 1309544"/>
                <a:gd name="connsiteY179" fmla="*/ 398501 h 1422298"/>
                <a:gd name="connsiteX180" fmla="*/ 1074969 w 1309544"/>
                <a:gd name="connsiteY180" fmla="*/ 398501 h 1422298"/>
                <a:gd name="connsiteX181" fmla="*/ 1099430 w 1309544"/>
                <a:gd name="connsiteY181" fmla="*/ 422961 h 1422298"/>
                <a:gd name="connsiteX182" fmla="*/ 1074969 w 1309544"/>
                <a:gd name="connsiteY182" fmla="*/ 447422 h 1422298"/>
                <a:gd name="connsiteX183" fmla="*/ 1050510 w 1309544"/>
                <a:gd name="connsiteY183" fmla="*/ 422961 h 1422298"/>
                <a:gd name="connsiteX184" fmla="*/ 1074969 w 1309544"/>
                <a:gd name="connsiteY184" fmla="*/ 398501 h 1422298"/>
                <a:gd name="connsiteX185" fmla="*/ 864857 w 1309544"/>
                <a:gd name="connsiteY185" fmla="*/ 398501 h 1422298"/>
                <a:gd name="connsiteX186" fmla="*/ 889318 w 1309544"/>
                <a:gd name="connsiteY186" fmla="*/ 422961 h 1422298"/>
                <a:gd name="connsiteX187" fmla="*/ 864857 w 1309544"/>
                <a:gd name="connsiteY187" fmla="*/ 447422 h 1422298"/>
                <a:gd name="connsiteX188" fmla="*/ 840397 w 1309544"/>
                <a:gd name="connsiteY188" fmla="*/ 422961 h 1422298"/>
                <a:gd name="connsiteX189" fmla="*/ 864857 w 1309544"/>
                <a:gd name="connsiteY189" fmla="*/ 398501 h 1422298"/>
                <a:gd name="connsiteX190" fmla="*/ 654799 w 1309544"/>
                <a:gd name="connsiteY190" fmla="*/ 398501 h 1422298"/>
                <a:gd name="connsiteX191" fmla="*/ 679259 w 1309544"/>
                <a:gd name="connsiteY191" fmla="*/ 422961 h 1422298"/>
                <a:gd name="connsiteX192" fmla="*/ 654799 w 1309544"/>
                <a:gd name="connsiteY192" fmla="*/ 447422 h 1422298"/>
                <a:gd name="connsiteX193" fmla="*/ 630338 w 1309544"/>
                <a:gd name="connsiteY193" fmla="*/ 422961 h 1422298"/>
                <a:gd name="connsiteX194" fmla="*/ 654799 w 1309544"/>
                <a:gd name="connsiteY194" fmla="*/ 398501 h 1422298"/>
                <a:gd name="connsiteX195" fmla="*/ 444686 w 1309544"/>
                <a:gd name="connsiteY195" fmla="*/ 398501 h 1422298"/>
                <a:gd name="connsiteX196" fmla="*/ 469146 w 1309544"/>
                <a:gd name="connsiteY196" fmla="*/ 422961 h 1422298"/>
                <a:gd name="connsiteX197" fmla="*/ 444686 w 1309544"/>
                <a:gd name="connsiteY197" fmla="*/ 447422 h 1422298"/>
                <a:gd name="connsiteX198" fmla="*/ 420225 w 1309544"/>
                <a:gd name="connsiteY198" fmla="*/ 422961 h 1422298"/>
                <a:gd name="connsiteX199" fmla="*/ 444686 w 1309544"/>
                <a:gd name="connsiteY199" fmla="*/ 398501 h 1422298"/>
                <a:gd name="connsiteX200" fmla="*/ 234573 w 1309544"/>
                <a:gd name="connsiteY200" fmla="*/ 398501 h 1422298"/>
                <a:gd name="connsiteX201" fmla="*/ 259034 w 1309544"/>
                <a:gd name="connsiteY201" fmla="*/ 422961 h 1422298"/>
                <a:gd name="connsiteX202" fmla="*/ 234573 w 1309544"/>
                <a:gd name="connsiteY202" fmla="*/ 447422 h 1422298"/>
                <a:gd name="connsiteX203" fmla="*/ 210113 w 1309544"/>
                <a:gd name="connsiteY203" fmla="*/ 422961 h 1422298"/>
                <a:gd name="connsiteX204" fmla="*/ 234573 w 1309544"/>
                <a:gd name="connsiteY204" fmla="*/ 398501 h 1422298"/>
                <a:gd name="connsiteX205" fmla="*/ 24461 w 1309544"/>
                <a:gd name="connsiteY205" fmla="*/ 398501 h 1422298"/>
                <a:gd name="connsiteX206" fmla="*/ 48921 w 1309544"/>
                <a:gd name="connsiteY206" fmla="*/ 422961 h 1422298"/>
                <a:gd name="connsiteX207" fmla="*/ 24461 w 1309544"/>
                <a:gd name="connsiteY207" fmla="*/ 447422 h 1422298"/>
                <a:gd name="connsiteX208" fmla="*/ 0 w 1309544"/>
                <a:gd name="connsiteY208" fmla="*/ 422961 h 1422298"/>
                <a:gd name="connsiteX209" fmla="*/ 24461 w 1309544"/>
                <a:gd name="connsiteY209" fmla="*/ 398501 h 1422298"/>
                <a:gd name="connsiteX210" fmla="*/ 1285084 w 1309544"/>
                <a:gd name="connsiteY210" fmla="*/ 199224 h 1422298"/>
                <a:gd name="connsiteX211" fmla="*/ 1309544 w 1309544"/>
                <a:gd name="connsiteY211" fmla="*/ 223685 h 1422298"/>
                <a:gd name="connsiteX212" fmla="*/ 1285084 w 1309544"/>
                <a:gd name="connsiteY212" fmla="*/ 248145 h 1422298"/>
                <a:gd name="connsiteX213" fmla="*/ 1260623 w 1309544"/>
                <a:gd name="connsiteY213" fmla="*/ 223685 h 1422298"/>
                <a:gd name="connsiteX214" fmla="*/ 1285084 w 1309544"/>
                <a:gd name="connsiteY214" fmla="*/ 199224 h 1422298"/>
                <a:gd name="connsiteX215" fmla="*/ 1074969 w 1309544"/>
                <a:gd name="connsiteY215" fmla="*/ 199224 h 1422298"/>
                <a:gd name="connsiteX216" fmla="*/ 1099430 w 1309544"/>
                <a:gd name="connsiteY216" fmla="*/ 223685 h 1422298"/>
                <a:gd name="connsiteX217" fmla="*/ 1074969 w 1309544"/>
                <a:gd name="connsiteY217" fmla="*/ 248145 h 1422298"/>
                <a:gd name="connsiteX218" fmla="*/ 1050510 w 1309544"/>
                <a:gd name="connsiteY218" fmla="*/ 223685 h 1422298"/>
                <a:gd name="connsiteX219" fmla="*/ 1074969 w 1309544"/>
                <a:gd name="connsiteY219" fmla="*/ 199224 h 1422298"/>
                <a:gd name="connsiteX220" fmla="*/ 864857 w 1309544"/>
                <a:gd name="connsiteY220" fmla="*/ 199224 h 1422298"/>
                <a:gd name="connsiteX221" fmla="*/ 889318 w 1309544"/>
                <a:gd name="connsiteY221" fmla="*/ 223685 h 1422298"/>
                <a:gd name="connsiteX222" fmla="*/ 864857 w 1309544"/>
                <a:gd name="connsiteY222" fmla="*/ 248145 h 1422298"/>
                <a:gd name="connsiteX223" fmla="*/ 840397 w 1309544"/>
                <a:gd name="connsiteY223" fmla="*/ 223685 h 1422298"/>
                <a:gd name="connsiteX224" fmla="*/ 864857 w 1309544"/>
                <a:gd name="connsiteY224" fmla="*/ 199224 h 1422298"/>
                <a:gd name="connsiteX225" fmla="*/ 654799 w 1309544"/>
                <a:gd name="connsiteY225" fmla="*/ 199224 h 1422298"/>
                <a:gd name="connsiteX226" fmla="*/ 679259 w 1309544"/>
                <a:gd name="connsiteY226" fmla="*/ 223685 h 1422298"/>
                <a:gd name="connsiteX227" fmla="*/ 654799 w 1309544"/>
                <a:gd name="connsiteY227" fmla="*/ 248145 h 1422298"/>
                <a:gd name="connsiteX228" fmla="*/ 630338 w 1309544"/>
                <a:gd name="connsiteY228" fmla="*/ 223685 h 1422298"/>
                <a:gd name="connsiteX229" fmla="*/ 654799 w 1309544"/>
                <a:gd name="connsiteY229" fmla="*/ 199224 h 1422298"/>
                <a:gd name="connsiteX230" fmla="*/ 444686 w 1309544"/>
                <a:gd name="connsiteY230" fmla="*/ 199224 h 1422298"/>
                <a:gd name="connsiteX231" fmla="*/ 469146 w 1309544"/>
                <a:gd name="connsiteY231" fmla="*/ 223685 h 1422298"/>
                <a:gd name="connsiteX232" fmla="*/ 444686 w 1309544"/>
                <a:gd name="connsiteY232" fmla="*/ 248145 h 1422298"/>
                <a:gd name="connsiteX233" fmla="*/ 420225 w 1309544"/>
                <a:gd name="connsiteY233" fmla="*/ 223685 h 1422298"/>
                <a:gd name="connsiteX234" fmla="*/ 444686 w 1309544"/>
                <a:gd name="connsiteY234" fmla="*/ 199224 h 1422298"/>
                <a:gd name="connsiteX235" fmla="*/ 234573 w 1309544"/>
                <a:gd name="connsiteY235" fmla="*/ 199224 h 1422298"/>
                <a:gd name="connsiteX236" fmla="*/ 259034 w 1309544"/>
                <a:gd name="connsiteY236" fmla="*/ 223685 h 1422298"/>
                <a:gd name="connsiteX237" fmla="*/ 234573 w 1309544"/>
                <a:gd name="connsiteY237" fmla="*/ 248145 h 1422298"/>
                <a:gd name="connsiteX238" fmla="*/ 210113 w 1309544"/>
                <a:gd name="connsiteY238" fmla="*/ 223685 h 1422298"/>
                <a:gd name="connsiteX239" fmla="*/ 234573 w 1309544"/>
                <a:gd name="connsiteY239" fmla="*/ 199224 h 1422298"/>
                <a:gd name="connsiteX240" fmla="*/ 24461 w 1309544"/>
                <a:gd name="connsiteY240" fmla="*/ 199224 h 1422298"/>
                <a:gd name="connsiteX241" fmla="*/ 48921 w 1309544"/>
                <a:gd name="connsiteY241" fmla="*/ 223685 h 1422298"/>
                <a:gd name="connsiteX242" fmla="*/ 24461 w 1309544"/>
                <a:gd name="connsiteY242" fmla="*/ 248145 h 1422298"/>
                <a:gd name="connsiteX243" fmla="*/ 0 w 1309544"/>
                <a:gd name="connsiteY243" fmla="*/ 223685 h 1422298"/>
                <a:gd name="connsiteX244" fmla="*/ 24461 w 1309544"/>
                <a:gd name="connsiteY244" fmla="*/ 199224 h 1422298"/>
                <a:gd name="connsiteX245" fmla="*/ 1285084 w 1309544"/>
                <a:gd name="connsiteY245" fmla="*/ 0 h 1422298"/>
                <a:gd name="connsiteX246" fmla="*/ 1309544 w 1309544"/>
                <a:gd name="connsiteY246" fmla="*/ 24460 h 1422298"/>
                <a:gd name="connsiteX247" fmla="*/ 1285084 w 1309544"/>
                <a:gd name="connsiteY247" fmla="*/ 48921 h 1422298"/>
                <a:gd name="connsiteX248" fmla="*/ 1260623 w 1309544"/>
                <a:gd name="connsiteY248" fmla="*/ 24460 h 1422298"/>
                <a:gd name="connsiteX249" fmla="*/ 1285084 w 1309544"/>
                <a:gd name="connsiteY249" fmla="*/ 0 h 1422298"/>
                <a:gd name="connsiteX250" fmla="*/ 1074969 w 1309544"/>
                <a:gd name="connsiteY250" fmla="*/ 0 h 1422298"/>
                <a:gd name="connsiteX251" fmla="*/ 1099430 w 1309544"/>
                <a:gd name="connsiteY251" fmla="*/ 24460 h 1422298"/>
                <a:gd name="connsiteX252" fmla="*/ 1074969 w 1309544"/>
                <a:gd name="connsiteY252" fmla="*/ 48921 h 1422298"/>
                <a:gd name="connsiteX253" fmla="*/ 1050510 w 1309544"/>
                <a:gd name="connsiteY253" fmla="*/ 24460 h 1422298"/>
                <a:gd name="connsiteX254" fmla="*/ 1074969 w 1309544"/>
                <a:gd name="connsiteY254" fmla="*/ 0 h 1422298"/>
                <a:gd name="connsiteX255" fmla="*/ 864857 w 1309544"/>
                <a:gd name="connsiteY255" fmla="*/ 0 h 1422298"/>
                <a:gd name="connsiteX256" fmla="*/ 889318 w 1309544"/>
                <a:gd name="connsiteY256" fmla="*/ 24460 h 1422298"/>
                <a:gd name="connsiteX257" fmla="*/ 864857 w 1309544"/>
                <a:gd name="connsiteY257" fmla="*/ 48921 h 1422298"/>
                <a:gd name="connsiteX258" fmla="*/ 840397 w 1309544"/>
                <a:gd name="connsiteY258" fmla="*/ 24460 h 1422298"/>
                <a:gd name="connsiteX259" fmla="*/ 864857 w 1309544"/>
                <a:gd name="connsiteY259" fmla="*/ 0 h 1422298"/>
                <a:gd name="connsiteX260" fmla="*/ 654799 w 1309544"/>
                <a:gd name="connsiteY260" fmla="*/ 0 h 1422298"/>
                <a:gd name="connsiteX261" fmla="*/ 679259 w 1309544"/>
                <a:gd name="connsiteY261" fmla="*/ 24460 h 1422298"/>
                <a:gd name="connsiteX262" fmla="*/ 654799 w 1309544"/>
                <a:gd name="connsiteY262" fmla="*/ 48921 h 1422298"/>
                <a:gd name="connsiteX263" fmla="*/ 630338 w 1309544"/>
                <a:gd name="connsiteY263" fmla="*/ 24460 h 1422298"/>
                <a:gd name="connsiteX264" fmla="*/ 654799 w 1309544"/>
                <a:gd name="connsiteY264" fmla="*/ 0 h 1422298"/>
                <a:gd name="connsiteX265" fmla="*/ 444686 w 1309544"/>
                <a:gd name="connsiteY265" fmla="*/ 0 h 1422298"/>
                <a:gd name="connsiteX266" fmla="*/ 469146 w 1309544"/>
                <a:gd name="connsiteY266" fmla="*/ 24460 h 1422298"/>
                <a:gd name="connsiteX267" fmla="*/ 444686 w 1309544"/>
                <a:gd name="connsiteY267" fmla="*/ 48921 h 1422298"/>
                <a:gd name="connsiteX268" fmla="*/ 420225 w 1309544"/>
                <a:gd name="connsiteY268" fmla="*/ 24460 h 1422298"/>
                <a:gd name="connsiteX269" fmla="*/ 444686 w 1309544"/>
                <a:gd name="connsiteY269" fmla="*/ 0 h 1422298"/>
                <a:gd name="connsiteX270" fmla="*/ 234573 w 1309544"/>
                <a:gd name="connsiteY270" fmla="*/ 0 h 1422298"/>
                <a:gd name="connsiteX271" fmla="*/ 259034 w 1309544"/>
                <a:gd name="connsiteY271" fmla="*/ 24460 h 1422298"/>
                <a:gd name="connsiteX272" fmla="*/ 234573 w 1309544"/>
                <a:gd name="connsiteY272" fmla="*/ 48921 h 1422298"/>
                <a:gd name="connsiteX273" fmla="*/ 210113 w 1309544"/>
                <a:gd name="connsiteY273" fmla="*/ 24460 h 1422298"/>
                <a:gd name="connsiteX274" fmla="*/ 234573 w 1309544"/>
                <a:gd name="connsiteY274" fmla="*/ 0 h 1422298"/>
                <a:gd name="connsiteX275" fmla="*/ 24461 w 1309544"/>
                <a:gd name="connsiteY275" fmla="*/ 0 h 1422298"/>
                <a:gd name="connsiteX276" fmla="*/ 48921 w 1309544"/>
                <a:gd name="connsiteY276" fmla="*/ 24460 h 1422298"/>
                <a:gd name="connsiteX277" fmla="*/ 24461 w 1309544"/>
                <a:gd name="connsiteY277" fmla="*/ 48921 h 1422298"/>
                <a:gd name="connsiteX278" fmla="*/ 0 w 1309544"/>
                <a:gd name="connsiteY278" fmla="*/ 24460 h 1422298"/>
                <a:gd name="connsiteX279" fmla="*/ 24461 w 1309544"/>
                <a:gd name="connsiteY279" fmla="*/ 0 h 1422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Lst>
              <a:rect l="l" t="t" r="r" b="b"/>
              <a:pathLst>
                <a:path w="1309544" h="1422298">
                  <a:moveTo>
                    <a:pt x="1285084" y="1373377"/>
                  </a:moveTo>
                  <a:cubicBezTo>
                    <a:pt x="1298601" y="1373377"/>
                    <a:pt x="1309544" y="1384320"/>
                    <a:pt x="1309544" y="1397838"/>
                  </a:cubicBezTo>
                  <a:cubicBezTo>
                    <a:pt x="1309544" y="1411355"/>
                    <a:pt x="1298601" y="1422298"/>
                    <a:pt x="1285084" y="1422298"/>
                  </a:cubicBezTo>
                  <a:cubicBezTo>
                    <a:pt x="1271566" y="1422298"/>
                    <a:pt x="1260623" y="1411355"/>
                    <a:pt x="1260623" y="1397838"/>
                  </a:cubicBezTo>
                  <a:cubicBezTo>
                    <a:pt x="1260623" y="1384320"/>
                    <a:pt x="1271566" y="1373377"/>
                    <a:pt x="1285084" y="1373377"/>
                  </a:cubicBezTo>
                  <a:close/>
                  <a:moveTo>
                    <a:pt x="1075024" y="1373377"/>
                  </a:moveTo>
                  <a:cubicBezTo>
                    <a:pt x="1088532" y="1373377"/>
                    <a:pt x="1099485" y="1384328"/>
                    <a:pt x="1099485" y="1397838"/>
                  </a:cubicBezTo>
                  <a:cubicBezTo>
                    <a:pt x="1099485" y="1411347"/>
                    <a:pt x="1088534" y="1422298"/>
                    <a:pt x="1075024" y="1422298"/>
                  </a:cubicBezTo>
                  <a:cubicBezTo>
                    <a:pt x="1061515" y="1422298"/>
                    <a:pt x="1050563" y="1411347"/>
                    <a:pt x="1050563" y="1397838"/>
                  </a:cubicBezTo>
                  <a:cubicBezTo>
                    <a:pt x="1050563" y="1384328"/>
                    <a:pt x="1061514" y="1373377"/>
                    <a:pt x="1075024" y="1373377"/>
                  </a:cubicBezTo>
                  <a:close/>
                  <a:moveTo>
                    <a:pt x="864857" y="1373377"/>
                  </a:moveTo>
                  <a:cubicBezTo>
                    <a:pt x="878375" y="1373377"/>
                    <a:pt x="889318" y="1384320"/>
                    <a:pt x="889318" y="1397838"/>
                  </a:cubicBezTo>
                  <a:cubicBezTo>
                    <a:pt x="889318" y="1411355"/>
                    <a:pt x="878375" y="1422298"/>
                    <a:pt x="864857" y="1422298"/>
                  </a:cubicBezTo>
                  <a:cubicBezTo>
                    <a:pt x="851339" y="1422298"/>
                    <a:pt x="840397" y="1411355"/>
                    <a:pt x="840397" y="1397838"/>
                  </a:cubicBezTo>
                  <a:cubicBezTo>
                    <a:pt x="840397" y="1384320"/>
                    <a:pt x="851339" y="1373377"/>
                    <a:pt x="864857" y="1373377"/>
                  </a:cubicBezTo>
                  <a:close/>
                  <a:moveTo>
                    <a:pt x="654799" y="1373377"/>
                  </a:moveTo>
                  <a:cubicBezTo>
                    <a:pt x="668316" y="1373377"/>
                    <a:pt x="679259" y="1384320"/>
                    <a:pt x="679259" y="1397838"/>
                  </a:cubicBezTo>
                  <a:cubicBezTo>
                    <a:pt x="679259" y="1411355"/>
                    <a:pt x="668316" y="1422298"/>
                    <a:pt x="654799" y="1422298"/>
                  </a:cubicBezTo>
                  <a:cubicBezTo>
                    <a:pt x="641281" y="1422298"/>
                    <a:pt x="630338" y="1411355"/>
                    <a:pt x="630338" y="1397838"/>
                  </a:cubicBezTo>
                  <a:cubicBezTo>
                    <a:pt x="630338" y="1384320"/>
                    <a:pt x="641281" y="1373377"/>
                    <a:pt x="654799" y="1373377"/>
                  </a:cubicBezTo>
                  <a:close/>
                  <a:moveTo>
                    <a:pt x="444686" y="1373377"/>
                  </a:moveTo>
                  <a:cubicBezTo>
                    <a:pt x="458203" y="1373377"/>
                    <a:pt x="469146" y="1384320"/>
                    <a:pt x="469146" y="1397838"/>
                  </a:cubicBezTo>
                  <a:cubicBezTo>
                    <a:pt x="469146" y="1411355"/>
                    <a:pt x="458203" y="1422298"/>
                    <a:pt x="444686" y="1422298"/>
                  </a:cubicBezTo>
                  <a:cubicBezTo>
                    <a:pt x="431168" y="1422298"/>
                    <a:pt x="420225" y="1411355"/>
                    <a:pt x="420225" y="1397838"/>
                  </a:cubicBezTo>
                  <a:cubicBezTo>
                    <a:pt x="420225" y="1384320"/>
                    <a:pt x="431168" y="1373377"/>
                    <a:pt x="444686" y="1373377"/>
                  </a:cubicBezTo>
                  <a:close/>
                  <a:moveTo>
                    <a:pt x="234573" y="1373377"/>
                  </a:moveTo>
                  <a:cubicBezTo>
                    <a:pt x="248091" y="1373377"/>
                    <a:pt x="259034" y="1384320"/>
                    <a:pt x="259034" y="1397838"/>
                  </a:cubicBezTo>
                  <a:cubicBezTo>
                    <a:pt x="259034" y="1411355"/>
                    <a:pt x="248091" y="1422298"/>
                    <a:pt x="234573" y="1422298"/>
                  </a:cubicBezTo>
                  <a:cubicBezTo>
                    <a:pt x="221055" y="1422298"/>
                    <a:pt x="210113" y="1411355"/>
                    <a:pt x="210113" y="1397838"/>
                  </a:cubicBezTo>
                  <a:cubicBezTo>
                    <a:pt x="210113" y="1384320"/>
                    <a:pt x="221055" y="1373377"/>
                    <a:pt x="234573" y="1373377"/>
                  </a:cubicBezTo>
                  <a:close/>
                  <a:moveTo>
                    <a:pt x="24461" y="1373377"/>
                  </a:moveTo>
                  <a:cubicBezTo>
                    <a:pt x="37978" y="1373377"/>
                    <a:pt x="48921" y="1384320"/>
                    <a:pt x="48921" y="1397838"/>
                  </a:cubicBezTo>
                  <a:cubicBezTo>
                    <a:pt x="48921" y="1411355"/>
                    <a:pt x="37978" y="1422298"/>
                    <a:pt x="24461" y="1422298"/>
                  </a:cubicBezTo>
                  <a:cubicBezTo>
                    <a:pt x="10943" y="1422298"/>
                    <a:pt x="0" y="1411355"/>
                    <a:pt x="0" y="1397838"/>
                  </a:cubicBezTo>
                  <a:cubicBezTo>
                    <a:pt x="0" y="1384320"/>
                    <a:pt x="10943" y="1373377"/>
                    <a:pt x="24461" y="1373377"/>
                  </a:cubicBezTo>
                  <a:close/>
                  <a:moveTo>
                    <a:pt x="1285084" y="1174100"/>
                  </a:moveTo>
                  <a:cubicBezTo>
                    <a:pt x="1298601" y="1174100"/>
                    <a:pt x="1309544" y="1185043"/>
                    <a:pt x="1309544" y="1198560"/>
                  </a:cubicBezTo>
                  <a:cubicBezTo>
                    <a:pt x="1309544" y="1212078"/>
                    <a:pt x="1298601" y="1223021"/>
                    <a:pt x="1285084" y="1223021"/>
                  </a:cubicBezTo>
                  <a:cubicBezTo>
                    <a:pt x="1271566" y="1223021"/>
                    <a:pt x="1260623" y="1212078"/>
                    <a:pt x="1260623" y="1198560"/>
                  </a:cubicBezTo>
                  <a:cubicBezTo>
                    <a:pt x="1260623" y="1185043"/>
                    <a:pt x="1271566" y="1174100"/>
                    <a:pt x="1285084" y="1174100"/>
                  </a:cubicBezTo>
                  <a:close/>
                  <a:moveTo>
                    <a:pt x="1074969" y="1174100"/>
                  </a:moveTo>
                  <a:cubicBezTo>
                    <a:pt x="1088487" y="1174100"/>
                    <a:pt x="1099430" y="1185043"/>
                    <a:pt x="1099430" y="1198560"/>
                  </a:cubicBezTo>
                  <a:cubicBezTo>
                    <a:pt x="1099430" y="1212078"/>
                    <a:pt x="1088487" y="1223021"/>
                    <a:pt x="1074969" y="1223021"/>
                  </a:cubicBezTo>
                  <a:cubicBezTo>
                    <a:pt x="1061453" y="1223021"/>
                    <a:pt x="1050510" y="1212078"/>
                    <a:pt x="1050510" y="1198560"/>
                  </a:cubicBezTo>
                  <a:cubicBezTo>
                    <a:pt x="1050510" y="1185043"/>
                    <a:pt x="1061453" y="1174100"/>
                    <a:pt x="1074969" y="1174100"/>
                  </a:cubicBezTo>
                  <a:close/>
                  <a:moveTo>
                    <a:pt x="864857" y="1174100"/>
                  </a:moveTo>
                  <a:cubicBezTo>
                    <a:pt x="878375" y="1174100"/>
                    <a:pt x="889318" y="1185043"/>
                    <a:pt x="889318" y="1198560"/>
                  </a:cubicBezTo>
                  <a:cubicBezTo>
                    <a:pt x="889318" y="1212078"/>
                    <a:pt x="878375" y="1223021"/>
                    <a:pt x="864857" y="1223021"/>
                  </a:cubicBezTo>
                  <a:cubicBezTo>
                    <a:pt x="851339" y="1223021"/>
                    <a:pt x="840397" y="1212078"/>
                    <a:pt x="840397" y="1198560"/>
                  </a:cubicBezTo>
                  <a:cubicBezTo>
                    <a:pt x="840397" y="1185043"/>
                    <a:pt x="851339" y="1174100"/>
                    <a:pt x="864857" y="1174100"/>
                  </a:cubicBezTo>
                  <a:close/>
                  <a:moveTo>
                    <a:pt x="654799" y="1174100"/>
                  </a:moveTo>
                  <a:cubicBezTo>
                    <a:pt x="668316" y="1174100"/>
                    <a:pt x="679259" y="1185043"/>
                    <a:pt x="679259" y="1198560"/>
                  </a:cubicBezTo>
                  <a:cubicBezTo>
                    <a:pt x="679259" y="1212078"/>
                    <a:pt x="668316" y="1223021"/>
                    <a:pt x="654799" y="1223021"/>
                  </a:cubicBezTo>
                  <a:cubicBezTo>
                    <a:pt x="641281" y="1223021"/>
                    <a:pt x="630338" y="1212078"/>
                    <a:pt x="630338" y="1198560"/>
                  </a:cubicBezTo>
                  <a:cubicBezTo>
                    <a:pt x="630338" y="1185043"/>
                    <a:pt x="641281" y="1174100"/>
                    <a:pt x="654799" y="1174100"/>
                  </a:cubicBezTo>
                  <a:close/>
                  <a:moveTo>
                    <a:pt x="444686" y="1174100"/>
                  </a:moveTo>
                  <a:cubicBezTo>
                    <a:pt x="458203" y="1174100"/>
                    <a:pt x="469146" y="1185043"/>
                    <a:pt x="469146" y="1198560"/>
                  </a:cubicBezTo>
                  <a:cubicBezTo>
                    <a:pt x="469146" y="1212078"/>
                    <a:pt x="458203" y="1223021"/>
                    <a:pt x="444686" y="1223021"/>
                  </a:cubicBezTo>
                  <a:cubicBezTo>
                    <a:pt x="431168" y="1223021"/>
                    <a:pt x="420225" y="1212078"/>
                    <a:pt x="420225" y="1198560"/>
                  </a:cubicBezTo>
                  <a:cubicBezTo>
                    <a:pt x="420225" y="1185043"/>
                    <a:pt x="431168" y="1174100"/>
                    <a:pt x="444686" y="1174100"/>
                  </a:cubicBezTo>
                  <a:close/>
                  <a:moveTo>
                    <a:pt x="234573" y="1174100"/>
                  </a:moveTo>
                  <a:cubicBezTo>
                    <a:pt x="248091" y="1174100"/>
                    <a:pt x="259034" y="1185043"/>
                    <a:pt x="259034" y="1198560"/>
                  </a:cubicBezTo>
                  <a:cubicBezTo>
                    <a:pt x="259034" y="1212078"/>
                    <a:pt x="248091" y="1223021"/>
                    <a:pt x="234573" y="1223021"/>
                  </a:cubicBezTo>
                  <a:cubicBezTo>
                    <a:pt x="221055" y="1223021"/>
                    <a:pt x="210113" y="1212078"/>
                    <a:pt x="210113" y="1198560"/>
                  </a:cubicBezTo>
                  <a:cubicBezTo>
                    <a:pt x="210113" y="1185043"/>
                    <a:pt x="221055" y="1174100"/>
                    <a:pt x="234573" y="1174100"/>
                  </a:cubicBezTo>
                  <a:close/>
                  <a:moveTo>
                    <a:pt x="24461" y="1174100"/>
                  </a:moveTo>
                  <a:cubicBezTo>
                    <a:pt x="37978" y="1174100"/>
                    <a:pt x="48921" y="1185043"/>
                    <a:pt x="48921" y="1198560"/>
                  </a:cubicBezTo>
                  <a:cubicBezTo>
                    <a:pt x="48921" y="1212078"/>
                    <a:pt x="37978" y="1223021"/>
                    <a:pt x="24461" y="1223021"/>
                  </a:cubicBezTo>
                  <a:cubicBezTo>
                    <a:pt x="10943" y="1223021"/>
                    <a:pt x="0" y="1212078"/>
                    <a:pt x="0" y="1198560"/>
                  </a:cubicBezTo>
                  <a:cubicBezTo>
                    <a:pt x="0" y="1185043"/>
                    <a:pt x="10943" y="1174100"/>
                    <a:pt x="24461" y="1174100"/>
                  </a:cubicBezTo>
                  <a:close/>
                  <a:moveTo>
                    <a:pt x="1285084" y="974877"/>
                  </a:moveTo>
                  <a:cubicBezTo>
                    <a:pt x="1298601" y="974877"/>
                    <a:pt x="1309544" y="985820"/>
                    <a:pt x="1309544" y="999337"/>
                  </a:cubicBezTo>
                  <a:cubicBezTo>
                    <a:pt x="1309544" y="1012855"/>
                    <a:pt x="1298601" y="1023798"/>
                    <a:pt x="1285084" y="1023798"/>
                  </a:cubicBezTo>
                  <a:cubicBezTo>
                    <a:pt x="1271566" y="1023798"/>
                    <a:pt x="1260623" y="1012855"/>
                    <a:pt x="1260623" y="999337"/>
                  </a:cubicBezTo>
                  <a:cubicBezTo>
                    <a:pt x="1260623" y="985820"/>
                    <a:pt x="1271566" y="974877"/>
                    <a:pt x="1285084" y="974877"/>
                  </a:cubicBezTo>
                  <a:close/>
                  <a:moveTo>
                    <a:pt x="1074969" y="974877"/>
                  </a:moveTo>
                  <a:cubicBezTo>
                    <a:pt x="1088487" y="974877"/>
                    <a:pt x="1099430" y="985820"/>
                    <a:pt x="1099430" y="999337"/>
                  </a:cubicBezTo>
                  <a:cubicBezTo>
                    <a:pt x="1099430" y="1012855"/>
                    <a:pt x="1088487" y="1023798"/>
                    <a:pt x="1074969" y="1023798"/>
                  </a:cubicBezTo>
                  <a:cubicBezTo>
                    <a:pt x="1061453" y="1023798"/>
                    <a:pt x="1050510" y="1012855"/>
                    <a:pt x="1050510" y="999337"/>
                  </a:cubicBezTo>
                  <a:cubicBezTo>
                    <a:pt x="1050510" y="985820"/>
                    <a:pt x="1061453" y="974877"/>
                    <a:pt x="1074969" y="974877"/>
                  </a:cubicBezTo>
                  <a:close/>
                  <a:moveTo>
                    <a:pt x="864857" y="974877"/>
                  </a:moveTo>
                  <a:cubicBezTo>
                    <a:pt x="878375" y="974877"/>
                    <a:pt x="889318" y="985820"/>
                    <a:pt x="889318" y="999337"/>
                  </a:cubicBezTo>
                  <a:cubicBezTo>
                    <a:pt x="889318" y="1012855"/>
                    <a:pt x="878375" y="1023798"/>
                    <a:pt x="864857" y="1023798"/>
                  </a:cubicBezTo>
                  <a:cubicBezTo>
                    <a:pt x="851339" y="1023798"/>
                    <a:pt x="840397" y="1012855"/>
                    <a:pt x="840397" y="999337"/>
                  </a:cubicBezTo>
                  <a:cubicBezTo>
                    <a:pt x="840397" y="985820"/>
                    <a:pt x="851339" y="974877"/>
                    <a:pt x="864857" y="974877"/>
                  </a:cubicBezTo>
                  <a:close/>
                  <a:moveTo>
                    <a:pt x="654799" y="974877"/>
                  </a:moveTo>
                  <a:cubicBezTo>
                    <a:pt x="668316" y="974877"/>
                    <a:pt x="679259" y="985820"/>
                    <a:pt x="679259" y="999337"/>
                  </a:cubicBezTo>
                  <a:cubicBezTo>
                    <a:pt x="679259" y="1012855"/>
                    <a:pt x="668316" y="1023798"/>
                    <a:pt x="654799" y="1023798"/>
                  </a:cubicBezTo>
                  <a:cubicBezTo>
                    <a:pt x="641281" y="1023798"/>
                    <a:pt x="630338" y="1012855"/>
                    <a:pt x="630338" y="999337"/>
                  </a:cubicBezTo>
                  <a:cubicBezTo>
                    <a:pt x="630338" y="985820"/>
                    <a:pt x="641281" y="974877"/>
                    <a:pt x="654799" y="974877"/>
                  </a:cubicBezTo>
                  <a:close/>
                  <a:moveTo>
                    <a:pt x="444686" y="974877"/>
                  </a:moveTo>
                  <a:cubicBezTo>
                    <a:pt x="458203" y="974877"/>
                    <a:pt x="469146" y="985820"/>
                    <a:pt x="469146" y="999337"/>
                  </a:cubicBezTo>
                  <a:cubicBezTo>
                    <a:pt x="469146" y="1012855"/>
                    <a:pt x="458203" y="1023798"/>
                    <a:pt x="444686" y="1023798"/>
                  </a:cubicBezTo>
                  <a:cubicBezTo>
                    <a:pt x="431168" y="1023798"/>
                    <a:pt x="420225" y="1012855"/>
                    <a:pt x="420225" y="999337"/>
                  </a:cubicBezTo>
                  <a:cubicBezTo>
                    <a:pt x="420225" y="985820"/>
                    <a:pt x="431168" y="974877"/>
                    <a:pt x="444686" y="974877"/>
                  </a:cubicBezTo>
                  <a:close/>
                  <a:moveTo>
                    <a:pt x="234573" y="974877"/>
                  </a:moveTo>
                  <a:cubicBezTo>
                    <a:pt x="248091" y="974877"/>
                    <a:pt x="259034" y="985820"/>
                    <a:pt x="259034" y="999337"/>
                  </a:cubicBezTo>
                  <a:cubicBezTo>
                    <a:pt x="259034" y="1012855"/>
                    <a:pt x="248091" y="1023798"/>
                    <a:pt x="234573" y="1023798"/>
                  </a:cubicBezTo>
                  <a:cubicBezTo>
                    <a:pt x="221055" y="1023798"/>
                    <a:pt x="210113" y="1012855"/>
                    <a:pt x="210113" y="999337"/>
                  </a:cubicBezTo>
                  <a:cubicBezTo>
                    <a:pt x="210113" y="985820"/>
                    <a:pt x="221055" y="974877"/>
                    <a:pt x="234573" y="974877"/>
                  </a:cubicBezTo>
                  <a:close/>
                  <a:moveTo>
                    <a:pt x="24461" y="974877"/>
                  </a:moveTo>
                  <a:cubicBezTo>
                    <a:pt x="37978" y="974877"/>
                    <a:pt x="48921" y="985820"/>
                    <a:pt x="48921" y="999337"/>
                  </a:cubicBezTo>
                  <a:cubicBezTo>
                    <a:pt x="48921" y="1012855"/>
                    <a:pt x="37978" y="1023798"/>
                    <a:pt x="24461" y="1023798"/>
                  </a:cubicBezTo>
                  <a:cubicBezTo>
                    <a:pt x="10943" y="1023798"/>
                    <a:pt x="0" y="1012855"/>
                    <a:pt x="0" y="999337"/>
                  </a:cubicBezTo>
                  <a:cubicBezTo>
                    <a:pt x="0" y="985820"/>
                    <a:pt x="10943" y="974877"/>
                    <a:pt x="24461" y="974877"/>
                  </a:cubicBezTo>
                  <a:close/>
                  <a:moveTo>
                    <a:pt x="1285084" y="775599"/>
                  </a:moveTo>
                  <a:cubicBezTo>
                    <a:pt x="1298601" y="775599"/>
                    <a:pt x="1309544" y="786542"/>
                    <a:pt x="1309544" y="800059"/>
                  </a:cubicBezTo>
                  <a:cubicBezTo>
                    <a:pt x="1309544" y="813577"/>
                    <a:pt x="1298601" y="824520"/>
                    <a:pt x="1285084" y="824520"/>
                  </a:cubicBezTo>
                  <a:cubicBezTo>
                    <a:pt x="1271566" y="824520"/>
                    <a:pt x="1260623" y="813577"/>
                    <a:pt x="1260623" y="800059"/>
                  </a:cubicBezTo>
                  <a:cubicBezTo>
                    <a:pt x="1260623" y="786542"/>
                    <a:pt x="1271566" y="775599"/>
                    <a:pt x="1285084" y="775599"/>
                  </a:cubicBezTo>
                  <a:close/>
                  <a:moveTo>
                    <a:pt x="1074969" y="775599"/>
                  </a:moveTo>
                  <a:cubicBezTo>
                    <a:pt x="1088487" y="775599"/>
                    <a:pt x="1099430" y="786542"/>
                    <a:pt x="1099430" y="800059"/>
                  </a:cubicBezTo>
                  <a:cubicBezTo>
                    <a:pt x="1099430" y="813577"/>
                    <a:pt x="1088487" y="824520"/>
                    <a:pt x="1074969" y="824520"/>
                  </a:cubicBezTo>
                  <a:cubicBezTo>
                    <a:pt x="1061453" y="824520"/>
                    <a:pt x="1050510" y="813577"/>
                    <a:pt x="1050510" y="800059"/>
                  </a:cubicBezTo>
                  <a:cubicBezTo>
                    <a:pt x="1050510" y="786542"/>
                    <a:pt x="1061453" y="775599"/>
                    <a:pt x="1074969" y="775599"/>
                  </a:cubicBezTo>
                  <a:close/>
                  <a:moveTo>
                    <a:pt x="864857" y="775599"/>
                  </a:moveTo>
                  <a:cubicBezTo>
                    <a:pt x="878375" y="775599"/>
                    <a:pt x="889318" y="786542"/>
                    <a:pt x="889318" y="800059"/>
                  </a:cubicBezTo>
                  <a:cubicBezTo>
                    <a:pt x="889318" y="813577"/>
                    <a:pt x="878375" y="824520"/>
                    <a:pt x="864857" y="824520"/>
                  </a:cubicBezTo>
                  <a:cubicBezTo>
                    <a:pt x="851339" y="824520"/>
                    <a:pt x="840397" y="813577"/>
                    <a:pt x="840397" y="800059"/>
                  </a:cubicBezTo>
                  <a:cubicBezTo>
                    <a:pt x="840397" y="786542"/>
                    <a:pt x="851339" y="775599"/>
                    <a:pt x="864857" y="775599"/>
                  </a:cubicBezTo>
                  <a:close/>
                  <a:moveTo>
                    <a:pt x="654799" y="775599"/>
                  </a:moveTo>
                  <a:cubicBezTo>
                    <a:pt x="668316" y="775599"/>
                    <a:pt x="679259" y="786542"/>
                    <a:pt x="679259" y="800059"/>
                  </a:cubicBezTo>
                  <a:cubicBezTo>
                    <a:pt x="679259" y="813577"/>
                    <a:pt x="668316" y="824520"/>
                    <a:pt x="654799" y="824520"/>
                  </a:cubicBezTo>
                  <a:cubicBezTo>
                    <a:pt x="641281" y="824520"/>
                    <a:pt x="630338" y="813577"/>
                    <a:pt x="630338" y="800059"/>
                  </a:cubicBezTo>
                  <a:cubicBezTo>
                    <a:pt x="630338" y="786542"/>
                    <a:pt x="641281" y="775599"/>
                    <a:pt x="654799" y="775599"/>
                  </a:cubicBezTo>
                  <a:close/>
                  <a:moveTo>
                    <a:pt x="444686" y="775599"/>
                  </a:moveTo>
                  <a:cubicBezTo>
                    <a:pt x="458203" y="775599"/>
                    <a:pt x="469146" y="786542"/>
                    <a:pt x="469146" y="800059"/>
                  </a:cubicBezTo>
                  <a:cubicBezTo>
                    <a:pt x="469146" y="813577"/>
                    <a:pt x="458203" y="824520"/>
                    <a:pt x="444686" y="824520"/>
                  </a:cubicBezTo>
                  <a:cubicBezTo>
                    <a:pt x="431168" y="824520"/>
                    <a:pt x="420225" y="813577"/>
                    <a:pt x="420225" y="800059"/>
                  </a:cubicBezTo>
                  <a:cubicBezTo>
                    <a:pt x="420225" y="786542"/>
                    <a:pt x="431168" y="775599"/>
                    <a:pt x="444686" y="775599"/>
                  </a:cubicBezTo>
                  <a:close/>
                  <a:moveTo>
                    <a:pt x="234573" y="775599"/>
                  </a:moveTo>
                  <a:cubicBezTo>
                    <a:pt x="248091" y="775599"/>
                    <a:pt x="259034" y="786542"/>
                    <a:pt x="259034" y="800059"/>
                  </a:cubicBezTo>
                  <a:cubicBezTo>
                    <a:pt x="259034" y="813577"/>
                    <a:pt x="248091" y="824520"/>
                    <a:pt x="234573" y="824520"/>
                  </a:cubicBezTo>
                  <a:cubicBezTo>
                    <a:pt x="221055" y="824520"/>
                    <a:pt x="210113" y="813577"/>
                    <a:pt x="210113" y="800059"/>
                  </a:cubicBezTo>
                  <a:cubicBezTo>
                    <a:pt x="210113" y="786542"/>
                    <a:pt x="221055" y="775599"/>
                    <a:pt x="234573" y="775599"/>
                  </a:cubicBezTo>
                  <a:close/>
                  <a:moveTo>
                    <a:pt x="24461" y="775599"/>
                  </a:moveTo>
                  <a:cubicBezTo>
                    <a:pt x="37978" y="775599"/>
                    <a:pt x="48921" y="786542"/>
                    <a:pt x="48921" y="800059"/>
                  </a:cubicBezTo>
                  <a:cubicBezTo>
                    <a:pt x="48921" y="813577"/>
                    <a:pt x="37978" y="824520"/>
                    <a:pt x="24461" y="824520"/>
                  </a:cubicBezTo>
                  <a:cubicBezTo>
                    <a:pt x="10943" y="824520"/>
                    <a:pt x="0" y="813577"/>
                    <a:pt x="0" y="800059"/>
                  </a:cubicBezTo>
                  <a:cubicBezTo>
                    <a:pt x="0" y="786542"/>
                    <a:pt x="10943" y="775599"/>
                    <a:pt x="24461" y="775599"/>
                  </a:cubicBezTo>
                  <a:close/>
                  <a:moveTo>
                    <a:pt x="1285084" y="597779"/>
                  </a:moveTo>
                  <a:cubicBezTo>
                    <a:pt x="1298601" y="597779"/>
                    <a:pt x="1309544" y="608722"/>
                    <a:pt x="1309544" y="622239"/>
                  </a:cubicBezTo>
                  <a:cubicBezTo>
                    <a:pt x="1309544" y="635757"/>
                    <a:pt x="1298601" y="646700"/>
                    <a:pt x="1285084" y="646700"/>
                  </a:cubicBezTo>
                  <a:cubicBezTo>
                    <a:pt x="1271566" y="646700"/>
                    <a:pt x="1260623" y="635757"/>
                    <a:pt x="1260623" y="622239"/>
                  </a:cubicBezTo>
                  <a:cubicBezTo>
                    <a:pt x="1260623" y="608722"/>
                    <a:pt x="1271566" y="597779"/>
                    <a:pt x="1285084" y="597779"/>
                  </a:cubicBezTo>
                  <a:close/>
                  <a:moveTo>
                    <a:pt x="1074969" y="597779"/>
                  </a:moveTo>
                  <a:cubicBezTo>
                    <a:pt x="1088487" y="597779"/>
                    <a:pt x="1099430" y="608722"/>
                    <a:pt x="1099430" y="622239"/>
                  </a:cubicBezTo>
                  <a:cubicBezTo>
                    <a:pt x="1099430" y="635757"/>
                    <a:pt x="1088487" y="646700"/>
                    <a:pt x="1074969" y="646700"/>
                  </a:cubicBezTo>
                  <a:cubicBezTo>
                    <a:pt x="1061453" y="646700"/>
                    <a:pt x="1050510" y="635757"/>
                    <a:pt x="1050510" y="622239"/>
                  </a:cubicBezTo>
                  <a:cubicBezTo>
                    <a:pt x="1050510" y="608722"/>
                    <a:pt x="1061453" y="597779"/>
                    <a:pt x="1074969" y="597779"/>
                  </a:cubicBezTo>
                  <a:close/>
                  <a:moveTo>
                    <a:pt x="864857" y="597779"/>
                  </a:moveTo>
                  <a:cubicBezTo>
                    <a:pt x="878375" y="597779"/>
                    <a:pt x="889318" y="608722"/>
                    <a:pt x="889318" y="622239"/>
                  </a:cubicBezTo>
                  <a:cubicBezTo>
                    <a:pt x="889318" y="635757"/>
                    <a:pt x="878375" y="646700"/>
                    <a:pt x="864857" y="646700"/>
                  </a:cubicBezTo>
                  <a:cubicBezTo>
                    <a:pt x="851339" y="646700"/>
                    <a:pt x="840397" y="635757"/>
                    <a:pt x="840397" y="622239"/>
                  </a:cubicBezTo>
                  <a:cubicBezTo>
                    <a:pt x="840397" y="608722"/>
                    <a:pt x="851339" y="597779"/>
                    <a:pt x="864857" y="597779"/>
                  </a:cubicBezTo>
                  <a:close/>
                  <a:moveTo>
                    <a:pt x="654799" y="597779"/>
                  </a:moveTo>
                  <a:cubicBezTo>
                    <a:pt x="668316" y="597779"/>
                    <a:pt x="679259" y="608722"/>
                    <a:pt x="679259" y="622239"/>
                  </a:cubicBezTo>
                  <a:cubicBezTo>
                    <a:pt x="679259" y="635757"/>
                    <a:pt x="668316" y="646700"/>
                    <a:pt x="654799" y="646700"/>
                  </a:cubicBezTo>
                  <a:cubicBezTo>
                    <a:pt x="641281" y="646700"/>
                    <a:pt x="630338" y="635757"/>
                    <a:pt x="630338" y="622239"/>
                  </a:cubicBezTo>
                  <a:cubicBezTo>
                    <a:pt x="630338" y="608722"/>
                    <a:pt x="641281" y="597779"/>
                    <a:pt x="654799" y="597779"/>
                  </a:cubicBezTo>
                  <a:close/>
                  <a:moveTo>
                    <a:pt x="444686" y="597779"/>
                  </a:moveTo>
                  <a:cubicBezTo>
                    <a:pt x="458203" y="597779"/>
                    <a:pt x="469146" y="608722"/>
                    <a:pt x="469146" y="622239"/>
                  </a:cubicBezTo>
                  <a:cubicBezTo>
                    <a:pt x="469146" y="635757"/>
                    <a:pt x="458203" y="646700"/>
                    <a:pt x="444686" y="646700"/>
                  </a:cubicBezTo>
                  <a:cubicBezTo>
                    <a:pt x="431168" y="646700"/>
                    <a:pt x="420225" y="635757"/>
                    <a:pt x="420225" y="622239"/>
                  </a:cubicBezTo>
                  <a:cubicBezTo>
                    <a:pt x="420225" y="608722"/>
                    <a:pt x="431168" y="597779"/>
                    <a:pt x="444686" y="597779"/>
                  </a:cubicBezTo>
                  <a:close/>
                  <a:moveTo>
                    <a:pt x="234573" y="597779"/>
                  </a:moveTo>
                  <a:cubicBezTo>
                    <a:pt x="248091" y="597779"/>
                    <a:pt x="259034" y="608722"/>
                    <a:pt x="259034" y="622239"/>
                  </a:cubicBezTo>
                  <a:cubicBezTo>
                    <a:pt x="259034" y="635757"/>
                    <a:pt x="248091" y="646700"/>
                    <a:pt x="234573" y="646700"/>
                  </a:cubicBezTo>
                  <a:cubicBezTo>
                    <a:pt x="221055" y="646700"/>
                    <a:pt x="210113" y="635757"/>
                    <a:pt x="210113" y="622239"/>
                  </a:cubicBezTo>
                  <a:cubicBezTo>
                    <a:pt x="210113" y="608722"/>
                    <a:pt x="221055" y="597779"/>
                    <a:pt x="234573" y="597779"/>
                  </a:cubicBezTo>
                  <a:close/>
                  <a:moveTo>
                    <a:pt x="24461" y="597779"/>
                  </a:moveTo>
                  <a:cubicBezTo>
                    <a:pt x="37978" y="597779"/>
                    <a:pt x="48921" y="608722"/>
                    <a:pt x="48921" y="622239"/>
                  </a:cubicBezTo>
                  <a:cubicBezTo>
                    <a:pt x="48921" y="635757"/>
                    <a:pt x="37978" y="646700"/>
                    <a:pt x="24461" y="646700"/>
                  </a:cubicBezTo>
                  <a:cubicBezTo>
                    <a:pt x="10943" y="646700"/>
                    <a:pt x="0" y="635757"/>
                    <a:pt x="0" y="622239"/>
                  </a:cubicBezTo>
                  <a:cubicBezTo>
                    <a:pt x="0" y="608722"/>
                    <a:pt x="10943" y="597779"/>
                    <a:pt x="24461" y="597779"/>
                  </a:cubicBezTo>
                  <a:close/>
                  <a:moveTo>
                    <a:pt x="1285084" y="398501"/>
                  </a:moveTo>
                  <a:cubicBezTo>
                    <a:pt x="1298601" y="398501"/>
                    <a:pt x="1309544" y="409444"/>
                    <a:pt x="1309544" y="422961"/>
                  </a:cubicBezTo>
                  <a:cubicBezTo>
                    <a:pt x="1309544" y="436479"/>
                    <a:pt x="1298601" y="447422"/>
                    <a:pt x="1285084" y="447422"/>
                  </a:cubicBezTo>
                  <a:cubicBezTo>
                    <a:pt x="1271566" y="447422"/>
                    <a:pt x="1260623" y="436479"/>
                    <a:pt x="1260623" y="422961"/>
                  </a:cubicBezTo>
                  <a:cubicBezTo>
                    <a:pt x="1260623" y="409444"/>
                    <a:pt x="1271566" y="398501"/>
                    <a:pt x="1285084" y="398501"/>
                  </a:cubicBezTo>
                  <a:close/>
                  <a:moveTo>
                    <a:pt x="1074969" y="398501"/>
                  </a:moveTo>
                  <a:cubicBezTo>
                    <a:pt x="1088487" y="398501"/>
                    <a:pt x="1099430" y="409444"/>
                    <a:pt x="1099430" y="422961"/>
                  </a:cubicBezTo>
                  <a:cubicBezTo>
                    <a:pt x="1099430" y="436479"/>
                    <a:pt x="1088487" y="447422"/>
                    <a:pt x="1074969" y="447422"/>
                  </a:cubicBezTo>
                  <a:cubicBezTo>
                    <a:pt x="1061453" y="447422"/>
                    <a:pt x="1050510" y="436479"/>
                    <a:pt x="1050510" y="422961"/>
                  </a:cubicBezTo>
                  <a:cubicBezTo>
                    <a:pt x="1050510" y="409444"/>
                    <a:pt x="1061453" y="398501"/>
                    <a:pt x="1074969" y="398501"/>
                  </a:cubicBezTo>
                  <a:close/>
                  <a:moveTo>
                    <a:pt x="864857" y="398501"/>
                  </a:moveTo>
                  <a:cubicBezTo>
                    <a:pt x="878375" y="398501"/>
                    <a:pt x="889318" y="409444"/>
                    <a:pt x="889318" y="422961"/>
                  </a:cubicBezTo>
                  <a:cubicBezTo>
                    <a:pt x="889318" y="436479"/>
                    <a:pt x="878375" y="447422"/>
                    <a:pt x="864857" y="447422"/>
                  </a:cubicBezTo>
                  <a:cubicBezTo>
                    <a:pt x="851339" y="447422"/>
                    <a:pt x="840397" y="436479"/>
                    <a:pt x="840397" y="422961"/>
                  </a:cubicBezTo>
                  <a:cubicBezTo>
                    <a:pt x="840397" y="409444"/>
                    <a:pt x="851339" y="398501"/>
                    <a:pt x="864857" y="398501"/>
                  </a:cubicBezTo>
                  <a:close/>
                  <a:moveTo>
                    <a:pt x="654799" y="398501"/>
                  </a:moveTo>
                  <a:cubicBezTo>
                    <a:pt x="668316" y="398501"/>
                    <a:pt x="679259" y="409444"/>
                    <a:pt x="679259" y="422961"/>
                  </a:cubicBezTo>
                  <a:cubicBezTo>
                    <a:pt x="679259" y="436479"/>
                    <a:pt x="668316" y="447422"/>
                    <a:pt x="654799" y="447422"/>
                  </a:cubicBezTo>
                  <a:cubicBezTo>
                    <a:pt x="641281" y="447422"/>
                    <a:pt x="630338" y="436479"/>
                    <a:pt x="630338" y="422961"/>
                  </a:cubicBezTo>
                  <a:cubicBezTo>
                    <a:pt x="630338" y="409444"/>
                    <a:pt x="641281" y="398501"/>
                    <a:pt x="654799" y="398501"/>
                  </a:cubicBezTo>
                  <a:close/>
                  <a:moveTo>
                    <a:pt x="444686" y="398501"/>
                  </a:moveTo>
                  <a:cubicBezTo>
                    <a:pt x="458203" y="398501"/>
                    <a:pt x="469146" y="409444"/>
                    <a:pt x="469146" y="422961"/>
                  </a:cubicBezTo>
                  <a:cubicBezTo>
                    <a:pt x="469146" y="436479"/>
                    <a:pt x="458203" y="447422"/>
                    <a:pt x="444686" y="447422"/>
                  </a:cubicBezTo>
                  <a:cubicBezTo>
                    <a:pt x="431168" y="447422"/>
                    <a:pt x="420225" y="436479"/>
                    <a:pt x="420225" y="422961"/>
                  </a:cubicBezTo>
                  <a:cubicBezTo>
                    <a:pt x="420225" y="409444"/>
                    <a:pt x="431168" y="398501"/>
                    <a:pt x="444686" y="398501"/>
                  </a:cubicBezTo>
                  <a:close/>
                  <a:moveTo>
                    <a:pt x="234573" y="398501"/>
                  </a:moveTo>
                  <a:cubicBezTo>
                    <a:pt x="248091" y="398501"/>
                    <a:pt x="259034" y="409444"/>
                    <a:pt x="259034" y="422961"/>
                  </a:cubicBezTo>
                  <a:cubicBezTo>
                    <a:pt x="259034" y="436479"/>
                    <a:pt x="248091" y="447422"/>
                    <a:pt x="234573" y="447422"/>
                  </a:cubicBezTo>
                  <a:cubicBezTo>
                    <a:pt x="221055" y="447422"/>
                    <a:pt x="210113" y="436479"/>
                    <a:pt x="210113" y="422961"/>
                  </a:cubicBezTo>
                  <a:cubicBezTo>
                    <a:pt x="210113" y="409444"/>
                    <a:pt x="221055" y="398501"/>
                    <a:pt x="234573" y="398501"/>
                  </a:cubicBezTo>
                  <a:close/>
                  <a:moveTo>
                    <a:pt x="24461" y="398501"/>
                  </a:moveTo>
                  <a:cubicBezTo>
                    <a:pt x="37978" y="398501"/>
                    <a:pt x="48921" y="409444"/>
                    <a:pt x="48921" y="422961"/>
                  </a:cubicBezTo>
                  <a:cubicBezTo>
                    <a:pt x="48921" y="436479"/>
                    <a:pt x="37978" y="447422"/>
                    <a:pt x="24461" y="447422"/>
                  </a:cubicBezTo>
                  <a:cubicBezTo>
                    <a:pt x="10943" y="447422"/>
                    <a:pt x="0" y="436479"/>
                    <a:pt x="0" y="422961"/>
                  </a:cubicBezTo>
                  <a:cubicBezTo>
                    <a:pt x="0" y="409444"/>
                    <a:pt x="10943" y="398501"/>
                    <a:pt x="24461" y="398501"/>
                  </a:cubicBezTo>
                  <a:close/>
                  <a:moveTo>
                    <a:pt x="1285084" y="199224"/>
                  </a:moveTo>
                  <a:cubicBezTo>
                    <a:pt x="1298601" y="199278"/>
                    <a:pt x="1309544" y="210221"/>
                    <a:pt x="1309544" y="223685"/>
                  </a:cubicBezTo>
                  <a:cubicBezTo>
                    <a:pt x="1309544" y="237202"/>
                    <a:pt x="1298601" y="248145"/>
                    <a:pt x="1285084" y="248145"/>
                  </a:cubicBezTo>
                  <a:cubicBezTo>
                    <a:pt x="1271566" y="248145"/>
                    <a:pt x="1260623" y="237202"/>
                    <a:pt x="1260623" y="223685"/>
                  </a:cubicBezTo>
                  <a:cubicBezTo>
                    <a:pt x="1260623" y="210167"/>
                    <a:pt x="1271566" y="199224"/>
                    <a:pt x="1285084" y="199224"/>
                  </a:cubicBezTo>
                  <a:close/>
                  <a:moveTo>
                    <a:pt x="1074969" y="199224"/>
                  </a:moveTo>
                  <a:cubicBezTo>
                    <a:pt x="1088487" y="199224"/>
                    <a:pt x="1099430" y="210221"/>
                    <a:pt x="1099430" y="223685"/>
                  </a:cubicBezTo>
                  <a:cubicBezTo>
                    <a:pt x="1099430" y="237202"/>
                    <a:pt x="1088487" y="248145"/>
                    <a:pt x="1074969" y="248145"/>
                  </a:cubicBezTo>
                  <a:cubicBezTo>
                    <a:pt x="1061453" y="248145"/>
                    <a:pt x="1050510" y="237202"/>
                    <a:pt x="1050510" y="223685"/>
                  </a:cubicBezTo>
                  <a:cubicBezTo>
                    <a:pt x="1050510" y="210167"/>
                    <a:pt x="1061453" y="199224"/>
                    <a:pt x="1074969" y="199224"/>
                  </a:cubicBezTo>
                  <a:close/>
                  <a:moveTo>
                    <a:pt x="864857" y="199224"/>
                  </a:moveTo>
                  <a:cubicBezTo>
                    <a:pt x="878375" y="199278"/>
                    <a:pt x="889318" y="210221"/>
                    <a:pt x="889318" y="223685"/>
                  </a:cubicBezTo>
                  <a:cubicBezTo>
                    <a:pt x="889318" y="237202"/>
                    <a:pt x="878375" y="248145"/>
                    <a:pt x="864857" y="248145"/>
                  </a:cubicBezTo>
                  <a:cubicBezTo>
                    <a:pt x="851339" y="248145"/>
                    <a:pt x="840397" y="237202"/>
                    <a:pt x="840397" y="223685"/>
                  </a:cubicBezTo>
                  <a:cubicBezTo>
                    <a:pt x="840397" y="210167"/>
                    <a:pt x="851339" y="199224"/>
                    <a:pt x="864857" y="199224"/>
                  </a:cubicBezTo>
                  <a:close/>
                  <a:moveTo>
                    <a:pt x="654799" y="199224"/>
                  </a:moveTo>
                  <a:cubicBezTo>
                    <a:pt x="668316" y="199278"/>
                    <a:pt x="679259" y="210221"/>
                    <a:pt x="679259" y="223685"/>
                  </a:cubicBezTo>
                  <a:cubicBezTo>
                    <a:pt x="679259" y="237202"/>
                    <a:pt x="668316" y="248145"/>
                    <a:pt x="654799" y="248145"/>
                  </a:cubicBezTo>
                  <a:cubicBezTo>
                    <a:pt x="641281" y="248145"/>
                    <a:pt x="630338" y="237202"/>
                    <a:pt x="630338" y="223685"/>
                  </a:cubicBezTo>
                  <a:cubicBezTo>
                    <a:pt x="630338" y="210167"/>
                    <a:pt x="641281" y="199224"/>
                    <a:pt x="654799" y="199224"/>
                  </a:cubicBezTo>
                  <a:close/>
                  <a:moveTo>
                    <a:pt x="444686" y="199224"/>
                  </a:moveTo>
                  <a:cubicBezTo>
                    <a:pt x="458203" y="199278"/>
                    <a:pt x="469146" y="210221"/>
                    <a:pt x="469146" y="223685"/>
                  </a:cubicBezTo>
                  <a:cubicBezTo>
                    <a:pt x="469146" y="237202"/>
                    <a:pt x="458203" y="248145"/>
                    <a:pt x="444686" y="248145"/>
                  </a:cubicBezTo>
                  <a:cubicBezTo>
                    <a:pt x="431168" y="248145"/>
                    <a:pt x="420225" y="237202"/>
                    <a:pt x="420225" y="223685"/>
                  </a:cubicBezTo>
                  <a:cubicBezTo>
                    <a:pt x="420225" y="210167"/>
                    <a:pt x="431168" y="199224"/>
                    <a:pt x="444686" y="199224"/>
                  </a:cubicBezTo>
                  <a:close/>
                  <a:moveTo>
                    <a:pt x="234573" y="199224"/>
                  </a:moveTo>
                  <a:cubicBezTo>
                    <a:pt x="248091" y="199278"/>
                    <a:pt x="259034" y="210221"/>
                    <a:pt x="259034" y="223685"/>
                  </a:cubicBezTo>
                  <a:cubicBezTo>
                    <a:pt x="259034" y="237202"/>
                    <a:pt x="248091" y="248145"/>
                    <a:pt x="234573" y="248145"/>
                  </a:cubicBezTo>
                  <a:cubicBezTo>
                    <a:pt x="221055" y="248145"/>
                    <a:pt x="210113" y="237202"/>
                    <a:pt x="210113" y="223685"/>
                  </a:cubicBezTo>
                  <a:cubicBezTo>
                    <a:pt x="210113" y="210167"/>
                    <a:pt x="221055" y="199224"/>
                    <a:pt x="234573" y="199224"/>
                  </a:cubicBezTo>
                  <a:close/>
                  <a:moveTo>
                    <a:pt x="24461" y="199224"/>
                  </a:moveTo>
                  <a:cubicBezTo>
                    <a:pt x="37978" y="199278"/>
                    <a:pt x="48921" y="210221"/>
                    <a:pt x="48921" y="223685"/>
                  </a:cubicBezTo>
                  <a:cubicBezTo>
                    <a:pt x="48921" y="237202"/>
                    <a:pt x="37978" y="248145"/>
                    <a:pt x="24461" y="248145"/>
                  </a:cubicBezTo>
                  <a:cubicBezTo>
                    <a:pt x="10943" y="248145"/>
                    <a:pt x="0" y="237202"/>
                    <a:pt x="0" y="223685"/>
                  </a:cubicBezTo>
                  <a:cubicBezTo>
                    <a:pt x="0" y="210167"/>
                    <a:pt x="10943" y="199224"/>
                    <a:pt x="24461" y="199224"/>
                  </a:cubicBezTo>
                  <a:close/>
                  <a:moveTo>
                    <a:pt x="1285084" y="0"/>
                  </a:moveTo>
                  <a:cubicBezTo>
                    <a:pt x="1298601" y="0"/>
                    <a:pt x="1309544" y="10943"/>
                    <a:pt x="1309544" y="24460"/>
                  </a:cubicBezTo>
                  <a:cubicBezTo>
                    <a:pt x="1309544" y="37978"/>
                    <a:pt x="1298601" y="48921"/>
                    <a:pt x="1285084" y="48921"/>
                  </a:cubicBezTo>
                  <a:cubicBezTo>
                    <a:pt x="1271566" y="48921"/>
                    <a:pt x="1260623" y="37978"/>
                    <a:pt x="1260623" y="24460"/>
                  </a:cubicBezTo>
                  <a:cubicBezTo>
                    <a:pt x="1260623" y="10943"/>
                    <a:pt x="1271566" y="0"/>
                    <a:pt x="1285084" y="0"/>
                  </a:cubicBezTo>
                  <a:close/>
                  <a:moveTo>
                    <a:pt x="1074969" y="0"/>
                  </a:moveTo>
                  <a:cubicBezTo>
                    <a:pt x="1088487" y="0"/>
                    <a:pt x="1099430" y="10943"/>
                    <a:pt x="1099430" y="24460"/>
                  </a:cubicBezTo>
                  <a:cubicBezTo>
                    <a:pt x="1099430" y="37978"/>
                    <a:pt x="1088487" y="48921"/>
                    <a:pt x="1074969" y="48921"/>
                  </a:cubicBezTo>
                  <a:cubicBezTo>
                    <a:pt x="1061453" y="48921"/>
                    <a:pt x="1050510" y="37978"/>
                    <a:pt x="1050510" y="24460"/>
                  </a:cubicBezTo>
                  <a:cubicBezTo>
                    <a:pt x="1050510" y="10943"/>
                    <a:pt x="1061453" y="0"/>
                    <a:pt x="1074969" y="0"/>
                  </a:cubicBezTo>
                  <a:close/>
                  <a:moveTo>
                    <a:pt x="864857" y="0"/>
                  </a:moveTo>
                  <a:cubicBezTo>
                    <a:pt x="878375" y="0"/>
                    <a:pt x="889318" y="10943"/>
                    <a:pt x="889318" y="24460"/>
                  </a:cubicBezTo>
                  <a:cubicBezTo>
                    <a:pt x="889318" y="37978"/>
                    <a:pt x="878375" y="48921"/>
                    <a:pt x="864857" y="48921"/>
                  </a:cubicBezTo>
                  <a:cubicBezTo>
                    <a:pt x="851339" y="48921"/>
                    <a:pt x="840397" y="37978"/>
                    <a:pt x="840397" y="24460"/>
                  </a:cubicBezTo>
                  <a:cubicBezTo>
                    <a:pt x="840397" y="10943"/>
                    <a:pt x="851339" y="0"/>
                    <a:pt x="864857" y="0"/>
                  </a:cubicBezTo>
                  <a:close/>
                  <a:moveTo>
                    <a:pt x="654799" y="0"/>
                  </a:moveTo>
                  <a:cubicBezTo>
                    <a:pt x="668316" y="0"/>
                    <a:pt x="679259" y="10943"/>
                    <a:pt x="679259" y="24460"/>
                  </a:cubicBezTo>
                  <a:cubicBezTo>
                    <a:pt x="679259" y="37978"/>
                    <a:pt x="668316" y="48921"/>
                    <a:pt x="654799" y="48921"/>
                  </a:cubicBezTo>
                  <a:cubicBezTo>
                    <a:pt x="641281" y="48921"/>
                    <a:pt x="630338" y="37978"/>
                    <a:pt x="630338" y="24460"/>
                  </a:cubicBezTo>
                  <a:cubicBezTo>
                    <a:pt x="630338" y="10943"/>
                    <a:pt x="641281" y="0"/>
                    <a:pt x="654799" y="0"/>
                  </a:cubicBezTo>
                  <a:close/>
                  <a:moveTo>
                    <a:pt x="444686" y="0"/>
                  </a:moveTo>
                  <a:cubicBezTo>
                    <a:pt x="458203" y="0"/>
                    <a:pt x="469146" y="10943"/>
                    <a:pt x="469146" y="24460"/>
                  </a:cubicBezTo>
                  <a:cubicBezTo>
                    <a:pt x="469146" y="37978"/>
                    <a:pt x="458203" y="48921"/>
                    <a:pt x="444686" y="48921"/>
                  </a:cubicBezTo>
                  <a:cubicBezTo>
                    <a:pt x="431168" y="48921"/>
                    <a:pt x="420225" y="37978"/>
                    <a:pt x="420225" y="24460"/>
                  </a:cubicBezTo>
                  <a:cubicBezTo>
                    <a:pt x="420225" y="10943"/>
                    <a:pt x="431168" y="0"/>
                    <a:pt x="444686" y="0"/>
                  </a:cubicBezTo>
                  <a:close/>
                  <a:moveTo>
                    <a:pt x="234573" y="0"/>
                  </a:moveTo>
                  <a:cubicBezTo>
                    <a:pt x="248091" y="0"/>
                    <a:pt x="259034" y="10943"/>
                    <a:pt x="259034" y="24460"/>
                  </a:cubicBezTo>
                  <a:cubicBezTo>
                    <a:pt x="259034" y="37978"/>
                    <a:pt x="248091" y="48921"/>
                    <a:pt x="234573" y="48921"/>
                  </a:cubicBezTo>
                  <a:cubicBezTo>
                    <a:pt x="221055" y="48921"/>
                    <a:pt x="210113" y="37978"/>
                    <a:pt x="210113" y="24460"/>
                  </a:cubicBezTo>
                  <a:cubicBezTo>
                    <a:pt x="210113" y="10943"/>
                    <a:pt x="221055" y="0"/>
                    <a:pt x="234573" y="0"/>
                  </a:cubicBezTo>
                  <a:close/>
                  <a:moveTo>
                    <a:pt x="24461" y="0"/>
                  </a:moveTo>
                  <a:cubicBezTo>
                    <a:pt x="37978" y="0"/>
                    <a:pt x="48921" y="10943"/>
                    <a:pt x="48921" y="24460"/>
                  </a:cubicBezTo>
                  <a:cubicBezTo>
                    <a:pt x="48921" y="37978"/>
                    <a:pt x="37978" y="48921"/>
                    <a:pt x="24461" y="48921"/>
                  </a:cubicBezTo>
                  <a:cubicBezTo>
                    <a:pt x="10943" y="48921"/>
                    <a:pt x="0" y="37978"/>
                    <a:pt x="0" y="24460"/>
                  </a:cubicBezTo>
                  <a:cubicBezTo>
                    <a:pt x="0" y="10943"/>
                    <a:pt x="10943" y="0"/>
                    <a:pt x="24461" y="0"/>
                  </a:cubicBezTo>
                  <a:close/>
                </a:path>
              </a:pathLst>
            </a:custGeom>
            <a:solidFill>
              <a:schemeClr val="tx1"/>
            </a:solidFill>
            <a:ln w="5360" cap="flat">
              <a:noFill/>
              <a:prstDash val="solid"/>
              <a:miter/>
            </a:ln>
          </p:spPr>
          <p:txBody>
            <a:bodyPr rtlCol="0" anchor="ctr"/>
            <a:lstStyle/>
            <a:p>
              <a:endParaRPr lang="zh-CN" altLang="en-US"/>
            </a:p>
          </p:txBody>
        </p:sp>
        <p:sp>
          <p:nvSpPr>
            <p:cNvPr id="228" name="任意多边形: 形状 227"/>
            <p:cNvSpPr/>
            <p:nvPr/>
          </p:nvSpPr>
          <p:spPr>
            <a:xfrm>
              <a:off x="0" y="4246677"/>
              <a:ext cx="2540000" cy="2611323"/>
            </a:xfrm>
            <a:custGeom>
              <a:avLst/>
              <a:gdLst>
                <a:gd name="connsiteX0" fmla="*/ 1565300 w 2148799"/>
                <a:gd name="connsiteY0" fmla="*/ 0 h 2209137"/>
                <a:gd name="connsiteX1" fmla="*/ 1978391 w 2148799"/>
                <a:gd name="connsiteY1" fmla="*/ 170408 h 2209137"/>
                <a:gd name="connsiteX2" fmla="*/ 1978391 w 2148799"/>
                <a:gd name="connsiteY2" fmla="*/ 996590 h 2209137"/>
                <a:gd name="connsiteX3" fmla="*/ 765844 w 2148799"/>
                <a:gd name="connsiteY3" fmla="*/ 2209137 h 2209137"/>
                <a:gd name="connsiteX4" fmla="*/ 0 w 2148799"/>
                <a:gd name="connsiteY4" fmla="*/ 2209137 h 2209137"/>
                <a:gd name="connsiteX5" fmla="*/ 0 w 2148799"/>
                <a:gd name="connsiteY5" fmla="*/ 1322618 h 2209137"/>
                <a:gd name="connsiteX6" fmla="*/ 1152209 w 2148799"/>
                <a:gd name="connsiteY6" fmla="*/ 170408 h 2209137"/>
                <a:gd name="connsiteX7" fmla="*/ 1565300 w 2148799"/>
                <a:gd name="connsiteY7" fmla="*/ 0 h 220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48799" h="2209137">
                  <a:moveTo>
                    <a:pt x="1565300" y="0"/>
                  </a:moveTo>
                  <a:cubicBezTo>
                    <a:pt x="1715043" y="0"/>
                    <a:pt x="1864785" y="56803"/>
                    <a:pt x="1978391" y="170408"/>
                  </a:cubicBezTo>
                  <a:cubicBezTo>
                    <a:pt x="2205602" y="397620"/>
                    <a:pt x="2205602" y="769379"/>
                    <a:pt x="1978391" y="996590"/>
                  </a:cubicBezTo>
                  <a:lnTo>
                    <a:pt x="765844" y="2209137"/>
                  </a:lnTo>
                  <a:lnTo>
                    <a:pt x="0" y="2209137"/>
                  </a:lnTo>
                  <a:lnTo>
                    <a:pt x="0" y="1322618"/>
                  </a:lnTo>
                  <a:lnTo>
                    <a:pt x="1152209" y="170408"/>
                  </a:lnTo>
                  <a:cubicBezTo>
                    <a:pt x="1265815" y="56803"/>
                    <a:pt x="1415558" y="0"/>
                    <a:pt x="1565300" y="0"/>
                  </a:cubicBezTo>
                  <a:close/>
                </a:path>
              </a:pathLst>
            </a:custGeom>
            <a:gradFill flip="none" rotWithShape="1">
              <a:gsLst>
                <a:gs pos="0">
                  <a:schemeClr val="accent1">
                    <a:lumMod val="5000"/>
                    <a:lumOff val="95000"/>
                  </a:schemeClr>
                </a:gs>
                <a:gs pos="70000">
                  <a:schemeClr val="accent1">
                    <a:lumMod val="20000"/>
                    <a:lumOff val="80000"/>
                  </a:schemeClr>
                </a:gs>
              </a:gsLst>
              <a:lin ang="8100000" scaled="1"/>
              <a:tileRect/>
            </a:gradFill>
            <a:ln w="4342" cap="flat">
              <a:noFill/>
              <a:prstDash val="solid"/>
              <a:miter/>
            </a:ln>
            <a:effectLst>
              <a:outerShdw blurRad="292100" dist="63500" sx="103000" sy="103000" algn="tl" rotWithShape="0">
                <a:schemeClr val="accent1">
                  <a:lumMod val="50000"/>
                  <a:alpha val="17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zh-CN" altLang="en-US"/>
            </a:p>
          </p:txBody>
        </p:sp>
        <p:sp>
          <p:nvSpPr>
            <p:cNvPr id="213" name="任意多边形: 形状 212"/>
            <p:cNvSpPr/>
            <p:nvPr/>
          </p:nvSpPr>
          <p:spPr>
            <a:xfrm>
              <a:off x="971360" y="1098140"/>
              <a:ext cx="1309598" cy="1422244"/>
            </a:xfrm>
            <a:custGeom>
              <a:avLst/>
              <a:gdLst>
                <a:gd name="connsiteX0" fmla="*/ 1285137 w 1309598"/>
                <a:gd name="connsiteY0" fmla="*/ 1373323 h 1422244"/>
                <a:gd name="connsiteX1" fmla="*/ 1309598 w 1309598"/>
                <a:gd name="connsiteY1" fmla="*/ 1397783 h 1422244"/>
                <a:gd name="connsiteX2" fmla="*/ 1285137 w 1309598"/>
                <a:gd name="connsiteY2" fmla="*/ 1422244 h 1422244"/>
                <a:gd name="connsiteX3" fmla="*/ 1260677 w 1309598"/>
                <a:gd name="connsiteY3" fmla="*/ 1397783 h 1422244"/>
                <a:gd name="connsiteX4" fmla="*/ 1285137 w 1309598"/>
                <a:gd name="connsiteY4" fmla="*/ 1373323 h 1422244"/>
                <a:gd name="connsiteX5" fmla="*/ 1075024 w 1309598"/>
                <a:gd name="connsiteY5" fmla="*/ 1373323 h 1422244"/>
                <a:gd name="connsiteX6" fmla="*/ 1099485 w 1309598"/>
                <a:gd name="connsiteY6" fmla="*/ 1397783 h 1422244"/>
                <a:gd name="connsiteX7" fmla="*/ 1075024 w 1309598"/>
                <a:gd name="connsiteY7" fmla="*/ 1422244 h 1422244"/>
                <a:gd name="connsiteX8" fmla="*/ 1050564 w 1309598"/>
                <a:gd name="connsiteY8" fmla="*/ 1397783 h 1422244"/>
                <a:gd name="connsiteX9" fmla="*/ 1075024 w 1309598"/>
                <a:gd name="connsiteY9" fmla="*/ 1373323 h 1422244"/>
                <a:gd name="connsiteX10" fmla="*/ 864911 w 1309598"/>
                <a:gd name="connsiteY10" fmla="*/ 1373323 h 1422244"/>
                <a:gd name="connsiteX11" fmla="*/ 889372 w 1309598"/>
                <a:gd name="connsiteY11" fmla="*/ 1397783 h 1422244"/>
                <a:gd name="connsiteX12" fmla="*/ 864911 w 1309598"/>
                <a:gd name="connsiteY12" fmla="*/ 1422244 h 1422244"/>
                <a:gd name="connsiteX13" fmla="*/ 840451 w 1309598"/>
                <a:gd name="connsiteY13" fmla="*/ 1397783 h 1422244"/>
                <a:gd name="connsiteX14" fmla="*/ 864911 w 1309598"/>
                <a:gd name="connsiteY14" fmla="*/ 1373323 h 1422244"/>
                <a:gd name="connsiteX15" fmla="*/ 654798 w 1309598"/>
                <a:gd name="connsiteY15" fmla="*/ 1373323 h 1422244"/>
                <a:gd name="connsiteX16" fmla="*/ 679259 w 1309598"/>
                <a:gd name="connsiteY16" fmla="*/ 1397783 h 1422244"/>
                <a:gd name="connsiteX17" fmla="*/ 654798 w 1309598"/>
                <a:gd name="connsiteY17" fmla="*/ 1422244 h 1422244"/>
                <a:gd name="connsiteX18" fmla="*/ 630338 w 1309598"/>
                <a:gd name="connsiteY18" fmla="*/ 1397783 h 1422244"/>
                <a:gd name="connsiteX19" fmla="*/ 654798 w 1309598"/>
                <a:gd name="connsiteY19" fmla="*/ 1373323 h 1422244"/>
                <a:gd name="connsiteX20" fmla="*/ 444685 w 1309598"/>
                <a:gd name="connsiteY20" fmla="*/ 1373323 h 1422244"/>
                <a:gd name="connsiteX21" fmla="*/ 469146 w 1309598"/>
                <a:gd name="connsiteY21" fmla="*/ 1397783 h 1422244"/>
                <a:gd name="connsiteX22" fmla="*/ 444685 w 1309598"/>
                <a:gd name="connsiteY22" fmla="*/ 1422244 h 1422244"/>
                <a:gd name="connsiteX23" fmla="*/ 420225 w 1309598"/>
                <a:gd name="connsiteY23" fmla="*/ 1397783 h 1422244"/>
                <a:gd name="connsiteX24" fmla="*/ 444685 w 1309598"/>
                <a:gd name="connsiteY24" fmla="*/ 1373323 h 1422244"/>
                <a:gd name="connsiteX25" fmla="*/ 234573 w 1309598"/>
                <a:gd name="connsiteY25" fmla="*/ 1373323 h 1422244"/>
                <a:gd name="connsiteX26" fmla="*/ 259034 w 1309598"/>
                <a:gd name="connsiteY26" fmla="*/ 1397783 h 1422244"/>
                <a:gd name="connsiteX27" fmla="*/ 234573 w 1309598"/>
                <a:gd name="connsiteY27" fmla="*/ 1422244 h 1422244"/>
                <a:gd name="connsiteX28" fmla="*/ 210113 w 1309598"/>
                <a:gd name="connsiteY28" fmla="*/ 1397783 h 1422244"/>
                <a:gd name="connsiteX29" fmla="*/ 234573 w 1309598"/>
                <a:gd name="connsiteY29" fmla="*/ 1373323 h 1422244"/>
                <a:gd name="connsiteX30" fmla="*/ 24460 w 1309598"/>
                <a:gd name="connsiteY30" fmla="*/ 1373323 h 1422244"/>
                <a:gd name="connsiteX31" fmla="*/ 48921 w 1309598"/>
                <a:gd name="connsiteY31" fmla="*/ 1397783 h 1422244"/>
                <a:gd name="connsiteX32" fmla="*/ 24460 w 1309598"/>
                <a:gd name="connsiteY32" fmla="*/ 1422244 h 1422244"/>
                <a:gd name="connsiteX33" fmla="*/ 0 w 1309598"/>
                <a:gd name="connsiteY33" fmla="*/ 1397783 h 1422244"/>
                <a:gd name="connsiteX34" fmla="*/ 24460 w 1309598"/>
                <a:gd name="connsiteY34" fmla="*/ 1373323 h 1422244"/>
                <a:gd name="connsiteX35" fmla="*/ 1285137 w 1309598"/>
                <a:gd name="connsiteY35" fmla="*/ 1174099 h 1422244"/>
                <a:gd name="connsiteX36" fmla="*/ 1309598 w 1309598"/>
                <a:gd name="connsiteY36" fmla="*/ 1198559 h 1422244"/>
                <a:gd name="connsiteX37" fmla="*/ 1285137 w 1309598"/>
                <a:gd name="connsiteY37" fmla="*/ 1223020 h 1422244"/>
                <a:gd name="connsiteX38" fmla="*/ 1260677 w 1309598"/>
                <a:gd name="connsiteY38" fmla="*/ 1198559 h 1422244"/>
                <a:gd name="connsiteX39" fmla="*/ 1285137 w 1309598"/>
                <a:gd name="connsiteY39" fmla="*/ 1174099 h 1422244"/>
                <a:gd name="connsiteX40" fmla="*/ 1075024 w 1309598"/>
                <a:gd name="connsiteY40" fmla="*/ 1174099 h 1422244"/>
                <a:gd name="connsiteX41" fmla="*/ 1099485 w 1309598"/>
                <a:gd name="connsiteY41" fmla="*/ 1198559 h 1422244"/>
                <a:gd name="connsiteX42" fmla="*/ 1075024 w 1309598"/>
                <a:gd name="connsiteY42" fmla="*/ 1223020 h 1422244"/>
                <a:gd name="connsiteX43" fmla="*/ 1050564 w 1309598"/>
                <a:gd name="connsiteY43" fmla="*/ 1198559 h 1422244"/>
                <a:gd name="connsiteX44" fmla="*/ 1075024 w 1309598"/>
                <a:gd name="connsiteY44" fmla="*/ 1174099 h 1422244"/>
                <a:gd name="connsiteX45" fmla="*/ 864911 w 1309598"/>
                <a:gd name="connsiteY45" fmla="*/ 1174099 h 1422244"/>
                <a:gd name="connsiteX46" fmla="*/ 889372 w 1309598"/>
                <a:gd name="connsiteY46" fmla="*/ 1198559 h 1422244"/>
                <a:gd name="connsiteX47" fmla="*/ 864911 w 1309598"/>
                <a:gd name="connsiteY47" fmla="*/ 1223020 h 1422244"/>
                <a:gd name="connsiteX48" fmla="*/ 840451 w 1309598"/>
                <a:gd name="connsiteY48" fmla="*/ 1198559 h 1422244"/>
                <a:gd name="connsiteX49" fmla="*/ 864911 w 1309598"/>
                <a:gd name="connsiteY49" fmla="*/ 1174099 h 1422244"/>
                <a:gd name="connsiteX50" fmla="*/ 654798 w 1309598"/>
                <a:gd name="connsiteY50" fmla="*/ 1174099 h 1422244"/>
                <a:gd name="connsiteX51" fmla="*/ 679259 w 1309598"/>
                <a:gd name="connsiteY51" fmla="*/ 1198559 h 1422244"/>
                <a:gd name="connsiteX52" fmla="*/ 654798 w 1309598"/>
                <a:gd name="connsiteY52" fmla="*/ 1223020 h 1422244"/>
                <a:gd name="connsiteX53" fmla="*/ 630338 w 1309598"/>
                <a:gd name="connsiteY53" fmla="*/ 1198559 h 1422244"/>
                <a:gd name="connsiteX54" fmla="*/ 654798 w 1309598"/>
                <a:gd name="connsiteY54" fmla="*/ 1174099 h 1422244"/>
                <a:gd name="connsiteX55" fmla="*/ 444685 w 1309598"/>
                <a:gd name="connsiteY55" fmla="*/ 1174099 h 1422244"/>
                <a:gd name="connsiteX56" fmla="*/ 469146 w 1309598"/>
                <a:gd name="connsiteY56" fmla="*/ 1198559 h 1422244"/>
                <a:gd name="connsiteX57" fmla="*/ 444685 w 1309598"/>
                <a:gd name="connsiteY57" fmla="*/ 1223020 h 1422244"/>
                <a:gd name="connsiteX58" fmla="*/ 420225 w 1309598"/>
                <a:gd name="connsiteY58" fmla="*/ 1198559 h 1422244"/>
                <a:gd name="connsiteX59" fmla="*/ 444685 w 1309598"/>
                <a:gd name="connsiteY59" fmla="*/ 1174099 h 1422244"/>
                <a:gd name="connsiteX60" fmla="*/ 234573 w 1309598"/>
                <a:gd name="connsiteY60" fmla="*/ 1174099 h 1422244"/>
                <a:gd name="connsiteX61" fmla="*/ 259034 w 1309598"/>
                <a:gd name="connsiteY61" fmla="*/ 1198559 h 1422244"/>
                <a:gd name="connsiteX62" fmla="*/ 234573 w 1309598"/>
                <a:gd name="connsiteY62" fmla="*/ 1223020 h 1422244"/>
                <a:gd name="connsiteX63" fmla="*/ 210113 w 1309598"/>
                <a:gd name="connsiteY63" fmla="*/ 1198559 h 1422244"/>
                <a:gd name="connsiteX64" fmla="*/ 234573 w 1309598"/>
                <a:gd name="connsiteY64" fmla="*/ 1174099 h 1422244"/>
                <a:gd name="connsiteX65" fmla="*/ 24514 w 1309598"/>
                <a:gd name="connsiteY65" fmla="*/ 1174099 h 1422244"/>
                <a:gd name="connsiteX66" fmla="*/ 48921 w 1309598"/>
                <a:gd name="connsiteY66" fmla="*/ 1198559 h 1422244"/>
                <a:gd name="connsiteX67" fmla="*/ 24461 w 1309598"/>
                <a:gd name="connsiteY67" fmla="*/ 1223020 h 1422244"/>
                <a:gd name="connsiteX68" fmla="*/ 54 w 1309598"/>
                <a:gd name="connsiteY68" fmla="*/ 1198559 h 1422244"/>
                <a:gd name="connsiteX69" fmla="*/ 24514 w 1309598"/>
                <a:gd name="connsiteY69" fmla="*/ 1174099 h 1422244"/>
                <a:gd name="connsiteX70" fmla="*/ 1285137 w 1309598"/>
                <a:gd name="connsiteY70" fmla="*/ 974822 h 1422244"/>
                <a:gd name="connsiteX71" fmla="*/ 1309598 w 1309598"/>
                <a:gd name="connsiteY71" fmla="*/ 999282 h 1422244"/>
                <a:gd name="connsiteX72" fmla="*/ 1285137 w 1309598"/>
                <a:gd name="connsiteY72" fmla="*/ 1023743 h 1422244"/>
                <a:gd name="connsiteX73" fmla="*/ 1260677 w 1309598"/>
                <a:gd name="connsiteY73" fmla="*/ 999282 h 1422244"/>
                <a:gd name="connsiteX74" fmla="*/ 1285137 w 1309598"/>
                <a:gd name="connsiteY74" fmla="*/ 974822 h 1422244"/>
                <a:gd name="connsiteX75" fmla="*/ 1075024 w 1309598"/>
                <a:gd name="connsiteY75" fmla="*/ 974822 h 1422244"/>
                <a:gd name="connsiteX76" fmla="*/ 1099485 w 1309598"/>
                <a:gd name="connsiteY76" fmla="*/ 999282 h 1422244"/>
                <a:gd name="connsiteX77" fmla="*/ 1075024 w 1309598"/>
                <a:gd name="connsiteY77" fmla="*/ 1023743 h 1422244"/>
                <a:gd name="connsiteX78" fmla="*/ 1050564 w 1309598"/>
                <a:gd name="connsiteY78" fmla="*/ 999282 h 1422244"/>
                <a:gd name="connsiteX79" fmla="*/ 1075024 w 1309598"/>
                <a:gd name="connsiteY79" fmla="*/ 974822 h 1422244"/>
                <a:gd name="connsiteX80" fmla="*/ 864911 w 1309598"/>
                <a:gd name="connsiteY80" fmla="*/ 974822 h 1422244"/>
                <a:gd name="connsiteX81" fmla="*/ 889372 w 1309598"/>
                <a:gd name="connsiteY81" fmla="*/ 999282 h 1422244"/>
                <a:gd name="connsiteX82" fmla="*/ 864911 w 1309598"/>
                <a:gd name="connsiteY82" fmla="*/ 1023743 h 1422244"/>
                <a:gd name="connsiteX83" fmla="*/ 840451 w 1309598"/>
                <a:gd name="connsiteY83" fmla="*/ 999282 h 1422244"/>
                <a:gd name="connsiteX84" fmla="*/ 864911 w 1309598"/>
                <a:gd name="connsiteY84" fmla="*/ 974822 h 1422244"/>
                <a:gd name="connsiteX85" fmla="*/ 654798 w 1309598"/>
                <a:gd name="connsiteY85" fmla="*/ 974822 h 1422244"/>
                <a:gd name="connsiteX86" fmla="*/ 679259 w 1309598"/>
                <a:gd name="connsiteY86" fmla="*/ 999282 h 1422244"/>
                <a:gd name="connsiteX87" fmla="*/ 654798 w 1309598"/>
                <a:gd name="connsiteY87" fmla="*/ 1023743 h 1422244"/>
                <a:gd name="connsiteX88" fmla="*/ 630338 w 1309598"/>
                <a:gd name="connsiteY88" fmla="*/ 999282 h 1422244"/>
                <a:gd name="connsiteX89" fmla="*/ 654798 w 1309598"/>
                <a:gd name="connsiteY89" fmla="*/ 974822 h 1422244"/>
                <a:gd name="connsiteX90" fmla="*/ 444685 w 1309598"/>
                <a:gd name="connsiteY90" fmla="*/ 974822 h 1422244"/>
                <a:gd name="connsiteX91" fmla="*/ 469146 w 1309598"/>
                <a:gd name="connsiteY91" fmla="*/ 999282 h 1422244"/>
                <a:gd name="connsiteX92" fmla="*/ 444685 w 1309598"/>
                <a:gd name="connsiteY92" fmla="*/ 1023743 h 1422244"/>
                <a:gd name="connsiteX93" fmla="*/ 420225 w 1309598"/>
                <a:gd name="connsiteY93" fmla="*/ 999282 h 1422244"/>
                <a:gd name="connsiteX94" fmla="*/ 444685 w 1309598"/>
                <a:gd name="connsiteY94" fmla="*/ 974822 h 1422244"/>
                <a:gd name="connsiteX95" fmla="*/ 234573 w 1309598"/>
                <a:gd name="connsiteY95" fmla="*/ 974822 h 1422244"/>
                <a:gd name="connsiteX96" fmla="*/ 259034 w 1309598"/>
                <a:gd name="connsiteY96" fmla="*/ 999282 h 1422244"/>
                <a:gd name="connsiteX97" fmla="*/ 234573 w 1309598"/>
                <a:gd name="connsiteY97" fmla="*/ 1023743 h 1422244"/>
                <a:gd name="connsiteX98" fmla="*/ 210113 w 1309598"/>
                <a:gd name="connsiteY98" fmla="*/ 999282 h 1422244"/>
                <a:gd name="connsiteX99" fmla="*/ 234573 w 1309598"/>
                <a:gd name="connsiteY99" fmla="*/ 974822 h 1422244"/>
                <a:gd name="connsiteX100" fmla="*/ 24460 w 1309598"/>
                <a:gd name="connsiteY100" fmla="*/ 974822 h 1422244"/>
                <a:gd name="connsiteX101" fmla="*/ 48921 w 1309598"/>
                <a:gd name="connsiteY101" fmla="*/ 999282 h 1422244"/>
                <a:gd name="connsiteX102" fmla="*/ 24460 w 1309598"/>
                <a:gd name="connsiteY102" fmla="*/ 1023743 h 1422244"/>
                <a:gd name="connsiteX103" fmla="*/ 0 w 1309598"/>
                <a:gd name="connsiteY103" fmla="*/ 999282 h 1422244"/>
                <a:gd name="connsiteX104" fmla="*/ 24460 w 1309598"/>
                <a:gd name="connsiteY104" fmla="*/ 974822 h 1422244"/>
                <a:gd name="connsiteX105" fmla="*/ 1285137 w 1309598"/>
                <a:gd name="connsiteY105" fmla="*/ 775598 h 1422244"/>
                <a:gd name="connsiteX106" fmla="*/ 1309598 w 1309598"/>
                <a:gd name="connsiteY106" fmla="*/ 800058 h 1422244"/>
                <a:gd name="connsiteX107" fmla="*/ 1285137 w 1309598"/>
                <a:gd name="connsiteY107" fmla="*/ 824519 h 1422244"/>
                <a:gd name="connsiteX108" fmla="*/ 1260677 w 1309598"/>
                <a:gd name="connsiteY108" fmla="*/ 800058 h 1422244"/>
                <a:gd name="connsiteX109" fmla="*/ 1285137 w 1309598"/>
                <a:gd name="connsiteY109" fmla="*/ 775598 h 1422244"/>
                <a:gd name="connsiteX110" fmla="*/ 1075024 w 1309598"/>
                <a:gd name="connsiteY110" fmla="*/ 775598 h 1422244"/>
                <a:gd name="connsiteX111" fmla="*/ 1099485 w 1309598"/>
                <a:gd name="connsiteY111" fmla="*/ 800058 h 1422244"/>
                <a:gd name="connsiteX112" fmla="*/ 1075024 w 1309598"/>
                <a:gd name="connsiteY112" fmla="*/ 824519 h 1422244"/>
                <a:gd name="connsiteX113" fmla="*/ 1050564 w 1309598"/>
                <a:gd name="connsiteY113" fmla="*/ 800058 h 1422244"/>
                <a:gd name="connsiteX114" fmla="*/ 1075024 w 1309598"/>
                <a:gd name="connsiteY114" fmla="*/ 775598 h 1422244"/>
                <a:gd name="connsiteX115" fmla="*/ 864911 w 1309598"/>
                <a:gd name="connsiteY115" fmla="*/ 775598 h 1422244"/>
                <a:gd name="connsiteX116" fmla="*/ 889372 w 1309598"/>
                <a:gd name="connsiteY116" fmla="*/ 800058 h 1422244"/>
                <a:gd name="connsiteX117" fmla="*/ 864911 w 1309598"/>
                <a:gd name="connsiteY117" fmla="*/ 824519 h 1422244"/>
                <a:gd name="connsiteX118" fmla="*/ 840451 w 1309598"/>
                <a:gd name="connsiteY118" fmla="*/ 800058 h 1422244"/>
                <a:gd name="connsiteX119" fmla="*/ 864911 w 1309598"/>
                <a:gd name="connsiteY119" fmla="*/ 775598 h 1422244"/>
                <a:gd name="connsiteX120" fmla="*/ 654798 w 1309598"/>
                <a:gd name="connsiteY120" fmla="*/ 775598 h 1422244"/>
                <a:gd name="connsiteX121" fmla="*/ 679259 w 1309598"/>
                <a:gd name="connsiteY121" fmla="*/ 800058 h 1422244"/>
                <a:gd name="connsiteX122" fmla="*/ 654798 w 1309598"/>
                <a:gd name="connsiteY122" fmla="*/ 824519 h 1422244"/>
                <a:gd name="connsiteX123" fmla="*/ 630338 w 1309598"/>
                <a:gd name="connsiteY123" fmla="*/ 800058 h 1422244"/>
                <a:gd name="connsiteX124" fmla="*/ 654798 w 1309598"/>
                <a:gd name="connsiteY124" fmla="*/ 775598 h 1422244"/>
                <a:gd name="connsiteX125" fmla="*/ 444685 w 1309598"/>
                <a:gd name="connsiteY125" fmla="*/ 775598 h 1422244"/>
                <a:gd name="connsiteX126" fmla="*/ 469146 w 1309598"/>
                <a:gd name="connsiteY126" fmla="*/ 800058 h 1422244"/>
                <a:gd name="connsiteX127" fmla="*/ 444685 w 1309598"/>
                <a:gd name="connsiteY127" fmla="*/ 824519 h 1422244"/>
                <a:gd name="connsiteX128" fmla="*/ 420225 w 1309598"/>
                <a:gd name="connsiteY128" fmla="*/ 800058 h 1422244"/>
                <a:gd name="connsiteX129" fmla="*/ 444685 w 1309598"/>
                <a:gd name="connsiteY129" fmla="*/ 775598 h 1422244"/>
                <a:gd name="connsiteX130" fmla="*/ 234573 w 1309598"/>
                <a:gd name="connsiteY130" fmla="*/ 775598 h 1422244"/>
                <a:gd name="connsiteX131" fmla="*/ 259034 w 1309598"/>
                <a:gd name="connsiteY131" fmla="*/ 800058 h 1422244"/>
                <a:gd name="connsiteX132" fmla="*/ 234573 w 1309598"/>
                <a:gd name="connsiteY132" fmla="*/ 824519 h 1422244"/>
                <a:gd name="connsiteX133" fmla="*/ 210113 w 1309598"/>
                <a:gd name="connsiteY133" fmla="*/ 800058 h 1422244"/>
                <a:gd name="connsiteX134" fmla="*/ 234573 w 1309598"/>
                <a:gd name="connsiteY134" fmla="*/ 775598 h 1422244"/>
                <a:gd name="connsiteX135" fmla="*/ 24460 w 1309598"/>
                <a:gd name="connsiteY135" fmla="*/ 775598 h 1422244"/>
                <a:gd name="connsiteX136" fmla="*/ 48921 w 1309598"/>
                <a:gd name="connsiteY136" fmla="*/ 800058 h 1422244"/>
                <a:gd name="connsiteX137" fmla="*/ 24460 w 1309598"/>
                <a:gd name="connsiteY137" fmla="*/ 824519 h 1422244"/>
                <a:gd name="connsiteX138" fmla="*/ 0 w 1309598"/>
                <a:gd name="connsiteY138" fmla="*/ 800058 h 1422244"/>
                <a:gd name="connsiteX139" fmla="*/ 24460 w 1309598"/>
                <a:gd name="connsiteY139" fmla="*/ 775598 h 1422244"/>
                <a:gd name="connsiteX140" fmla="*/ 1285137 w 1309598"/>
                <a:gd name="connsiteY140" fmla="*/ 597778 h 1422244"/>
                <a:gd name="connsiteX141" fmla="*/ 1309598 w 1309598"/>
                <a:gd name="connsiteY141" fmla="*/ 622238 h 1422244"/>
                <a:gd name="connsiteX142" fmla="*/ 1285137 w 1309598"/>
                <a:gd name="connsiteY142" fmla="*/ 646699 h 1422244"/>
                <a:gd name="connsiteX143" fmla="*/ 1260677 w 1309598"/>
                <a:gd name="connsiteY143" fmla="*/ 622238 h 1422244"/>
                <a:gd name="connsiteX144" fmla="*/ 1285137 w 1309598"/>
                <a:gd name="connsiteY144" fmla="*/ 597778 h 1422244"/>
                <a:gd name="connsiteX145" fmla="*/ 1075024 w 1309598"/>
                <a:gd name="connsiteY145" fmla="*/ 597778 h 1422244"/>
                <a:gd name="connsiteX146" fmla="*/ 1099485 w 1309598"/>
                <a:gd name="connsiteY146" fmla="*/ 622238 h 1422244"/>
                <a:gd name="connsiteX147" fmla="*/ 1075024 w 1309598"/>
                <a:gd name="connsiteY147" fmla="*/ 646699 h 1422244"/>
                <a:gd name="connsiteX148" fmla="*/ 1050564 w 1309598"/>
                <a:gd name="connsiteY148" fmla="*/ 622238 h 1422244"/>
                <a:gd name="connsiteX149" fmla="*/ 1075024 w 1309598"/>
                <a:gd name="connsiteY149" fmla="*/ 597778 h 1422244"/>
                <a:gd name="connsiteX150" fmla="*/ 864911 w 1309598"/>
                <a:gd name="connsiteY150" fmla="*/ 597778 h 1422244"/>
                <a:gd name="connsiteX151" fmla="*/ 889372 w 1309598"/>
                <a:gd name="connsiteY151" fmla="*/ 622238 h 1422244"/>
                <a:gd name="connsiteX152" fmla="*/ 864911 w 1309598"/>
                <a:gd name="connsiteY152" fmla="*/ 646699 h 1422244"/>
                <a:gd name="connsiteX153" fmla="*/ 840451 w 1309598"/>
                <a:gd name="connsiteY153" fmla="*/ 622238 h 1422244"/>
                <a:gd name="connsiteX154" fmla="*/ 864911 w 1309598"/>
                <a:gd name="connsiteY154" fmla="*/ 597778 h 1422244"/>
                <a:gd name="connsiteX155" fmla="*/ 654798 w 1309598"/>
                <a:gd name="connsiteY155" fmla="*/ 597778 h 1422244"/>
                <a:gd name="connsiteX156" fmla="*/ 679259 w 1309598"/>
                <a:gd name="connsiteY156" fmla="*/ 622238 h 1422244"/>
                <a:gd name="connsiteX157" fmla="*/ 654798 w 1309598"/>
                <a:gd name="connsiteY157" fmla="*/ 646699 h 1422244"/>
                <a:gd name="connsiteX158" fmla="*/ 630338 w 1309598"/>
                <a:gd name="connsiteY158" fmla="*/ 622238 h 1422244"/>
                <a:gd name="connsiteX159" fmla="*/ 654798 w 1309598"/>
                <a:gd name="connsiteY159" fmla="*/ 597778 h 1422244"/>
                <a:gd name="connsiteX160" fmla="*/ 444685 w 1309598"/>
                <a:gd name="connsiteY160" fmla="*/ 597778 h 1422244"/>
                <a:gd name="connsiteX161" fmla="*/ 469146 w 1309598"/>
                <a:gd name="connsiteY161" fmla="*/ 622238 h 1422244"/>
                <a:gd name="connsiteX162" fmla="*/ 444685 w 1309598"/>
                <a:gd name="connsiteY162" fmla="*/ 646699 h 1422244"/>
                <a:gd name="connsiteX163" fmla="*/ 420225 w 1309598"/>
                <a:gd name="connsiteY163" fmla="*/ 622238 h 1422244"/>
                <a:gd name="connsiteX164" fmla="*/ 444685 w 1309598"/>
                <a:gd name="connsiteY164" fmla="*/ 597778 h 1422244"/>
                <a:gd name="connsiteX165" fmla="*/ 234573 w 1309598"/>
                <a:gd name="connsiteY165" fmla="*/ 597778 h 1422244"/>
                <a:gd name="connsiteX166" fmla="*/ 259034 w 1309598"/>
                <a:gd name="connsiteY166" fmla="*/ 622238 h 1422244"/>
                <a:gd name="connsiteX167" fmla="*/ 234573 w 1309598"/>
                <a:gd name="connsiteY167" fmla="*/ 646699 h 1422244"/>
                <a:gd name="connsiteX168" fmla="*/ 210113 w 1309598"/>
                <a:gd name="connsiteY168" fmla="*/ 622238 h 1422244"/>
                <a:gd name="connsiteX169" fmla="*/ 234573 w 1309598"/>
                <a:gd name="connsiteY169" fmla="*/ 597778 h 1422244"/>
                <a:gd name="connsiteX170" fmla="*/ 24514 w 1309598"/>
                <a:gd name="connsiteY170" fmla="*/ 597778 h 1422244"/>
                <a:gd name="connsiteX171" fmla="*/ 48921 w 1309598"/>
                <a:gd name="connsiteY171" fmla="*/ 622238 h 1422244"/>
                <a:gd name="connsiteX172" fmla="*/ 24461 w 1309598"/>
                <a:gd name="connsiteY172" fmla="*/ 646699 h 1422244"/>
                <a:gd name="connsiteX173" fmla="*/ 54 w 1309598"/>
                <a:gd name="connsiteY173" fmla="*/ 622238 h 1422244"/>
                <a:gd name="connsiteX174" fmla="*/ 24514 w 1309598"/>
                <a:gd name="connsiteY174" fmla="*/ 597778 h 1422244"/>
                <a:gd name="connsiteX175" fmla="*/ 1285137 w 1309598"/>
                <a:gd name="connsiteY175" fmla="*/ 398500 h 1422244"/>
                <a:gd name="connsiteX176" fmla="*/ 1309598 w 1309598"/>
                <a:gd name="connsiteY176" fmla="*/ 422960 h 1422244"/>
                <a:gd name="connsiteX177" fmla="*/ 1285137 w 1309598"/>
                <a:gd name="connsiteY177" fmla="*/ 447421 h 1422244"/>
                <a:gd name="connsiteX178" fmla="*/ 1260677 w 1309598"/>
                <a:gd name="connsiteY178" fmla="*/ 422960 h 1422244"/>
                <a:gd name="connsiteX179" fmla="*/ 1285137 w 1309598"/>
                <a:gd name="connsiteY179" fmla="*/ 398500 h 1422244"/>
                <a:gd name="connsiteX180" fmla="*/ 1075024 w 1309598"/>
                <a:gd name="connsiteY180" fmla="*/ 398500 h 1422244"/>
                <a:gd name="connsiteX181" fmla="*/ 1099485 w 1309598"/>
                <a:gd name="connsiteY181" fmla="*/ 422960 h 1422244"/>
                <a:gd name="connsiteX182" fmla="*/ 1075024 w 1309598"/>
                <a:gd name="connsiteY182" fmla="*/ 447421 h 1422244"/>
                <a:gd name="connsiteX183" fmla="*/ 1050564 w 1309598"/>
                <a:gd name="connsiteY183" fmla="*/ 422960 h 1422244"/>
                <a:gd name="connsiteX184" fmla="*/ 1075024 w 1309598"/>
                <a:gd name="connsiteY184" fmla="*/ 398500 h 1422244"/>
                <a:gd name="connsiteX185" fmla="*/ 864911 w 1309598"/>
                <a:gd name="connsiteY185" fmla="*/ 398500 h 1422244"/>
                <a:gd name="connsiteX186" fmla="*/ 889372 w 1309598"/>
                <a:gd name="connsiteY186" fmla="*/ 422960 h 1422244"/>
                <a:gd name="connsiteX187" fmla="*/ 864911 w 1309598"/>
                <a:gd name="connsiteY187" fmla="*/ 447421 h 1422244"/>
                <a:gd name="connsiteX188" fmla="*/ 840451 w 1309598"/>
                <a:gd name="connsiteY188" fmla="*/ 422960 h 1422244"/>
                <a:gd name="connsiteX189" fmla="*/ 864911 w 1309598"/>
                <a:gd name="connsiteY189" fmla="*/ 398500 h 1422244"/>
                <a:gd name="connsiteX190" fmla="*/ 654798 w 1309598"/>
                <a:gd name="connsiteY190" fmla="*/ 398500 h 1422244"/>
                <a:gd name="connsiteX191" fmla="*/ 679259 w 1309598"/>
                <a:gd name="connsiteY191" fmla="*/ 422960 h 1422244"/>
                <a:gd name="connsiteX192" fmla="*/ 654798 w 1309598"/>
                <a:gd name="connsiteY192" fmla="*/ 447421 h 1422244"/>
                <a:gd name="connsiteX193" fmla="*/ 630338 w 1309598"/>
                <a:gd name="connsiteY193" fmla="*/ 422960 h 1422244"/>
                <a:gd name="connsiteX194" fmla="*/ 654798 w 1309598"/>
                <a:gd name="connsiteY194" fmla="*/ 398500 h 1422244"/>
                <a:gd name="connsiteX195" fmla="*/ 444685 w 1309598"/>
                <a:gd name="connsiteY195" fmla="*/ 398500 h 1422244"/>
                <a:gd name="connsiteX196" fmla="*/ 469146 w 1309598"/>
                <a:gd name="connsiteY196" fmla="*/ 422960 h 1422244"/>
                <a:gd name="connsiteX197" fmla="*/ 444685 w 1309598"/>
                <a:gd name="connsiteY197" fmla="*/ 447421 h 1422244"/>
                <a:gd name="connsiteX198" fmla="*/ 420225 w 1309598"/>
                <a:gd name="connsiteY198" fmla="*/ 422960 h 1422244"/>
                <a:gd name="connsiteX199" fmla="*/ 444685 w 1309598"/>
                <a:gd name="connsiteY199" fmla="*/ 398500 h 1422244"/>
                <a:gd name="connsiteX200" fmla="*/ 234573 w 1309598"/>
                <a:gd name="connsiteY200" fmla="*/ 398500 h 1422244"/>
                <a:gd name="connsiteX201" fmla="*/ 259034 w 1309598"/>
                <a:gd name="connsiteY201" fmla="*/ 422960 h 1422244"/>
                <a:gd name="connsiteX202" fmla="*/ 234573 w 1309598"/>
                <a:gd name="connsiteY202" fmla="*/ 447421 h 1422244"/>
                <a:gd name="connsiteX203" fmla="*/ 210113 w 1309598"/>
                <a:gd name="connsiteY203" fmla="*/ 422960 h 1422244"/>
                <a:gd name="connsiteX204" fmla="*/ 234573 w 1309598"/>
                <a:gd name="connsiteY204" fmla="*/ 398500 h 1422244"/>
                <a:gd name="connsiteX205" fmla="*/ 24514 w 1309598"/>
                <a:gd name="connsiteY205" fmla="*/ 398500 h 1422244"/>
                <a:gd name="connsiteX206" fmla="*/ 48921 w 1309598"/>
                <a:gd name="connsiteY206" fmla="*/ 422960 h 1422244"/>
                <a:gd name="connsiteX207" fmla="*/ 24461 w 1309598"/>
                <a:gd name="connsiteY207" fmla="*/ 447421 h 1422244"/>
                <a:gd name="connsiteX208" fmla="*/ 54 w 1309598"/>
                <a:gd name="connsiteY208" fmla="*/ 422960 h 1422244"/>
                <a:gd name="connsiteX209" fmla="*/ 24514 w 1309598"/>
                <a:gd name="connsiteY209" fmla="*/ 398500 h 1422244"/>
                <a:gd name="connsiteX210" fmla="*/ 1285137 w 1309598"/>
                <a:gd name="connsiteY210" fmla="*/ 199223 h 1422244"/>
                <a:gd name="connsiteX211" fmla="*/ 1309598 w 1309598"/>
                <a:gd name="connsiteY211" fmla="*/ 223683 h 1422244"/>
                <a:gd name="connsiteX212" fmla="*/ 1285137 w 1309598"/>
                <a:gd name="connsiteY212" fmla="*/ 248144 h 1422244"/>
                <a:gd name="connsiteX213" fmla="*/ 1260677 w 1309598"/>
                <a:gd name="connsiteY213" fmla="*/ 223683 h 1422244"/>
                <a:gd name="connsiteX214" fmla="*/ 1285137 w 1309598"/>
                <a:gd name="connsiteY214" fmla="*/ 199223 h 1422244"/>
                <a:gd name="connsiteX215" fmla="*/ 1075024 w 1309598"/>
                <a:gd name="connsiteY215" fmla="*/ 199223 h 1422244"/>
                <a:gd name="connsiteX216" fmla="*/ 1099485 w 1309598"/>
                <a:gd name="connsiteY216" fmla="*/ 223683 h 1422244"/>
                <a:gd name="connsiteX217" fmla="*/ 1075024 w 1309598"/>
                <a:gd name="connsiteY217" fmla="*/ 248144 h 1422244"/>
                <a:gd name="connsiteX218" fmla="*/ 1050564 w 1309598"/>
                <a:gd name="connsiteY218" fmla="*/ 223683 h 1422244"/>
                <a:gd name="connsiteX219" fmla="*/ 1075024 w 1309598"/>
                <a:gd name="connsiteY219" fmla="*/ 199223 h 1422244"/>
                <a:gd name="connsiteX220" fmla="*/ 864911 w 1309598"/>
                <a:gd name="connsiteY220" fmla="*/ 199223 h 1422244"/>
                <a:gd name="connsiteX221" fmla="*/ 889372 w 1309598"/>
                <a:gd name="connsiteY221" fmla="*/ 223683 h 1422244"/>
                <a:gd name="connsiteX222" fmla="*/ 864911 w 1309598"/>
                <a:gd name="connsiteY222" fmla="*/ 248144 h 1422244"/>
                <a:gd name="connsiteX223" fmla="*/ 840451 w 1309598"/>
                <a:gd name="connsiteY223" fmla="*/ 223683 h 1422244"/>
                <a:gd name="connsiteX224" fmla="*/ 864911 w 1309598"/>
                <a:gd name="connsiteY224" fmla="*/ 199223 h 1422244"/>
                <a:gd name="connsiteX225" fmla="*/ 654798 w 1309598"/>
                <a:gd name="connsiteY225" fmla="*/ 199223 h 1422244"/>
                <a:gd name="connsiteX226" fmla="*/ 679259 w 1309598"/>
                <a:gd name="connsiteY226" fmla="*/ 223683 h 1422244"/>
                <a:gd name="connsiteX227" fmla="*/ 654798 w 1309598"/>
                <a:gd name="connsiteY227" fmla="*/ 248144 h 1422244"/>
                <a:gd name="connsiteX228" fmla="*/ 630338 w 1309598"/>
                <a:gd name="connsiteY228" fmla="*/ 223683 h 1422244"/>
                <a:gd name="connsiteX229" fmla="*/ 654798 w 1309598"/>
                <a:gd name="connsiteY229" fmla="*/ 199223 h 1422244"/>
                <a:gd name="connsiteX230" fmla="*/ 444685 w 1309598"/>
                <a:gd name="connsiteY230" fmla="*/ 199223 h 1422244"/>
                <a:gd name="connsiteX231" fmla="*/ 469146 w 1309598"/>
                <a:gd name="connsiteY231" fmla="*/ 223683 h 1422244"/>
                <a:gd name="connsiteX232" fmla="*/ 444685 w 1309598"/>
                <a:gd name="connsiteY232" fmla="*/ 248144 h 1422244"/>
                <a:gd name="connsiteX233" fmla="*/ 420225 w 1309598"/>
                <a:gd name="connsiteY233" fmla="*/ 223683 h 1422244"/>
                <a:gd name="connsiteX234" fmla="*/ 444685 w 1309598"/>
                <a:gd name="connsiteY234" fmla="*/ 199223 h 1422244"/>
                <a:gd name="connsiteX235" fmla="*/ 234573 w 1309598"/>
                <a:gd name="connsiteY235" fmla="*/ 199223 h 1422244"/>
                <a:gd name="connsiteX236" fmla="*/ 259034 w 1309598"/>
                <a:gd name="connsiteY236" fmla="*/ 223683 h 1422244"/>
                <a:gd name="connsiteX237" fmla="*/ 234573 w 1309598"/>
                <a:gd name="connsiteY237" fmla="*/ 248144 h 1422244"/>
                <a:gd name="connsiteX238" fmla="*/ 210113 w 1309598"/>
                <a:gd name="connsiteY238" fmla="*/ 223683 h 1422244"/>
                <a:gd name="connsiteX239" fmla="*/ 234573 w 1309598"/>
                <a:gd name="connsiteY239" fmla="*/ 199223 h 1422244"/>
                <a:gd name="connsiteX240" fmla="*/ 24514 w 1309598"/>
                <a:gd name="connsiteY240" fmla="*/ 199223 h 1422244"/>
                <a:gd name="connsiteX241" fmla="*/ 48921 w 1309598"/>
                <a:gd name="connsiteY241" fmla="*/ 223683 h 1422244"/>
                <a:gd name="connsiteX242" fmla="*/ 24461 w 1309598"/>
                <a:gd name="connsiteY242" fmla="*/ 248144 h 1422244"/>
                <a:gd name="connsiteX243" fmla="*/ 54 w 1309598"/>
                <a:gd name="connsiteY243" fmla="*/ 223683 h 1422244"/>
                <a:gd name="connsiteX244" fmla="*/ 24514 w 1309598"/>
                <a:gd name="connsiteY244" fmla="*/ 199223 h 1422244"/>
                <a:gd name="connsiteX245" fmla="*/ 1285137 w 1309598"/>
                <a:gd name="connsiteY245" fmla="*/ 0 h 1422244"/>
                <a:gd name="connsiteX246" fmla="*/ 1309598 w 1309598"/>
                <a:gd name="connsiteY246" fmla="*/ 24460 h 1422244"/>
                <a:gd name="connsiteX247" fmla="*/ 1285137 w 1309598"/>
                <a:gd name="connsiteY247" fmla="*/ 48921 h 1422244"/>
                <a:gd name="connsiteX248" fmla="*/ 1260677 w 1309598"/>
                <a:gd name="connsiteY248" fmla="*/ 24460 h 1422244"/>
                <a:gd name="connsiteX249" fmla="*/ 1285137 w 1309598"/>
                <a:gd name="connsiteY249" fmla="*/ 0 h 1422244"/>
                <a:gd name="connsiteX250" fmla="*/ 1075024 w 1309598"/>
                <a:gd name="connsiteY250" fmla="*/ 0 h 1422244"/>
                <a:gd name="connsiteX251" fmla="*/ 1099485 w 1309598"/>
                <a:gd name="connsiteY251" fmla="*/ 24460 h 1422244"/>
                <a:gd name="connsiteX252" fmla="*/ 1075024 w 1309598"/>
                <a:gd name="connsiteY252" fmla="*/ 48921 h 1422244"/>
                <a:gd name="connsiteX253" fmla="*/ 1050564 w 1309598"/>
                <a:gd name="connsiteY253" fmla="*/ 24460 h 1422244"/>
                <a:gd name="connsiteX254" fmla="*/ 1075024 w 1309598"/>
                <a:gd name="connsiteY254" fmla="*/ 0 h 1422244"/>
                <a:gd name="connsiteX255" fmla="*/ 864911 w 1309598"/>
                <a:gd name="connsiteY255" fmla="*/ 0 h 1422244"/>
                <a:gd name="connsiteX256" fmla="*/ 889372 w 1309598"/>
                <a:gd name="connsiteY256" fmla="*/ 24460 h 1422244"/>
                <a:gd name="connsiteX257" fmla="*/ 864911 w 1309598"/>
                <a:gd name="connsiteY257" fmla="*/ 48921 h 1422244"/>
                <a:gd name="connsiteX258" fmla="*/ 840451 w 1309598"/>
                <a:gd name="connsiteY258" fmla="*/ 24460 h 1422244"/>
                <a:gd name="connsiteX259" fmla="*/ 864911 w 1309598"/>
                <a:gd name="connsiteY259" fmla="*/ 0 h 1422244"/>
                <a:gd name="connsiteX260" fmla="*/ 654798 w 1309598"/>
                <a:gd name="connsiteY260" fmla="*/ 0 h 1422244"/>
                <a:gd name="connsiteX261" fmla="*/ 679259 w 1309598"/>
                <a:gd name="connsiteY261" fmla="*/ 24460 h 1422244"/>
                <a:gd name="connsiteX262" fmla="*/ 654798 w 1309598"/>
                <a:gd name="connsiteY262" fmla="*/ 48921 h 1422244"/>
                <a:gd name="connsiteX263" fmla="*/ 630338 w 1309598"/>
                <a:gd name="connsiteY263" fmla="*/ 24460 h 1422244"/>
                <a:gd name="connsiteX264" fmla="*/ 654798 w 1309598"/>
                <a:gd name="connsiteY264" fmla="*/ 0 h 1422244"/>
                <a:gd name="connsiteX265" fmla="*/ 444685 w 1309598"/>
                <a:gd name="connsiteY265" fmla="*/ 0 h 1422244"/>
                <a:gd name="connsiteX266" fmla="*/ 469146 w 1309598"/>
                <a:gd name="connsiteY266" fmla="*/ 24460 h 1422244"/>
                <a:gd name="connsiteX267" fmla="*/ 444685 w 1309598"/>
                <a:gd name="connsiteY267" fmla="*/ 48921 h 1422244"/>
                <a:gd name="connsiteX268" fmla="*/ 420225 w 1309598"/>
                <a:gd name="connsiteY268" fmla="*/ 24460 h 1422244"/>
                <a:gd name="connsiteX269" fmla="*/ 444685 w 1309598"/>
                <a:gd name="connsiteY269" fmla="*/ 0 h 1422244"/>
                <a:gd name="connsiteX270" fmla="*/ 234573 w 1309598"/>
                <a:gd name="connsiteY270" fmla="*/ 0 h 1422244"/>
                <a:gd name="connsiteX271" fmla="*/ 259034 w 1309598"/>
                <a:gd name="connsiteY271" fmla="*/ 24460 h 1422244"/>
                <a:gd name="connsiteX272" fmla="*/ 234573 w 1309598"/>
                <a:gd name="connsiteY272" fmla="*/ 48921 h 1422244"/>
                <a:gd name="connsiteX273" fmla="*/ 210113 w 1309598"/>
                <a:gd name="connsiteY273" fmla="*/ 24460 h 1422244"/>
                <a:gd name="connsiteX274" fmla="*/ 234573 w 1309598"/>
                <a:gd name="connsiteY274" fmla="*/ 0 h 1422244"/>
                <a:gd name="connsiteX275" fmla="*/ 24514 w 1309598"/>
                <a:gd name="connsiteY275" fmla="*/ 0 h 1422244"/>
                <a:gd name="connsiteX276" fmla="*/ 48921 w 1309598"/>
                <a:gd name="connsiteY276" fmla="*/ 24460 h 1422244"/>
                <a:gd name="connsiteX277" fmla="*/ 24461 w 1309598"/>
                <a:gd name="connsiteY277" fmla="*/ 48921 h 1422244"/>
                <a:gd name="connsiteX278" fmla="*/ 54 w 1309598"/>
                <a:gd name="connsiteY278" fmla="*/ 24460 h 1422244"/>
                <a:gd name="connsiteX279" fmla="*/ 24514 w 1309598"/>
                <a:gd name="connsiteY279" fmla="*/ 0 h 1422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Lst>
              <a:rect l="l" t="t" r="r" b="b"/>
              <a:pathLst>
                <a:path w="1309598" h="1422244">
                  <a:moveTo>
                    <a:pt x="1285137" y="1373323"/>
                  </a:moveTo>
                  <a:cubicBezTo>
                    <a:pt x="1298601" y="1373377"/>
                    <a:pt x="1309598" y="1384320"/>
                    <a:pt x="1309598" y="1397783"/>
                  </a:cubicBezTo>
                  <a:cubicBezTo>
                    <a:pt x="1309598" y="1411301"/>
                    <a:pt x="1298655" y="1422244"/>
                    <a:pt x="1285137" y="1422244"/>
                  </a:cubicBezTo>
                  <a:cubicBezTo>
                    <a:pt x="1271620" y="1422244"/>
                    <a:pt x="1260677" y="1411301"/>
                    <a:pt x="1260677" y="1397783"/>
                  </a:cubicBezTo>
                  <a:cubicBezTo>
                    <a:pt x="1260677" y="1384266"/>
                    <a:pt x="1271620" y="1373323"/>
                    <a:pt x="1285137" y="1373323"/>
                  </a:cubicBezTo>
                  <a:close/>
                  <a:moveTo>
                    <a:pt x="1075024" y="1373323"/>
                  </a:moveTo>
                  <a:cubicBezTo>
                    <a:pt x="1088542" y="1373377"/>
                    <a:pt x="1099485" y="1384320"/>
                    <a:pt x="1099485" y="1397783"/>
                  </a:cubicBezTo>
                  <a:cubicBezTo>
                    <a:pt x="1099485" y="1411301"/>
                    <a:pt x="1088542" y="1422244"/>
                    <a:pt x="1075024" y="1422244"/>
                  </a:cubicBezTo>
                  <a:cubicBezTo>
                    <a:pt x="1061507" y="1422244"/>
                    <a:pt x="1050564" y="1411301"/>
                    <a:pt x="1050564" y="1397783"/>
                  </a:cubicBezTo>
                  <a:cubicBezTo>
                    <a:pt x="1050564" y="1384266"/>
                    <a:pt x="1061507" y="1373323"/>
                    <a:pt x="1075024" y="1373323"/>
                  </a:cubicBezTo>
                  <a:close/>
                  <a:moveTo>
                    <a:pt x="864911" y="1373323"/>
                  </a:moveTo>
                  <a:cubicBezTo>
                    <a:pt x="878429" y="1373377"/>
                    <a:pt x="889372" y="1384320"/>
                    <a:pt x="889372" y="1397783"/>
                  </a:cubicBezTo>
                  <a:cubicBezTo>
                    <a:pt x="889372" y="1411301"/>
                    <a:pt x="878429" y="1422244"/>
                    <a:pt x="864911" y="1422244"/>
                  </a:cubicBezTo>
                  <a:cubicBezTo>
                    <a:pt x="851394" y="1422244"/>
                    <a:pt x="840451" y="1411301"/>
                    <a:pt x="840451" y="1397783"/>
                  </a:cubicBezTo>
                  <a:cubicBezTo>
                    <a:pt x="840451" y="1384266"/>
                    <a:pt x="851394" y="1373323"/>
                    <a:pt x="864911" y="1373323"/>
                  </a:cubicBezTo>
                  <a:close/>
                  <a:moveTo>
                    <a:pt x="654798" y="1373323"/>
                  </a:moveTo>
                  <a:cubicBezTo>
                    <a:pt x="668316" y="1373377"/>
                    <a:pt x="679259" y="1384320"/>
                    <a:pt x="679259" y="1397783"/>
                  </a:cubicBezTo>
                  <a:cubicBezTo>
                    <a:pt x="679259" y="1411301"/>
                    <a:pt x="668316" y="1422244"/>
                    <a:pt x="654798" y="1422244"/>
                  </a:cubicBezTo>
                  <a:cubicBezTo>
                    <a:pt x="641281" y="1422244"/>
                    <a:pt x="630338" y="1411301"/>
                    <a:pt x="630338" y="1397783"/>
                  </a:cubicBezTo>
                  <a:cubicBezTo>
                    <a:pt x="630338" y="1384266"/>
                    <a:pt x="641281" y="1373323"/>
                    <a:pt x="654798" y="1373323"/>
                  </a:cubicBezTo>
                  <a:close/>
                  <a:moveTo>
                    <a:pt x="444685" y="1373323"/>
                  </a:moveTo>
                  <a:cubicBezTo>
                    <a:pt x="458203" y="1373377"/>
                    <a:pt x="469146" y="1384320"/>
                    <a:pt x="469146" y="1397783"/>
                  </a:cubicBezTo>
                  <a:cubicBezTo>
                    <a:pt x="469146" y="1411301"/>
                    <a:pt x="458203" y="1422244"/>
                    <a:pt x="444685" y="1422244"/>
                  </a:cubicBezTo>
                  <a:cubicBezTo>
                    <a:pt x="431168" y="1422244"/>
                    <a:pt x="420225" y="1411301"/>
                    <a:pt x="420225" y="1397783"/>
                  </a:cubicBezTo>
                  <a:cubicBezTo>
                    <a:pt x="420225" y="1384266"/>
                    <a:pt x="431168" y="1373323"/>
                    <a:pt x="444685" y="1373323"/>
                  </a:cubicBezTo>
                  <a:close/>
                  <a:moveTo>
                    <a:pt x="234573" y="1373323"/>
                  </a:moveTo>
                  <a:cubicBezTo>
                    <a:pt x="248091" y="1373377"/>
                    <a:pt x="259034" y="1384320"/>
                    <a:pt x="259034" y="1397783"/>
                  </a:cubicBezTo>
                  <a:cubicBezTo>
                    <a:pt x="259034" y="1411301"/>
                    <a:pt x="248091" y="1422244"/>
                    <a:pt x="234573" y="1422244"/>
                  </a:cubicBezTo>
                  <a:cubicBezTo>
                    <a:pt x="221056" y="1422244"/>
                    <a:pt x="210113" y="1411301"/>
                    <a:pt x="210113" y="1397783"/>
                  </a:cubicBezTo>
                  <a:cubicBezTo>
                    <a:pt x="210113" y="1384266"/>
                    <a:pt x="221056" y="1373323"/>
                    <a:pt x="234573" y="1373323"/>
                  </a:cubicBezTo>
                  <a:close/>
                  <a:moveTo>
                    <a:pt x="24460" y="1373323"/>
                  </a:moveTo>
                  <a:cubicBezTo>
                    <a:pt x="37978" y="1373377"/>
                    <a:pt x="48921" y="1384320"/>
                    <a:pt x="48921" y="1397783"/>
                  </a:cubicBezTo>
                  <a:cubicBezTo>
                    <a:pt x="48921" y="1411301"/>
                    <a:pt x="37978" y="1422244"/>
                    <a:pt x="24460" y="1422244"/>
                  </a:cubicBezTo>
                  <a:cubicBezTo>
                    <a:pt x="10943" y="1422244"/>
                    <a:pt x="0" y="1411301"/>
                    <a:pt x="0" y="1397783"/>
                  </a:cubicBezTo>
                  <a:cubicBezTo>
                    <a:pt x="0" y="1384266"/>
                    <a:pt x="10943" y="1373323"/>
                    <a:pt x="24460" y="1373323"/>
                  </a:cubicBezTo>
                  <a:close/>
                  <a:moveTo>
                    <a:pt x="1285137" y="1174099"/>
                  </a:moveTo>
                  <a:cubicBezTo>
                    <a:pt x="1298601" y="1174099"/>
                    <a:pt x="1309598" y="1185042"/>
                    <a:pt x="1309598" y="1198559"/>
                  </a:cubicBezTo>
                  <a:cubicBezTo>
                    <a:pt x="1309598" y="1212077"/>
                    <a:pt x="1298655" y="1223020"/>
                    <a:pt x="1285137" y="1223020"/>
                  </a:cubicBezTo>
                  <a:cubicBezTo>
                    <a:pt x="1271620" y="1223020"/>
                    <a:pt x="1260677" y="1212077"/>
                    <a:pt x="1260677" y="1198559"/>
                  </a:cubicBezTo>
                  <a:cubicBezTo>
                    <a:pt x="1260677" y="1185042"/>
                    <a:pt x="1271620" y="1174099"/>
                    <a:pt x="1285137" y="1174099"/>
                  </a:cubicBezTo>
                  <a:close/>
                  <a:moveTo>
                    <a:pt x="1075024" y="1174099"/>
                  </a:moveTo>
                  <a:cubicBezTo>
                    <a:pt x="1088542" y="1174099"/>
                    <a:pt x="1099485" y="1185042"/>
                    <a:pt x="1099485" y="1198559"/>
                  </a:cubicBezTo>
                  <a:cubicBezTo>
                    <a:pt x="1099485" y="1212077"/>
                    <a:pt x="1088542" y="1223020"/>
                    <a:pt x="1075024" y="1223020"/>
                  </a:cubicBezTo>
                  <a:cubicBezTo>
                    <a:pt x="1061507" y="1223020"/>
                    <a:pt x="1050564" y="1212077"/>
                    <a:pt x="1050564" y="1198559"/>
                  </a:cubicBezTo>
                  <a:cubicBezTo>
                    <a:pt x="1050564" y="1185042"/>
                    <a:pt x="1061507" y="1174099"/>
                    <a:pt x="1075024" y="1174099"/>
                  </a:cubicBezTo>
                  <a:close/>
                  <a:moveTo>
                    <a:pt x="864911" y="1174099"/>
                  </a:moveTo>
                  <a:cubicBezTo>
                    <a:pt x="878429" y="1174099"/>
                    <a:pt x="889372" y="1185042"/>
                    <a:pt x="889372" y="1198559"/>
                  </a:cubicBezTo>
                  <a:cubicBezTo>
                    <a:pt x="889372" y="1212077"/>
                    <a:pt x="878429" y="1223020"/>
                    <a:pt x="864911" y="1223020"/>
                  </a:cubicBezTo>
                  <a:cubicBezTo>
                    <a:pt x="851394" y="1223020"/>
                    <a:pt x="840451" y="1212077"/>
                    <a:pt x="840451" y="1198559"/>
                  </a:cubicBezTo>
                  <a:cubicBezTo>
                    <a:pt x="840451" y="1185042"/>
                    <a:pt x="851394" y="1174099"/>
                    <a:pt x="864911" y="1174099"/>
                  </a:cubicBezTo>
                  <a:close/>
                  <a:moveTo>
                    <a:pt x="654798" y="1174099"/>
                  </a:moveTo>
                  <a:cubicBezTo>
                    <a:pt x="668316" y="1174099"/>
                    <a:pt x="679259" y="1185042"/>
                    <a:pt x="679259" y="1198559"/>
                  </a:cubicBezTo>
                  <a:cubicBezTo>
                    <a:pt x="679259" y="1212077"/>
                    <a:pt x="668316" y="1223020"/>
                    <a:pt x="654798" y="1223020"/>
                  </a:cubicBezTo>
                  <a:cubicBezTo>
                    <a:pt x="641281" y="1223020"/>
                    <a:pt x="630338" y="1212077"/>
                    <a:pt x="630338" y="1198559"/>
                  </a:cubicBezTo>
                  <a:cubicBezTo>
                    <a:pt x="630338" y="1185042"/>
                    <a:pt x="641281" y="1174099"/>
                    <a:pt x="654798" y="1174099"/>
                  </a:cubicBezTo>
                  <a:close/>
                  <a:moveTo>
                    <a:pt x="444685" y="1174099"/>
                  </a:moveTo>
                  <a:cubicBezTo>
                    <a:pt x="458203" y="1174099"/>
                    <a:pt x="469146" y="1185042"/>
                    <a:pt x="469146" y="1198559"/>
                  </a:cubicBezTo>
                  <a:cubicBezTo>
                    <a:pt x="469146" y="1212077"/>
                    <a:pt x="458203" y="1223020"/>
                    <a:pt x="444685" y="1223020"/>
                  </a:cubicBezTo>
                  <a:cubicBezTo>
                    <a:pt x="431168" y="1223020"/>
                    <a:pt x="420225" y="1212077"/>
                    <a:pt x="420225" y="1198559"/>
                  </a:cubicBezTo>
                  <a:cubicBezTo>
                    <a:pt x="420225" y="1185042"/>
                    <a:pt x="431168" y="1174099"/>
                    <a:pt x="444685" y="1174099"/>
                  </a:cubicBezTo>
                  <a:close/>
                  <a:moveTo>
                    <a:pt x="234573" y="1174099"/>
                  </a:moveTo>
                  <a:cubicBezTo>
                    <a:pt x="248091" y="1174099"/>
                    <a:pt x="259034" y="1185042"/>
                    <a:pt x="259034" y="1198559"/>
                  </a:cubicBezTo>
                  <a:cubicBezTo>
                    <a:pt x="259034" y="1212077"/>
                    <a:pt x="248091" y="1223020"/>
                    <a:pt x="234573" y="1223020"/>
                  </a:cubicBezTo>
                  <a:cubicBezTo>
                    <a:pt x="221056" y="1223020"/>
                    <a:pt x="210113" y="1212077"/>
                    <a:pt x="210113" y="1198559"/>
                  </a:cubicBezTo>
                  <a:cubicBezTo>
                    <a:pt x="210113" y="1185042"/>
                    <a:pt x="221056" y="1174099"/>
                    <a:pt x="234573" y="1174099"/>
                  </a:cubicBezTo>
                  <a:close/>
                  <a:moveTo>
                    <a:pt x="24514" y="1174099"/>
                  </a:moveTo>
                  <a:cubicBezTo>
                    <a:pt x="37978" y="1174099"/>
                    <a:pt x="48921" y="1185042"/>
                    <a:pt x="48921" y="1198559"/>
                  </a:cubicBezTo>
                  <a:cubicBezTo>
                    <a:pt x="48921" y="1212077"/>
                    <a:pt x="37978" y="1223020"/>
                    <a:pt x="24461" y="1223020"/>
                  </a:cubicBezTo>
                  <a:cubicBezTo>
                    <a:pt x="10997" y="1223020"/>
                    <a:pt x="54" y="1212077"/>
                    <a:pt x="54" y="1198559"/>
                  </a:cubicBezTo>
                  <a:cubicBezTo>
                    <a:pt x="54" y="1185042"/>
                    <a:pt x="10997" y="1174099"/>
                    <a:pt x="24514" y="1174099"/>
                  </a:cubicBezTo>
                  <a:close/>
                  <a:moveTo>
                    <a:pt x="1285137" y="974822"/>
                  </a:moveTo>
                  <a:cubicBezTo>
                    <a:pt x="1298601" y="974876"/>
                    <a:pt x="1309598" y="985818"/>
                    <a:pt x="1309598" y="999282"/>
                  </a:cubicBezTo>
                  <a:cubicBezTo>
                    <a:pt x="1309598" y="1012800"/>
                    <a:pt x="1298655" y="1023743"/>
                    <a:pt x="1285137" y="1023743"/>
                  </a:cubicBezTo>
                  <a:cubicBezTo>
                    <a:pt x="1271620" y="1023743"/>
                    <a:pt x="1260677" y="1012800"/>
                    <a:pt x="1260677" y="999282"/>
                  </a:cubicBezTo>
                  <a:cubicBezTo>
                    <a:pt x="1260677" y="985765"/>
                    <a:pt x="1271620" y="974822"/>
                    <a:pt x="1285137" y="974822"/>
                  </a:cubicBezTo>
                  <a:close/>
                  <a:moveTo>
                    <a:pt x="1075024" y="974822"/>
                  </a:moveTo>
                  <a:cubicBezTo>
                    <a:pt x="1088542" y="974876"/>
                    <a:pt x="1099485" y="985818"/>
                    <a:pt x="1099485" y="999282"/>
                  </a:cubicBezTo>
                  <a:cubicBezTo>
                    <a:pt x="1099485" y="1012800"/>
                    <a:pt x="1088542" y="1023743"/>
                    <a:pt x="1075024" y="1023743"/>
                  </a:cubicBezTo>
                  <a:cubicBezTo>
                    <a:pt x="1061507" y="1023743"/>
                    <a:pt x="1050564" y="1012800"/>
                    <a:pt x="1050564" y="999282"/>
                  </a:cubicBezTo>
                  <a:cubicBezTo>
                    <a:pt x="1050564" y="985765"/>
                    <a:pt x="1061507" y="974822"/>
                    <a:pt x="1075024" y="974822"/>
                  </a:cubicBezTo>
                  <a:close/>
                  <a:moveTo>
                    <a:pt x="864911" y="974822"/>
                  </a:moveTo>
                  <a:cubicBezTo>
                    <a:pt x="878429" y="974876"/>
                    <a:pt x="889372" y="985818"/>
                    <a:pt x="889372" y="999282"/>
                  </a:cubicBezTo>
                  <a:cubicBezTo>
                    <a:pt x="889372" y="1012800"/>
                    <a:pt x="878429" y="1023743"/>
                    <a:pt x="864911" y="1023743"/>
                  </a:cubicBezTo>
                  <a:cubicBezTo>
                    <a:pt x="851394" y="1023743"/>
                    <a:pt x="840451" y="1012800"/>
                    <a:pt x="840451" y="999282"/>
                  </a:cubicBezTo>
                  <a:cubicBezTo>
                    <a:pt x="840451" y="985765"/>
                    <a:pt x="851394" y="974822"/>
                    <a:pt x="864911" y="974822"/>
                  </a:cubicBezTo>
                  <a:close/>
                  <a:moveTo>
                    <a:pt x="654798" y="974822"/>
                  </a:moveTo>
                  <a:cubicBezTo>
                    <a:pt x="668316" y="974876"/>
                    <a:pt x="679259" y="985818"/>
                    <a:pt x="679259" y="999282"/>
                  </a:cubicBezTo>
                  <a:cubicBezTo>
                    <a:pt x="679259" y="1012800"/>
                    <a:pt x="668316" y="1023743"/>
                    <a:pt x="654798" y="1023743"/>
                  </a:cubicBezTo>
                  <a:cubicBezTo>
                    <a:pt x="641281" y="1023743"/>
                    <a:pt x="630338" y="1012800"/>
                    <a:pt x="630338" y="999282"/>
                  </a:cubicBezTo>
                  <a:cubicBezTo>
                    <a:pt x="630338" y="985765"/>
                    <a:pt x="641281" y="974822"/>
                    <a:pt x="654798" y="974822"/>
                  </a:cubicBezTo>
                  <a:close/>
                  <a:moveTo>
                    <a:pt x="444685" y="974822"/>
                  </a:moveTo>
                  <a:cubicBezTo>
                    <a:pt x="458203" y="974876"/>
                    <a:pt x="469146" y="985818"/>
                    <a:pt x="469146" y="999282"/>
                  </a:cubicBezTo>
                  <a:cubicBezTo>
                    <a:pt x="469146" y="1012800"/>
                    <a:pt x="458203" y="1023743"/>
                    <a:pt x="444685" y="1023743"/>
                  </a:cubicBezTo>
                  <a:cubicBezTo>
                    <a:pt x="431168" y="1023743"/>
                    <a:pt x="420225" y="1012800"/>
                    <a:pt x="420225" y="999282"/>
                  </a:cubicBezTo>
                  <a:cubicBezTo>
                    <a:pt x="420225" y="985765"/>
                    <a:pt x="431168" y="974822"/>
                    <a:pt x="444685" y="974822"/>
                  </a:cubicBezTo>
                  <a:close/>
                  <a:moveTo>
                    <a:pt x="234573" y="974822"/>
                  </a:moveTo>
                  <a:cubicBezTo>
                    <a:pt x="248091" y="974876"/>
                    <a:pt x="259034" y="985818"/>
                    <a:pt x="259034" y="999282"/>
                  </a:cubicBezTo>
                  <a:cubicBezTo>
                    <a:pt x="259034" y="1012800"/>
                    <a:pt x="248091" y="1023743"/>
                    <a:pt x="234573" y="1023743"/>
                  </a:cubicBezTo>
                  <a:cubicBezTo>
                    <a:pt x="221056" y="1023743"/>
                    <a:pt x="210113" y="1012800"/>
                    <a:pt x="210113" y="999282"/>
                  </a:cubicBezTo>
                  <a:cubicBezTo>
                    <a:pt x="210113" y="985765"/>
                    <a:pt x="221056" y="974822"/>
                    <a:pt x="234573" y="974822"/>
                  </a:cubicBezTo>
                  <a:close/>
                  <a:moveTo>
                    <a:pt x="24460" y="974822"/>
                  </a:moveTo>
                  <a:cubicBezTo>
                    <a:pt x="37978" y="974876"/>
                    <a:pt x="48921" y="985818"/>
                    <a:pt x="48921" y="999282"/>
                  </a:cubicBezTo>
                  <a:cubicBezTo>
                    <a:pt x="48921" y="1012800"/>
                    <a:pt x="37978" y="1023743"/>
                    <a:pt x="24460" y="1023743"/>
                  </a:cubicBezTo>
                  <a:cubicBezTo>
                    <a:pt x="10943" y="1023743"/>
                    <a:pt x="0" y="1012800"/>
                    <a:pt x="0" y="999282"/>
                  </a:cubicBezTo>
                  <a:cubicBezTo>
                    <a:pt x="0" y="985765"/>
                    <a:pt x="10943" y="974822"/>
                    <a:pt x="24460" y="974822"/>
                  </a:cubicBezTo>
                  <a:close/>
                  <a:moveTo>
                    <a:pt x="1285137" y="775598"/>
                  </a:moveTo>
                  <a:cubicBezTo>
                    <a:pt x="1298601" y="775598"/>
                    <a:pt x="1309598" y="786541"/>
                    <a:pt x="1309598" y="800058"/>
                  </a:cubicBezTo>
                  <a:cubicBezTo>
                    <a:pt x="1309598" y="813576"/>
                    <a:pt x="1298655" y="824519"/>
                    <a:pt x="1285137" y="824519"/>
                  </a:cubicBezTo>
                  <a:cubicBezTo>
                    <a:pt x="1271620" y="824519"/>
                    <a:pt x="1260677" y="813576"/>
                    <a:pt x="1260677" y="800058"/>
                  </a:cubicBezTo>
                  <a:cubicBezTo>
                    <a:pt x="1260677" y="786541"/>
                    <a:pt x="1271620" y="775598"/>
                    <a:pt x="1285137" y="775598"/>
                  </a:cubicBezTo>
                  <a:close/>
                  <a:moveTo>
                    <a:pt x="1075024" y="775598"/>
                  </a:moveTo>
                  <a:cubicBezTo>
                    <a:pt x="1088542" y="775598"/>
                    <a:pt x="1099485" y="786541"/>
                    <a:pt x="1099485" y="800058"/>
                  </a:cubicBezTo>
                  <a:cubicBezTo>
                    <a:pt x="1099485" y="813576"/>
                    <a:pt x="1088542" y="824519"/>
                    <a:pt x="1075024" y="824519"/>
                  </a:cubicBezTo>
                  <a:cubicBezTo>
                    <a:pt x="1061507" y="824519"/>
                    <a:pt x="1050564" y="813576"/>
                    <a:pt x="1050564" y="800058"/>
                  </a:cubicBezTo>
                  <a:cubicBezTo>
                    <a:pt x="1050564" y="786541"/>
                    <a:pt x="1061507" y="775598"/>
                    <a:pt x="1075024" y="775598"/>
                  </a:cubicBezTo>
                  <a:close/>
                  <a:moveTo>
                    <a:pt x="864911" y="775598"/>
                  </a:moveTo>
                  <a:cubicBezTo>
                    <a:pt x="878429" y="775598"/>
                    <a:pt x="889372" y="786541"/>
                    <a:pt x="889372" y="800058"/>
                  </a:cubicBezTo>
                  <a:cubicBezTo>
                    <a:pt x="889372" y="813576"/>
                    <a:pt x="878429" y="824519"/>
                    <a:pt x="864911" y="824519"/>
                  </a:cubicBezTo>
                  <a:cubicBezTo>
                    <a:pt x="851394" y="824519"/>
                    <a:pt x="840451" y="813576"/>
                    <a:pt x="840451" y="800058"/>
                  </a:cubicBezTo>
                  <a:cubicBezTo>
                    <a:pt x="840451" y="786541"/>
                    <a:pt x="851394" y="775598"/>
                    <a:pt x="864911" y="775598"/>
                  </a:cubicBezTo>
                  <a:close/>
                  <a:moveTo>
                    <a:pt x="654798" y="775598"/>
                  </a:moveTo>
                  <a:cubicBezTo>
                    <a:pt x="668316" y="775598"/>
                    <a:pt x="679259" y="786541"/>
                    <a:pt x="679259" y="800058"/>
                  </a:cubicBezTo>
                  <a:cubicBezTo>
                    <a:pt x="679259" y="813576"/>
                    <a:pt x="668316" y="824519"/>
                    <a:pt x="654798" y="824519"/>
                  </a:cubicBezTo>
                  <a:cubicBezTo>
                    <a:pt x="641281" y="824519"/>
                    <a:pt x="630338" y="813576"/>
                    <a:pt x="630338" y="800058"/>
                  </a:cubicBezTo>
                  <a:cubicBezTo>
                    <a:pt x="630338" y="786541"/>
                    <a:pt x="641281" y="775598"/>
                    <a:pt x="654798" y="775598"/>
                  </a:cubicBezTo>
                  <a:close/>
                  <a:moveTo>
                    <a:pt x="444685" y="775598"/>
                  </a:moveTo>
                  <a:cubicBezTo>
                    <a:pt x="458203" y="775598"/>
                    <a:pt x="469146" y="786541"/>
                    <a:pt x="469146" y="800058"/>
                  </a:cubicBezTo>
                  <a:cubicBezTo>
                    <a:pt x="469146" y="813576"/>
                    <a:pt x="458203" y="824519"/>
                    <a:pt x="444685" y="824519"/>
                  </a:cubicBezTo>
                  <a:cubicBezTo>
                    <a:pt x="431168" y="824519"/>
                    <a:pt x="420225" y="813576"/>
                    <a:pt x="420225" y="800058"/>
                  </a:cubicBezTo>
                  <a:cubicBezTo>
                    <a:pt x="420225" y="786541"/>
                    <a:pt x="431168" y="775598"/>
                    <a:pt x="444685" y="775598"/>
                  </a:cubicBezTo>
                  <a:close/>
                  <a:moveTo>
                    <a:pt x="234573" y="775598"/>
                  </a:moveTo>
                  <a:cubicBezTo>
                    <a:pt x="248091" y="775598"/>
                    <a:pt x="259034" y="786541"/>
                    <a:pt x="259034" y="800058"/>
                  </a:cubicBezTo>
                  <a:cubicBezTo>
                    <a:pt x="259034" y="813576"/>
                    <a:pt x="248091" y="824519"/>
                    <a:pt x="234573" y="824519"/>
                  </a:cubicBezTo>
                  <a:cubicBezTo>
                    <a:pt x="221056" y="824519"/>
                    <a:pt x="210113" y="813576"/>
                    <a:pt x="210113" y="800058"/>
                  </a:cubicBezTo>
                  <a:cubicBezTo>
                    <a:pt x="210113" y="786541"/>
                    <a:pt x="221056" y="775598"/>
                    <a:pt x="234573" y="775598"/>
                  </a:cubicBezTo>
                  <a:close/>
                  <a:moveTo>
                    <a:pt x="24460" y="775598"/>
                  </a:moveTo>
                  <a:cubicBezTo>
                    <a:pt x="37978" y="775598"/>
                    <a:pt x="48921" y="786541"/>
                    <a:pt x="48921" y="800058"/>
                  </a:cubicBezTo>
                  <a:cubicBezTo>
                    <a:pt x="48921" y="813576"/>
                    <a:pt x="37978" y="824519"/>
                    <a:pt x="24460" y="824519"/>
                  </a:cubicBezTo>
                  <a:cubicBezTo>
                    <a:pt x="10943" y="824519"/>
                    <a:pt x="0" y="813576"/>
                    <a:pt x="0" y="800058"/>
                  </a:cubicBezTo>
                  <a:cubicBezTo>
                    <a:pt x="0" y="786541"/>
                    <a:pt x="10943" y="775598"/>
                    <a:pt x="24460" y="775598"/>
                  </a:cubicBezTo>
                  <a:close/>
                  <a:moveTo>
                    <a:pt x="1285137" y="597778"/>
                  </a:moveTo>
                  <a:cubicBezTo>
                    <a:pt x="1298601" y="597778"/>
                    <a:pt x="1309598" y="608721"/>
                    <a:pt x="1309598" y="622238"/>
                  </a:cubicBezTo>
                  <a:cubicBezTo>
                    <a:pt x="1309598" y="635756"/>
                    <a:pt x="1298655" y="646699"/>
                    <a:pt x="1285137" y="646699"/>
                  </a:cubicBezTo>
                  <a:cubicBezTo>
                    <a:pt x="1271620" y="646699"/>
                    <a:pt x="1260677" y="635756"/>
                    <a:pt x="1260677" y="622238"/>
                  </a:cubicBezTo>
                  <a:cubicBezTo>
                    <a:pt x="1260677" y="608721"/>
                    <a:pt x="1271620" y="597778"/>
                    <a:pt x="1285137" y="597778"/>
                  </a:cubicBezTo>
                  <a:close/>
                  <a:moveTo>
                    <a:pt x="1075024" y="597778"/>
                  </a:moveTo>
                  <a:cubicBezTo>
                    <a:pt x="1088542" y="597778"/>
                    <a:pt x="1099485" y="608721"/>
                    <a:pt x="1099485" y="622238"/>
                  </a:cubicBezTo>
                  <a:cubicBezTo>
                    <a:pt x="1099485" y="635756"/>
                    <a:pt x="1088542" y="646699"/>
                    <a:pt x="1075024" y="646699"/>
                  </a:cubicBezTo>
                  <a:cubicBezTo>
                    <a:pt x="1061507" y="646699"/>
                    <a:pt x="1050564" y="635756"/>
                    <a:pt x="1050564" y="622238"/>
                  </a:cubicBezTo>
                  <a:cubicBezTo>
                    <a:pt x="1050564" y="608721"/>
                    <a:pt x="1061507" y="597778"/>
                    <a:pt x="1075024" y="597778"/>
                  </a:cubicBezTo>
                  <a:close/>
                  <a:moveTo>
                    <a:pt x="864911" y="597778"/>
                  </a:moveTo>
                  <a:cubicBezTo>
                    <a:pt x="878429" y="597778"/>
                    <a:pt x="889372" y="608721"/>
                    <a:pt x="889372" y="622238"/>
                  </a:cubicBezTo>
                  <a:cubicBezTo>
                    <a:pt x="889372" y="635756"/>
                    <a:pt x="878429" y="646699"/>
                    <a:pt x="864911" y="646699"/>
                  </a:cubicBezTo>
                  <a:cubicBezTo>
                    <a:pt x="851394" y="646699"/>
                    <a:pt x="840451" y="635756"/>
                    <a:pt x="840451" y="622238"/>
                  </a:cubicBezTo>
                  <a:cubicBezTo>
                    <a:pt x="840451" y="608721"/>
                    <a:pt x="851394" y="597778"/>
                    <a:pt x="864911" y="597778"/>
                  </a:cubicBezTo>
                  <a:close/>
                  <a:moveTo>
                    <a:pt x="654798" y="597778"/>
                  </a:moveTo>
                  <a:cubicBezTo>
                    <a:pt x="668316" y="597778"/>
                    <a:pt x="679259" y="608721"/>
                    <a:pt x="679259" y="622238"/>
                  </a:cubicBezTo>
                  <a:cubicBezTo>
                    <a:pt x="679259" y="635756"/>
                    <a:pt x="668316" y="646699"/>
                    <a:pt x="654798" y="646699"/>
                  </a:cubicBezTo>
                  <a:cubicBezTo>
                    <a:pt x="641281" y="646699"/>
                    <a:pt x="630338" y="635756"/>
                    <a:pt x="630338" y="622238"/>
                  </a:cubicBezTo>
                  <a:cubicBezTo>
                    <a:pt x="630338" y="608721"/>
                    <a:pt x="641281" y="597778"/>
                    <a:pt x="654798" y="597778"/>
                  </a:cubicBezTo>
                  <a:close/>
                  <a:moveTo>
                    <a:pt x="444685" y="597778"/>
                  </a:moveTo>
                  <a:cubicBezTo>
                    <a:pt x="458203" y="597778"/>
                    <a:pt x="469146" y="608721"/>
                    <a:pt x="469146" y="622238"/>
                  </a:cubicBezTo>
                  <a:cubicBezTo>
                    <a:pt x="469146" y="635756"/>
                    <a:pt x="458203" y="646699"/>
                    <a:pt x="444685" y="646699"/>
                  </a:cubicBezTo>
                  <a:cubicBezTo>
                    <a:pt x="431168" y="646699"/>
                    <a:pt x="420225" y="635756"/>
                    <a:pt x="420225" y="622238"/>
                  </a:cubicBezTo>
                  <a:cubicBezTo>
                    <a:pt x="420225" y="608721"/>
                    <a:pt x="431168" y="597778"/>
                    <a:pt x="444685" y="597778"/>
                  </a:cubicBezTo>
                  <a:close/>
                  <a:moveTo>
                    <a:pt x="234573" y="597778"/>
                  </a:moveTo>
                  <a:cubicBezTo>
                    <a:pt x="248091" y="597778"/>
                    <a:pt x="259034" y="608721"/>
                    <a:pt x="259034" y="622238"/>
                  </a:cubicBezTo>
                  <a:cubicBezTo>
                    <a:pt x="259034" y="635756"/>
                    <a:pt x="248091" y="646699"/>
                    <a:pt x="234573" y="646699"/>
                  </a:cubicBezTo>
                  <a:cubicBezTo>
                    <a:pt x="221056" y="646699"/>
                    <a:pt x="210113" y="635756"/>
                    <a:pt x="210113" y="622238"/>
                  </a:cubicBezTo>
                  <a:cubicBezTo>
                    <a:pt x="210113" y="608721"/>
                    <a:pt x="221056" y="597778"/>
                    <a:pt x="234573" y="597778"/>
                  </a:cubicBezTo>
                  <a:close/>
                  <a:moveTo>
                    <a:pt x="24514" y="597778"/>
                  </a:moveTo>
                  <a:cubicBezTo>
                    <a:pt x="37978" y="597778"/>
                    <a:pt x="48921" y="608721"/>
                    <a:pt x="48921" y="622238"/>
                  </a:cubicBezTo>
                  <a:cubicBezTo>
                    <a:pt x="48921" y="635756"/>
                    <a:pt x="37978" y="646699"/>
                    <a:pt x="24461" y="646699"/>
                  </a:cubicBezTo>
                  <a:cubicBezTo>
                    <a:pt x="10997" y="646645"/>
                    <a:pt x="54" y="635702"/>
                    <a:pt x="54" y="622238"/>
                  </a:cubicBezTo>
                  <a:cubicBezTo>
                    <a:pt x="54" y="608721"/>
                    <a:pt x="10997" y="597778"/>
                    <a:pt x="24514" y="597778"/>
                  </a:cubicBezTo>
                  <a:close/>
                  <a:moveTo>
                    <a:pt x="1285137" y="398500"/>
                  </a:moveTo>
                  <a:cubicBezTo>
                    <a:pt x="1298601" y="398500"/>
                    <a:pt x="1309598" y="409443"/>
                    <a:pt x="1309598" y="422960"/>
                  </a:cubicBezTo>
                  <a:cubicBezTo>
                    <a:pt x="1309598" y="436478"/>
                    <a:pt x="1298655" y="447421"/>
                    <a:pt x="1285137" y="447421"/>
                  </a:cubicBezTo>
                  <a:cubicBezTo>
                    <a:pt x="1271620" y="447421"/>
                    <a:pt x="1260677" y="436478"/>
                    <a:pt x="1260677" y="422960"/>
                  </a:cubicBezTo>
                  <a:cubicBezTo>
                    <a:pt x="1260677" y="409443"/>
                    <a:pt x="1271620" y="398500"/>
                    <a:pt x="1285137" y="398500"/>
                  </a:cubicBezTo>
                  <a:close/>
                  <a:moveTo>
                    <a:pt x="1075024" y="398500"/>
                  </a:moveTo>
                  <a:cubicBezTo>
                    <a:pt x="1088542" y="398500"/>
                    <a:pt x="1099485" y="409443"/>
                    <a:pt x="1099485" y="422960"/>
                  </a:cubicBezTo>
                  <a:cubicBezTo>
                    <a:pt x="1099485" y="436478"/>
                    <a:pt x="1088542" y="447421"/>
                    <a:pt x="1075024" y="447421"/>
                  </a:cubicBezTo>
                  <a:cubicBezTo>
                    <a:pt x="1061507" y="447421"/>
                    <a:pt x="1050564" y="436478"/>
                    <a:pt x="1050564" y="422960"/>
                  </a:cubicBezTo>
                  <a:cubicBezTo>
                    <a:pt x="1050564" y="409443"/>
                    <a:pt x="1061507" y="398500"/>
                    <a:pt x="1075024" y="398500"/>
                  </a:cubicBezTo>
                  <a:close/>
                  <a:moveTo>
                    <a:pt x="864911" y="398500"/>
                  </a:moveTo>
                  <a:cubicBezTo>
                    <a:pt x="878429" y="398500"/>
                    <a:pt x="889372" y="409443"/>
                    <a:pt x="889372" y="422960"/>
                  </a:cubicBezTo>
                  <a:cubicBezTo>
                    <a:pt x="889372" y="436478"/>
                    <a:pt x="878429" y="447421"/>
                    <a:pt x="864911" y="447421"/>
                  </a:cubicBezTo>
                  <a:cubicBezTo>
                    <a:pt x="851394" y="447421"/>
                    <a:pt x="840451" y="436478"/>
                    <a:pt x="840451" y="422960"/>
                  </a:cubicBezTo>
                  <a:cubicBezTo>
                    <a:pt x="840451" y="409443"/>
                    <a:pt x="851394" y="398500"/>
                    <a:pt x="864911" y="398500"/>
                  </a:cubicBezTo>
                  <a:close/>
                  <a:moveTo>
                    <a:pt x="654798" y="398500"/>
                  </a:moveTo>
                  <a:cubicBezTo>
                    <a:pt x="668316" y="398500"/>
                    <a:pt x="679259" y="409443"/>
                    <a:pt x="679259" y="422960"/>
                  </a:cubicBezTo>
                  <a:cubicBezTo>
                    <a:pt x="679259" y="436478"/>
                    <a:pt x="668316" y="447421"/>
                    <a:pt x="654798" y="447421"/>
                  </a:cubicBezTo>
                  <a:cubicBezTo>
                    <a:pt x="641281" y="447421"/>
                    <a:pt x="630338" y="436478"/>
                    <a:pt x="630338" y="422960"/>
                  </a:cubicBezTo>
                  <a:cubicBezTo>
                    <a:pt x="630338" y="409443"/>
                    <a:pt x="641281" y="398500"/>
                    <a:pt x="654798" y="398500"/>
                  </a:cubicBezTo>
                  <a:close/>
                  <a:moveTo>
                    <a:pt x="444685" y="398500"/>
                  </a:moveTo>
                  <a:cubicBezTo>
                    <a:pt x="458203" y="398500"/>
                    <a:pt x="469146" y="409443"/>
                    <a:pt x="469146" y="422960"/>
                  </a:cubicBezTo>
                  <a:cubicBezTo>
                    <a:pt x="469146" y="436478"/>
                    <a:pt x="458203" y="447421"/>
                    <a:pt x="444685" y="447421"/>
                  </a:cubicBezTo>
                  <a:cubicBezTo>
                    <a:pt x="431168" y="447421"/>
                    <a:pt x="420225" y="436478"/>
                    <a:pt x="420225" y="422960"/>
                  </a:cubicBezTo>
                  <a:cubicBezTo>
                    <a:pt x="420225" y="409443"/>
                    <a:pt x="431168" y="398500"/>
                    <a:pt x="444685" y="398500"/>
                  </a:cubicBezTo>
                  <a:close/>
                  <a:moveTo>
                    <a:pt x="234573" y="398500"/>
                  </a:moveTo>
                  <a:cubicBezTo>
                    <a:pt x="248091" y="398500"/>
                    <a:pt x="259034" y="409443"/>
                    <a:pt x="259034" y="422960"/>
                  </a:cubicBezTo>
                  <a:cubicBezTo>
                    <a:pt x="259034" y="436478"/>
                    <a:pt x="248091" y="447421"/>
                    <a:pt x="234573" y="447421"/>
                  </a:cubicBezTo>
                  <a:cubicBezTo>
                    <a:pt x="221056" y="447421"/>
                    <a:pt x="210113" y="436478"/>
                    <a:pt x="210113" y="422960"/>
                  </a:cubicBezTo>
                  <a:cubicBezTo>
                    <a:pt x="210113" y="409443"/>
                    <a:pt x="221056" y="398500"/>
                    <a:pt x="234573" y="398500"/>
                  </a:cubicBezTo>
                  <a:close/>
                  <a:moveTo>
                    <a:pt x="24514" y="398500"/>
                  </a:moveTo>
                  <a:cubicBezTo>
                    <a:pt x="37978" y="398500"/>
                    <a:pt x="48921" y="409443"/>
                    <a:pt x="48921" y="422960"/>
                  </a:cubicBezTo>
                  <a:cubicBezTo>
                    <a:pt x="48921" y="436478"/>
                    <a:pt x="37978" y="447421"/>
                    <a:pt x="24461" y="447421"/>
                  </a:cubicBezTo>
                  <a:cubicBezTo>
                    <a:pt x="10997" y="447421"/>
                    <a:pt x="54" y="436478"/>
                    <a:pt x="54" y="422960"/>
                  </a:cubicBezTo>
                  <a:cubicBezTo>
                    <a:pt x="54" y="409443"/>
                    <a:pt x="10997" y="398500"/>
                    <a:pt x="24514" y="398500"/>
                  </a:cubicBezTo>
                  <a:close/>
                  <a:moveTo>
                    <a:pt x="1285137" y="199223"/>
                  </a:moveTo>
                  <a:cubicBezTo>
                    <a:pt x="1298601" y="199277"/>
                    <a:pt x="1309598" y="210219"/>
                    <a:pt x="1309598" y="223683"/>
                  </a:cubicBezTo>
                  <a:cubicBezTo>
                    <a:pt x="1309598" y="237201"/>
                    <a:pt x="1298655" y="248144"/>
                    <a:pt x="1285137" y="248144"/>
                  </a:cubicBezTo>
                  <a:cubicBezTo>
                    <a:pt x="1271620" y="248144"/>
                    <a:pt x="1260677" y="237201"/>
                    <a:pt x="1260677" y="223683"/>
                  </a:cubicBezTo>
                  <a:cubicBezTo>
                    <a:pt x="1260677" y="210166"/>
                    <a:pt x="1271620" y="199223"/>
                    <a:pt x="1285137" y="199223"/>
                  </a:cubicBezTo>
                  <a:close/>
                  <a:moveTo>
                    <a:pt x="1075024" y="199223"/>
                  </a:moveTo>
                  <a:cubicBezTo>
                    <a:pt x="1088542" y="199277"/>
                    <a:pt x="1099485" y="210219"/>
                    <a:pt x="1099485" y="223683"/>
                  </a:cubicBezTo>
                  <a:cubicBezTo>
                    <a:pt x="1099485" y="237201"/>
                    <a:pt x="1088542" y="248144"/>
                    <a:pt x="1075024" y="248144"/>
                  </a:cubicBezTo>
                  <a:cubicBezTo>
                    <a:pt x="1061507" y="248144"/>
                    <a:pt x="1050564" y="237201"/>
                    <a:pt x="1050564" y="223683"/>
                  </a:cubicBezTo>
                  <a:cubicBezTo>
                    <a:pt x="1050564" y="210166"/>
                    <a:pt x="1061507" y="199223"/>
                    <a:pt x="1075024" y="199223"/>
                  </a:cubicBezTo>
                  <a:close/>
                  <a:moveTo>
                    <a:pt x="864911" y="199223"/>
                  </a:moveTo>
                  <a:cubicBezTo>
                    <a:pt x="878429" y="199277"/>
                    <a:pt x="889372" y="210219"/>
                    <a:pt x="889372" y="223683"/>
                  </a:cubicBezTo>
                  <a:cubicBezTo>
                    <a:pt x="889372" y="237201"/>
                    <a:pt x="878429" y="248144"/>
                    <a:pt x="864911" y="248144"/>
                  </a:cubicBezTo>
                  <a:cubicBezTo>
                    <a:pt x="851394" y="248144"/>
                    <a:pt x="840451" y="237201"/>
                    <a:pt x="840451" y="223683"/>
                  </a:cubicBezTo>
                  <a:cubicBezTo>
                    <a:pt x="840451" y="210166"/>
                    <a:pt x="851394" y="199223"/>
                    <a:pt x="864911" y="199223"/>
                  </a:cubicBezTo>
                  <a:close/>
                  <a:moveTo>
                    <a:pt x="654798" y="199223"/>
                  </a:moveTo>
                  <a:cubicBezTo>
                    <a:pt x="668316" y="199277"/>
                    <a:pt x="679259" y="210219"/>
                    <a:pt x="679259" y="223683"/>
                  </a:cubicBezTo>
                  <a:cubicBezTo>
                    <a:pt x="679259" y="237201"/>
                    <a:pt x="668316" y="248144"/>
                    <a:pt x="654798" y="248144"/>
                  </a:cubicBezTo>
                  <a:cubicBezTo>
                    <a:pt x="641281" y="248144"/>
                    <a:pt x="630338" y="237201"/>
                    <a:pt x="630338" y="223683"/>
                  </a:cubicBezTo>
                  <a:cubicBezTo>
                    <a:pt x="630338" y="210166"/>
                    <a:pt x="641281" y="199223"/>
                    <a:pt x="654798" y="199223"/>
                  </a:cubicBezTo>
                  <a:close/>
                  <a:moveTo>
                    <a:pt x="444685" y="199223"/>
                  </a:moveTo>
                  <a:cubicBezTo>
                    <a:pt x="458203" y="199277"/>
                    <a:pt x="469146" y="210219"/>
                    <a:pt x="469146" y="223683"/>
                  </a:cubicBezTo>
                  <a:cubicBezTo>
                    <a:pt x="469146" y="237201"/>
                    <a:pt x="458203" y="248144"/>
                    <a:pt x="444685" y="248144"/>
                  </a:cubicBezTo>
                  <a:cubicBezTo>
                    <a:pt x="431168" y="248144"/>
                    <a:pt x="420225" y="237201"/>
                    <a:pt x="420225" y="223683"/>
                  </a:cubicBezTo>
                  <a:cubicBezTo>
                    <a:pt x="420225" y="210166"/>
                    <a:pt x="431168" y="199223"/>
                    <a:pt x="444685" y="199223"/>
                  </a:cubicBezTo>
                  <a:close/>
                  <a:moveTo>
                    <a:pt x="234573" y="199223"/>
                  </a:moveTo>
                  <a:cubicBezTo>
                    <a:pt x="248091" y="199277"/>
                    <a:pt x="259034" y="210219"/>
                    <a:pt x="259034" y="223683"/>
                  </a:cubicBezTo>
                  <a:cubicBezTo>
                    <a:pt x="259034" y="237201"/>
                    <a:pt x="248091" y="248144"/>
                    <a:pt x="234573" y="248144"/>
                  </a:cubicBezTo>
                  <a:cubicBezTo>
                    <a:pt x="221056" y="248144"/>
                    <a:pt x="210113" y="237201"/>
                    <a:pt x="210113" y="223683"/>
                  </a:cubicBezTo>
                  <a:cubicBezTo>
                    <a:pt x="210113" y="210166"/>
                    <a:pt x="221056" y="199223"/>
                    <a:pt x="234573" y="199223"/>
                  </a:cubicBezTo>
                  <a:close/>
                  <a:moveTo>
                    <a:pt x="24514" y="199223"/>
                  </a:moveTo>
                  <a:cubicBezTo>
                    <a:pt x="37978" y="199277"/>
                    <a:pt x="48921" y="210219"/>
                    <a:pt x="48921" y="223683"/>
                  </a:cubicBezTo>
                  <a:cubicBezTo>
                    <a:pt x="48921" y="237201"/>
                    <a:pt x="37978" y="248144"/>
                    <a:pt x="24461" y="248144"/>
                  </a:cubicBezTo>
                  <a:cubicBezTo>
                    <a:pt x="10997" y="248144"/>
                    <a:pt x="54" y="237201"/>
                    <a:pt x="54" y="223683"/>
                  </a:cubicBezTo>
                  <a:cubicBezTo>
                    <a:pt x="54" y="210166"/>
                    <a:pt x="10997" y="199223"/>
                    <a:pt x="24514" y="199223"/>
                  </a:cubicBezTo>
                  <a:close/>
                  <a:moveTo>
                    <a:pt x="1285137" y="0"/>
                  </a:moveTo>
                  <a:cubicBezTo>
                    <a:pt x="1298601" y="0"/>
                    <a:pt x="1309598" y="10943"/>
                    <a:pt x="1309598" y="24460"/>
                  </a:cubicBezTo>
                  <a:cubicBezTo>
                    <a:pt x="1309598" y="37978"/>
                    <a:pt x="1298655" y="48921"/>
                    <a:pt x="1285137" y="48921"/>
                  </a:cubicBezTo>
                  <a:cubicBezTo>
                    <a:pt x="1271620" y="48921"/>
                    <a:pt x="1260677" y="37978"/>
                    <a:pt x="1260677" y="24460"/>
                  </a:cubicBezTo>
                  <a:cubicBezTo>
                    <a:pt x="1260677" y="10943"/>
                    <a:pt x="1271620" y="0"/>
                    <a:pt x="1285137" y="0"/>
                  </a:cubicBezTo>
                  <a:close/>
                  <a:moveTo>
                    <a:pt x="1075024" y="0"/>
                  </a:moveTo>
                  <a:cubicBezTo>
                    <a:pt x="1088542" y="0"/>
                    <a:pt x="1099485" y="10943"/>
                    <a:pt x="1099485" y="24460"/>
                  </a:cubicBezTo>
                  <a:cubicBezTo>
                    <a:pt x="1099485" y="37978"/>
                    <a:pt x="1088542" y="48921"/>
                    <a:pt x="1075024" y="48921"/>
                  </a:cubicBezTo>
                  <a:cubicBezTo>
                    <a:pt x="1061507" y="48921"/>
                    <a:pt x="1050564" y="37978"/>
                    <a:pt x="1050564" y="24460"/>
                  </a:cubicBezTo>
                  <a:cubicBezTo>
                    <a:pt x="1050564" y="10943"/>
                    <a:pt x="1061507" y="0"/>
                    <a:pt x="1075024" y="0"/>
                  </a:cubicBezTo>
                  <a:close/>
                  <a:moveTo>
                    <a:pt x="864911" y="0"/>
                  </a:moveTo>
                  <a:cubicBezTo>
                    <a:pt x="878429" y="0"/>
                    <a:pt x="889372" y="10943"/>
                    <a:pt x="889372" y="24460"/>
                  </a:cubicBezTo>
                  <a:cubicBezTo>
                    <a:pt x="889372" y="37978"/>
                    <a:pt x="878429" y="48921"/>
                    <a:pt x="864911" y="48921"/>
                  </a:cubicBezTo>
                  <a:cubicBezTo>
                    <a:pt x="851394" y="48921"/>
                    <a:pt x="840451" y="37978"/>
                    <a:pt x="840451" y="24460"/>
                  </a:cubicBezTo>
                  <a:cubicBezTo>
                    <a:pt x="840451" y="10943"/>
                    <a:pt x="851394" y="0"/>
                    <a:pt x="864911" y="0"/>
                  </a:cubicBezTo>
                  <a:close/>
                  <a:moveTo>
                    <a:pt x="654798" y="0"/>
                  </a:moveTo>
                  <a:cubicBezTo>
                    <a:pt x="668316" y="0"/>
                    <a:pt x="679259" y="10943"/>
                    <a:pt x="679259" y="24460"/>
                  </a:cubicBezTo>
                  <a:cubicBezTo>
                    <a:pt x="679259" y="37978"/>
                    <a:pt x="668316" y="48921"/>
                    <a:pt x="654798" y="48921"/>
                  </a:cubicBezTo>
                  <a:cubicBezTo>
                    <a:pt x="641281" y="48921"/>
                    <a:pt x="630338" y="37978"/>
                    <a:pt x="630338" y="24460"/>
                  </a:cubicBezTo>
                  <a:cubicBezTo>
                    <a:pt x="630338" y="10943"/>
                    <a:pt x="641281" y="0"/>
                    <a:pt x="654798" y="0"/>
                  </a:cubicBezTo>
                  <a:close/>
                  <a:moveTo>
                    <a:pt x="444685" y="0"/>
                  </a:moveTo>
                  <a:cubicBezTo>
                    <a:pt x="458203" y="0"/>
                    <a:pt x="469146" y="10943"/>
                    <a:pt x="469146" y="24460"/>
                  </a:cubicBezTo>
                  <a:cubicBezTo>
                    <a:pt x="469146" y="37978"/>
                    <a:pt x="458203" y="48921"/>
                    <a:pt x="444685" y="48921"/>
                  </a:cubicBezTo>
                  <a:cubicBezTo>
                    <a:pt x="431168" y="48921"/>
                    <a:pt x="420225" y="37978"/>
                    <a:pt x="420225" y="24460"/>
                  </a:cubicBezTo>
                  <a:cubicBezTo>
                    <a:pt x="420225" y="10943"/>
                    <a:pt x="431168" y="0"/>
                    <a:pt x="444685" y="0"/>
                  </a:cubicBezTo>
                  <a:close/>
                  <a:moveTo>
                    <a:pt x="234573" y="0"/>
                  </a:moveTo>
                  <a:cubicBezTo>
                    <a:pt x="248091" y="0"/>
                    <a:pt x="259034" y="10943"/>
                    <a:pt x="259034" y="24460"/>
                  </a:cubicBezTo>
                  <a:cubicBezTo>
                    <a:pt x="259034" y="37978"/>
                    <a:pt x="248091" y="48921"/>
                    <a:pt x="234573" y="48921"/>
                  </a:cubicBezTo>
                  <a:cubicBezTo>
                    <a:pt x="221056" y="48921"/>
                    <a:pt x="210113" y="37978"/>
                    <a:pt x="210113" y="24460"/>
                  </a:cubicBezTo>
                  <a:cubicBezTo>
                    <a:pt x="210113" y="10943"/>
                    <a:pt x="221056" y="0"/>
                    <a:pt x="234573" y="0"/>
                  </a:cubicBezTo>
                  <a:close/>
                  <a:moveTo>
                    <a:pt x="24514" y="0"/>
                  </a:moveTo>
                  <a:cubicBezTo>
                    <a:pt x="37978" y="0"/>
                    <a:pt x="48921" y="10943"/>
                    <a:pt x="48921" y="24460"/>
                  </a:cubicBezTo>
                  <a:cubicBezTo>
                    <a:pt x="48921" y="37978"/>
                    <a:pt x="37978" y="48921"/>
                    <a:pt x="24461" y="48921"/>
                  </a:cubicBezTo>
                  <a:cubicBezTo>
                    <a:pt x="10997" y="48921"/>
                    <a:pt x="54" y="37924"/>
                    <a:pt x="54" y="24460"/>
                  </a:cubicBezTo>
                  <a:cubicBezTo>
                    <a:pt x="54" y="10943"/>
                    <a:pt x="10997" y="0"/>
                    <a:pt x="24514" y="0"/>
                  </a:cubicBezTo>
                  <a:close/>
                </a:path>
              </a:pathLst>
            </a:custGeom>
            <a:solidFill>
              <a:schemeClr val="tx1"/>
            </a:solidFill>
            <a:ln w="5360" cap="flat">
              <a:noFill/>
              <a:prstDash val="solid"/>
              <a:miter/>
            </a:ln>
          </p:spPr>
          <p:txBody>
            <a:bodyPr rtlCol="0" anchor="ctr"/>
            <a:lstStyle/>
            <a:p>
              <a:endParaRPr lang="zh-CN" altLang="en-US"/>
            </a:p>
          </p:txBody>
        </p:sp>
        <p:sp>
          <p:nvSpPr>
            <p:cNvPr id="222" name="任意多边形: 形状 221"/>
            <p:cNvSpPr/>
            <p:nvPr/>
          </p:nvSpPr>
          <p:spPr>
            <a:xfrm>
              <a:off x="9180280" y="1"/>
              <a:ext cx="1135063" cy="692513"/>
            </a:xfrm>
            <a:custGeom>
              <a:avLst/>
              <a:gdLst>
                <a:gd name="connsiteX0" fmla="*/ 14822 w 1135063"/>
                <a:gd name="connsiteY0" fmla="*/ 0 h 692513"/>
                <a:gd name="connsiteX1" fmla="*/ 1120241 w 1135063"/>
                <a:gd name="connsiteY1" fmla="*/ 0 h 692513"/>
                <a:gd name="connsiteX2" fmla="*/ 1123533 w 1135063"/>
                <a:gd name="connsiteY2" fmla="*/ 10605 h 692513"/>
                <a:gd name="connsiteX3" fmla="*/ 1135063 w 1135063"/>
                <a:gd name="connsiteY3" fmla="*/ 124983 h 692513"/>
                <a:gd name="connsiteX4" fmla="*/ 567531 w 1135063"/>
                <a:gd name="connsiteY4" fmla="*/ 692513 h 692513"/>
                <a:gd name="connsiteX5" fmla="*/ 0 w 1135063"/>
                <a:gd name="connsiteY5" fmla="*/ 124983 h 692513"/>
                <a:gd name="connsiteX6" fmla="*/ 11530 w 1135063"/>
                <a:gd name="connsiteY6" fmla="*/ 10605 h 692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35063" h="692513">
                  <a:moveTo>
                    <a:pt x="14822" y="0"/>
                  </a:moveTo>
                  <a:lnTo>
                    <a:pt x="1120241" y="0"/>
                  </a:lnTo>
                  <a:lnTo>
                    <a:pt x="1123533" y="10605"/>
                  </a:lnTo>
                  <a:cubicBezTo>
                    <a:pt x="1131093" y="47550"/>
                    <a:pt x="1135063" y="85803"/>
                    <a:pt x="1135063" y="124983"/>
                  </a:cubicBezTo>
                  <a:cubicBezTo>
                    <a:pt x="1135063" y="438421"/>
                    <a:pt x="880971" y="692513"/>
                    <a:pt x="567531" y="692513"/>
                  </a:cubicBezTo>
                  <a:cubicBezTo>
                    <a:pt x="254092" y="692513"/>
                    <a:pt x="0" y="438421"/>
                    <a:pt x="0" y="124983"/>
                  </a:cubicBezTo>
                  <a:cubicBezTo>
                    <a:pt x="0" y="85803"/>
                    <a:pt x="3970" y="47550"/>
                    <a:pt x="11530" y="10605"/>
                  </a:cubicBezTo>
                  <a:close/>
                </a:path>
              </a:pathLst>
            </a:custGeom>
            <a:gradFill>
              <a:gsLst>
                <a:gs pos="0">
                  <a:schemeClr val="accent1">
                    <a:lumMod val="60000"/>
                    <a:lumOff val="40000"/>
                  </a:schemeClr>
                </a:gs>
                <a:gs pos="62000">
                  <a:schemeClr val="accent1"/>
                </a:gs>
              </a:gsLst>
              <a:lin ang="2700000" scaled="1"/>
            </a:gradFill>
            <a:ln w="4342" cap="flat">
              <a:noFill/>
              <a:prstDash val="solid"/>
              <a:miter/>
            </a:ln>
            <a:effectLst>
              <a:outerShdw blurRad="292100" dist="63500" sx="103000" sy="103000" algn="tl" rotWithShape="0">
                <a:schemeClr val="accent1">
                  <a:alpha val="17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zh-CN" altLang="en-US"/>
            </a:p>
          </p:txBody>
        </p:sp>
        <p:sp>
          <p:nvSpPr>
            <p:cNvPr id="220" name="任意多边形: 形状 219"/>
            <p:cNvSpPr/>
            <p:nvPr/>
          </p:nvSpPr>
          <p:spPr>
            <a:xfrm>
              <a:off x="1" y="0"/>
              <a:ext cx="1359005" cy="2358616"/>
            </a:xfrm>
            <a:custGeom>
              <a:avLst/>
              <a:gdLst>
                <a:gd name="connsiteX0" fmla="*/ 0 w 1359005"/>
                <a:gd name="connsiteY0" fmla="*/ 0 h 2358616"/>
                <a:gd name="connsiteX1" fmla="*/ 488303 w 1359005"/>
                <a:gd name="connsiteY1" fmla="*/ 0 h 2358616"/>
                <a:gd name="connsiteX2" fmla="*/ 513678 w 1359005"/>
                <a:gd name="connsiteY2" fmla="*/ 6525 h 2358616"/>
                <a:gd name="connsiteX3" fmla="*/ 1359005 w 1359005"/>
                <a:gd name="connsiteY3" fmla="*/ 1155526 h 2358616"/>
                <a:gd name="connsiteX4" fmla="*/ 155916 w 1359005"/>
                <a:gd name="connsiteY4" fmla="*/ 2358616 h 2358616"/>
                <a:gd name="connsiteX5" fmla="*/ 32907 w 1359005"/>
                <a:gd name="connsiteY5" fmla="*/ 2352404 h 2358616"/>
                <a:gd name="connsiteX6" fmla="*/ 0 w 1359005"/>
                <a:gd name="connsiteY6" fmla="*/ 2347382 h 2358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59005" h="2358616">
                  <a:moveTo>
                    <a:pt x="0" y="0"/>
                  </a:moveTo>
                  <a:lnTo>
                    <a:pt x="488303" y="0"/>
                  </a:lnTo>
                  <a:lnTo>
                    <a:pt x="513678" y="6525"/>
                  </a:lnTo>
                  <a:cubicBezTo>
                    <a:pt x="1003418" y="158850"/>
                    <a:pt x="1359005" y="615662"/>
                    <a:pt x="1359005" y="1155526"/>
                  </a:cubicBezTo>
                  <a:cubicBezTo>
                    <a:pt x="1359005" y="1819974"/>
                    <a:pt x="820364" y="2358616"/>
                    <a:pt x="155916" y="2358616"/>
                  </a:cubicBezTo>
                  <a:cubicBezTo>
                    <a:pt x="114388" y="2358616"/>
                    <a:pt x="73351" y="2356511"/>
                    <a:pt x="32907" y="2352404"/>
                  </a:cubicBezTo>
                  <a:lnTo>
                    <a:pt x="0" y="2347382"/>
                  </a:lnTo>
                  <a:close/>
                </a:path>
              </a:pathLst>
            </a:custGeom>
            <a:gradFill>
              <a:gsLst>
                <a:gs pos="0">
                  <a:schemeClr val="accent1">
                    <a:lumMod val="60000"/>
                    <a:lumOff val="40000"/>
                  </a:schemeClr>
                </a:gs>
                <a:gs pos="62000">
                  <a:schemeClr val="accent1"/>
                </a:gs>
              </a:gsLst>
              <a:lin ang="2700000" scaled="1"/>
            </a:gradFill>
            <a:ln w="4342" cap="flat">
              <a:noFill/>
              <a:prstDash val="solid"/>
              <a:miter/>
            </a:ln>
            <a:effectLst>
              <a:outerShdw blurRad="292100" dist="63500" sx="103000" sy="103000" algn="tl" rotWithShape="0">
                <a:schemeClr val="accent1">
                  <a:alpha val="17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zh-CN" altLang="en-US"/>
            </a:p>
          </p:txBody>
        </p:sp>
        <p:sp>
          <p:nvSpPr>
            <p:cNvPr id="226" name="任意多边形: 形状 225"/>
            <p:cNvSpPr/>
            <p:nvPr/>
          </p:nvSpPr>
          <p:spPr>
            <a:xfrm>
              <a:off x="10526862" y="5456830"/>
              <a:ext cx="1665139" cy="1401170"/>
            </a:xfrm>
            <a:custGeom>
              <a:avLst/>
              <a:gdLst>
                <a:gd name="connsiteX0" fmla="*/ 993971 w 1665139"/>
                <a:gd name="connsiteY0" fmla="*/ 0 h 1401170"/>
                <a:gd name="connsiteX1" fmla="*/ 1549709 w 1665139"/>
                <a:gd name="connsiteY1" fmla="*/ 169755 h 1401170"/>
                <a:gd name="connsiteX2" fmla="*/ 1665139 w 1665139"/>
                <a:gd name="connsiteY2" fmla="*/ 264994 h 1401170"/>
                <a:gd name="connsiteX3" fmla="*/ 1665139 w 1665139"/>
                <a:gd name="connsiteY3" fmla="*/ 1401170 h 1401170"/>
                <a:gd name="connsiteX4" fmla="*/ 89130 w 1665139"/>
                <a:gd name="connsiteY4" fmla="*/ 1401170 h 1401170"/>
                <a:gd name="connsiteX5" fmla="*/ 78111 w 1665139"/>
                <a:gd name="connsiteY5" fmla="*/ 1380869 h 1401170"/>
                <a:gd name="connsiteX6" fmla="*/ 0 w 1665139"/>
                <a:gd name="connsiteY6" fmla="*/ 993971 h 1401170"/>
                <a:gd name="connsiteX7" fmla="*/ 993971 w 1665139"/>
                <a:gd name="connsiteY7" fmla="*/ 0 h 1401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5139" h="1401170">
                  <a:moveTo>
                    <a:pt x="993971" y="0"/>
                  </a:moveTo>
                  <a:cubicBezTo>
                    <a:pt x="1199828" y="0"/>
                    <a:pt x="1391070" y="62581"/>
                    <a:pt x="1549709" y="169755"/>
                  </a:cubicBezTo>
                  <a:lnTo>
                    <a:pt x="1665139" y="264994"/>
                  </a:lnTo>
                  <a:lnTo>
                    <a:pt x="1665139" y="1401170"/>
                  </a:lnTo>
                  <a:lnTo>
                    <a:pt x="89130" y="1401170"/>
                  </a:lnTo>
                  <a:lnTo>
                    <a:pt x="78111" y="1380869"/>
                  </a:lnTo>
                  <a:cubicBezTo>
                    <a:pt x="27814" y="1261952"/>
                    <a:pt x="0" y="1131209"/>
                    <a:pt x="0" y="993971"/>
                  </a:cubicBezTo>
                  <a:cubicBezTo>
                    <a:pt x="0" y="445016"/>
                    <a:pt x="445014" y="0"/>
                    <a:pt x="993971" y="0"/>
                  </a:cubicBezTo>
                  <a:close/>
                </a:path>
              </a:pathLst>
            </a:custGeom>
            <a:gradFill>
              <a:gsLst>
                <a:gs pos="0">
                  <a:schemeClr val="accent1">
                    <a:lumMod val="60000"/>
                    <a:lumOff val="40000"/>
                  </a:schemeClr>
                </a:gs>
                <a:gs pos="62000">
                  <a:schemeClr val="accent1"/>
                </a:gs>
              </a:gsLst>
              <a:lin ang="2700000" scaled="1"/>
            </a:gradFill>
            <a:ln w="4342" cap="flat">
              <a:noFill/>
              <a:prstDash val="solid"/>
              <a:miter/>
            </a:ln>
            <a:effectLst>
              <a:outerShdw blurRad="292100" dist="63500" sx="103000" sy="103000" algn="tl" rotWithShape="0">
                <a:schemeClr val="accent1">
                  <a:alpha val="17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zh-CN" altLang="en-US"/>
            </a:p>
          </p:txBody>
        </p:sp>
        <p:sp>
          <p:nvSpPr>
            <p:cNvPr id="218" name="任意多边形: 形状 217"/>
            <p:cNvSpPr/>
            <p:nvPr/>
          </p:nvSpPr>
          <p:spPr>
            <a:xfrm>
              <a:off x="2426831" y="0"/>
              <a:ext cx="2800174" cy="1987936"/>
            </a:xfrm>
            <a:custGeom>
              <a:avLst/>
              <a:gdLst>
                <a:gd name="connsiteX0" fmla="*/ 1175699 w 2800174"/>
                <a:gd name="connsiteY0" fmla="*/ 0 h 1987936"/>
                <a:gd name="connsiteX1" fmla="*/ 2800174 w 2800174"/>
                <a:gd name="connsiteY1" fmla="*/ 0 h 1987936"/>
                <a:gd name="connsiteX2" fmla="*/ 979757 w 2800174"/>
                <a:gd name="connsiteY2" fmla="*/ 1820417 h 1987936"/>
                <a:gd name="connsiteX3" fmla="*/ 167519 w 2800174"/>
                <a:gd name="connsiteY3" fmla="*/ 1820417 h 1987936"/>
                <a:gd name="connsiteX4" fmla="*/ 167519 w 2800174"/>
                <a:gd name="connsiteY4" fmla="*/ 1008180 h 19879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00174" h="1987936">
                  <a:moveTo>
                    <a:pt x="1175699" y="0"/>
                  </a:moveTo>
                  <a:lnTo>
                    <a:pt x="2800174" y="0"/>
                  </a:lnTo>
                  <a:lnTo>
                    <a:pt x="979757" y="1820417"/>
                  </a:lnTo>
                  <a:cubicBezTo>
                    <a:pt x="756354" y="2043776"/>
                    <a:pt x="390878" y="2043776"/>
                    <a:pt x="167519" y="1820417"/>
                  </a:cubicBezTo>
                  <a:cubicBezTo>
                    <a:pt x="-55840" y="1597058"/>
                    <a:pt x="-55840" y="1231538"/>
                    <a:pt x="167519" y="1008180"/>
                  </a:cubicBezTo>
                  <a:close/>
                </a:path>
              </a:pathLst>
            </a:custGeom>
            <a:gradFill flip="none" rotWithShape="1">
              <a:gsLst>
                <a:gs pos="0">
                  <a:schemeClr val="accent1">
                    <a:lumMod val="5000"/>
                    <a:lumOff val="95000"/>
                  </a:schemeClr>
                </a:gs>
                <a:gs pos="94000">
                  <a:schemeClr val="accent1">
                    <a:lumMod val="20000"/>
                    <a:lumOff val="80000"/>
                  </a:schemeClr>
                </a:gs>
              </a:gsLst>
              <a:lin ang="18900000" scaled="1"/>
              <a:tileRect/>
            </a:gradFill>
            <a:ln w="4342" cap="flat">
              <a:noFill/>
              <a:prstDash val="solid"/>
              <a:miter/>
            </a:ln>
            <a:effectLst>
              <a:outerShdw blurRad="292100" dist="63500" sx="103000" sy="103000" algn="tl" rotWithShape="0">
                <a:schemeClr val="accent1">
                  <a:lumMod val="50000"/>
                  <a:alpha val="17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zh-CN" altLang="en-US"/>
            </a:p>
          </p:txBody>
        </p:sp>
        <p:sp>
          <p:nvSpPr>
            <p:cNvPr id="224" name="任意多边形: 形状 223"/>
            <p:cNvSpPr/>
            <p:nvPr/>
          </p:nvSpPr>
          <p:spPr>
            <a:xfrm>
              <a:off x="9942510" y="1152123"/>
              <a:ext cx="2249490" cy="2969245"/>
            </a:xfrm>
            <a:custGeom>
              <a:avLst/>
              <a:gdLst>
                <a:gd name="connsiteX0" fmla="*/ 2249490 w 2249490"/>
                <a:gd name="connsiteY0" fmla="*/ 0 h 2969245"/>
                <a:gd name="connsiteX1" fmla="*/ 2249490 w 2249490"/>
                <a:gd name="connsiteY1" fmla="*/ 1452048 h 2969245"/>
                <a:gd name="connsiteX2" fmla="*/ 883341 w 2249490"/>
                <a:gd name="connsiteY2" fmla="*/ 2818196 h 2969245"/>
                <a:gd name="connsiteX3" fmla="*/ 151050 w 2249490"/>
                <a:gd name="connsiteY3" fmla="*/ 2818196 h 2969245"/>
                <a:gd name="connsiteX4" fmla="*/ 151050 w 2249490"/>
                <a:gd name="connsiteY4" fmla="*/ 2085904 h 2969245"/>
                <a:gd name="connsiteX5" fmla="*/ 2181531 w 2249490"/>
                <a:gd name="connsiteY5" fmla="*/ 55424 h 296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49490" h="2969245">
                  <a:moveTo>
                    <a:pt x="2249490" y="0"/>
                  </a:moveTo>
                  <a:lnTo>
                    <a:pt x="2249490" y="1452048"/>
                  </a:lnTo>
                  <a:lnTo>
                    <a:pt x="883341" y="2818196"/>
                  </a:lnTo>
                  <a:cubicBezTo>
                    <a:pt x="681943" y="3019595"/>
                    <a:pt x="352448" y="3019595"/>
                    <a:pt x="151050" y="2818196"/>
                  </a:cubicBezTo>
                  <a:cubicBezTo>
                    <a:pt x="-50350" y="2616797"/>
                    <a:pt x="-50350" y="2287246"/>
                    <a:pt x="151050" y="2085904"/>
                  </a:cubicBezTo>
                  <a:lnTo>
                    <a:pt x="2181531" y="55424"/>
                  </a:lnTo>
                  <a:close/>
                </a:path>
              </a:pathLst>
            </a:custGeom>
            <a:gradFill flip="none" rotWithShape="1">
              <a:gsLst>
                <a:gs pos="0">
                  <a:schemeClr val="accent1">
                    <a:lumMod val="5000"/>
                    <a:lumOff val="95000"/>
                  </a:schemeClr>
                </a:gs>
                <a:gs pos="67000">
                  <a:schemeClr val="accent1">
                    <a:lumMod val="20000"/>
                    <a:lumOff val="80000"/>
                  </a:schemeClr>
                </a:gs>
              </a:gsLst>
              <a:lin ang="18900000" scaled="1"/>
              <a:tileRect/>
            </a:gradFill>
            <a:ln w="4342" cap="flat">
              <a:noFill/>
              <a:prstDash val="solid"/>
              <a:miter/>
            </a:ln>
            <a:effectLst>
              <a:outerShdw blurRad="292100" dist="63500" sx="103000" sy="103000" algn="tl" rotWithShape="0">
                <a:schemeClr val="accent1">
                  <a:lumMod val="50000"/>
                  <a:alpha val="17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zh-CN" altLang="en-US"/>
            </a:p>
          </p:txBody>
        </p:sp>
        <p:sp>
          <p:nvSpPr>
            <p:cNvPr id="34" name="任意多边形: 形状 33"/>
            <p:cNvSpPr/>
            <p:nvPr/>
          </p:nvSpPr>
          <p:spPr>
            <a:xfrm rot="17049095">
              <a:off x="9124769" y="4121350"/>
              <a:ext cx="913627" cy="913627"/>
            </a:xfrm>
            <a:custGeom>
              <a:avLst/>
              <a:gdLst>
                <a:gd name="connsiteX0" fmla="*/ 913627 w 913627"/>
                <a:gd name="connsiteY0" fmla="*/ 456814 h 913627"/>
                <a:gd name="connsiteX1" fmla="*/ 456814 w 913627"/>
                <a:gd name="connsiteY1" fmla="*/ 913628 h 913627"/>
                <a:gd name="connsiteX2" fmla="*/ 0 w 913627"/>
                <a:gd name="connsiteY2" fmla="*/ 456814 h 913627"/>
                <a:gd name="connsiteX3" fmla="*/ 456814 w 913627"/>
                <a:gd name="connsiteY3" fmla="*/ 0 h 913627"/>
                <a:gd name="connsiteX4" fmla="*/ 913627 w 913627"/>
                <a:gd name="connsiteY4" fmla="*/ 456814 h 9136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3627" h="913627">
                  <a:moveTo>
                    <a:pt x="913627" y="456814"/>
                  </a:moveTo>
                  <a:cubicBezTo>
                    <a:pt x="913627" y="709105"/>
                    <a:pt x="709105" y="913628"/>
                    <a:pt x="456814" y="913628"/>
                  </a:cubicBezTo>
                  <a:cubicBezTo>
                    <a:pt x="204522" y="913628"/>
                    <a:pt x="0" y="709105"/>
                    <a:pt x="0" y="456814"/>
                  </a:cubicBezTo>
                  <a:cubicBezTo>
                    <a:pt x="0" y="204523"/>
                    <a:pt x="204522" y="0"/>
                    <a:pt x="456814" y="0"/>
                  </a:cubicBezTo>
                  <a:cubicBezTo>
                    <a:pt x="709105" y="0"/>
                    <a:pt x="913627" y="204523"/>
                    <a:pt x="913627" y="456814"/>
                  </a:cubicBezTo>
                  <a:close/>
                </a:path>
              </a:pathLst>
            </a:custGeom>
            <a:gradFill>
              <a:gsLst>
                <a:gs pos="0">
                  <a:schemeClr val="accent1">
                    <a:lumMod val="20000"/>
                    <a:lumOff val="80000"/>
                  </a:schemeClr>
                </a:gs>
                <a:gs pos="62000">
                  <a:schemeClr val="accent1">
                    <a:lumMod val="60000"/>
                    <a:lumOff val="40000"/>
                  </a:schemeClr>
                </a:gs>
              </a:gsLst>
              <a:lin ang="2700000" scaled="1"/>
            </a:gradFill>
            <a:ln w="4342" cap="flat">
              <a:noFill/>
              <a:prstDash val="solid"/>
              <a:miter/>
            </a:ln>
            <a:effectLst>
              <a:outerShdw blurRad="292100" dist="63500" sx="103000" sy="103000" algn="tl" rotWithShape="0">
                <a:schemeClr val="accent1">
                  <a:alpha val="17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zh-CN" altLang="en-US"/>
            </a:p>
          </p:txBody>
        </p:sp>
      </p:grpSp>
      <p:sp>
        <p:nvSpPr>
          <p:cNvPr id="5" name="标题 4"/>
          <p:cNvSpPr>
            <a:spLocks noGrp="1"/>
          </p:cNvSpPr>
          <p:nvPr>
            <p:ph type="ctrTitle" hasCustomPrompt="1"/>
          </p:nvPr>
        </p:nvSpPr>
        <p:spPr>
          <a:xfrm>
            <a:off x="1946232" y="1130300"/>
            <a:ext cx="8286835" cy="2539176"/>
          </a:xfrm>
          <a:prstGeom prst="rect">
            <a:avLst/>
          </a:prstGeom>
        </p:spPr>
        <p:txBody>
          <a:bodyPr wrap="square" anchor="b">
            <a:normAutofit/>
          </a:bodyPr>
          <a:lstStyle>
            <a:lvl1pPr algn="ctr">
              <a:lnSpc>
                <a:spcPct val="100000"/>
              </a:lnSpc>
              <a:defRPr sz="5400">
                <a:ln w="19050">
                  <a:noFill/>
                </a:ln>
                <a:solidFill>
                  <a:schemeClr val="tx1"/>
                </a:solidFill>
              </a:defRPr>
            </a:lvl1pPr>
          </a:lstStyle>
          <a:p>
            <a:pPr lvl="0"/>
            <a:r>
              <a:rPr lang="en-US"/>
              <a:t>Click to add title</a:t>
            </a:r>
          </a:p>
        </p:txBody>
      </p:sp>
      <p:sp>
        <p:nvSpPr>
          <p:cNvPr id="9" name="副标题 8"/>
          <p:cNvSpPr>
            <a:spLocks noGrp="1"/>
          </p:cNvSpPr>
          <p:nvPr>
            <p:ph type="subTitle" sz="quarter" idx="1" hasCustomPrompt="1"/>
          </p:nvPr>
        </p:nvSpPr>
        <p:spPr>
          <a:xfrm>
            <a:off x="4054269" y="3856351"/>
            <a:ext cx="4083463" cy="591878"/>
          </a:xfrm>
          <a:prstGeom prst="roundRect">
            <a:avLst>
              <a:gd name="adj" fmla="val 50000"/>
            </a:avLst>
          </a:prstGeom>
          <a:solidFill>
            <a:schemeClr val="tx1">
              <a:alpha val="10000"/>
            </a:schemeClr>
          </a:solidFill>
          <a:ln w="25400">
            <a:noFill/>
          </a:ln>
          <a:effectLst/>
        </p:spPr>
        <p:txBody>
          <a:bodyPr vert="horz" wrap="square" lIns="91440" tIns="45720" rIns="91440" bIns="45720" rtlCol="0" anchor="ctr" anchorCtr="0">
            <a:normAutofit/>
          </a:bodyPr>
          <a:lstStyle>
            <a:lvl1pPr marL="0" indent="0" algn="ctr">
              <a:lnSpc>
                <a:spcPct val="100000"/>
              </a:lnSpc>
              <a:buNone/>
              <a:defRPr lang="en-US" sz="2000" dirty="0">
                <a:solidFill>
                  <a:schemeClr val="tx1"/>
                </a:solidFill>
                <a:latin typeface="+mj-lt"/>
              </a:defRPr>
            </a:lvl1pPr>
          </a:lstStyle>
          <a:p>
            <a:pPr lvl="0"/>
            <a:r>
              <a:rPr lang="en-US"/>
              <a:t>Click to add subtitle</a:t>
            </a:r>
          </a:p>
        </p:txBody>
      </p:sp>
      <p:sp>
        <p:nvSpPr>
          <p:cNvPr id="4" name="文本占位符 3"/>
          <p:cNvSpPr>
            <a:spLocks noGrp="1"/>
          </p:cNvSpPr>
          <p:nvPr>
            <p:ph type="body" sz="quarter" idx="13" hasCustomPrompt="1"/>
          </p:nvPr>
        </p:nvSpPr>
        <p:spPr>
          <a:xfrm>
            <a:off x="2335932" y="5577833"/>
            <a:ext cx="7520135" cy="345518"/>
          </a:xfrm>
          <a:prstGeom prst="rect">
            <a:avLst/>
          </a:prstGeom>
        </p:spPr>
        <p:txBody>
          <a:bodyPr wrap="square" lIns="90000" anchor="ctr">
            <a:normAutofit/>
          </a:bodyPr>
          <a:lstStyle>
            <a:lvl1pPr marL="0" indent="0" algn="ctr">
              <a:lnSpc>
                <a:spcPct val="100000"/>
              </a:lnSpc>
              <a:buNone/>
              <a:defRPr sz="1200">
                <a:solidFill>
                  <a:schemeClr val="tx1"/>
                </a:solidFill>
              </a:defRPr>
            </a:lvl1pPr>
          </a:lstStyle>
          <a:p>
            <a:pPr lvl="0"/>
            <a:r>
              <a:rPr lang="en-US"/>
              <a:t>Presenter name</a:t>
            </a:r>
          </a:p>
        </p:txBody>
      </p:sp>
      <p:sp>
        <p:nvSpPr>
          <p:cNvPr id="7" name="文本占位符 6"/>
          <p:cNvSpPr>
            <a:spLocks noGrp="1"/>
          </p:cNvSpPr>
          <p:nvPr>
            <p:ph type="body" sz="quarter" idx="14" hasCustomPrompt="1"/>
          </p:nvPr>
        </p:nvSpPr>
        <p:spPr>
          <a:xfrm>
            <a:off x="2335932" y="5165837"/>
            <a:ext cx="7520135" cy="345518"/>
          </a:xfrm>
          <a:prstGeom prst="rect">
            <a:avLst/>
          </a:prstGeom>
        </p:spPr>
        <p:txBody>
          <a:bodyPr wrap="none" anchor="ctr">
            <a:normAutofit/>
          </a:bodyPr>
          <a:lstStyle>
            <a:lvl1pPr marL="0" indent="0" algn="ctr">
              <a:lnSpc>
                <a:spcPct val="100000"/>
              </a:lnSpc>
              <a:buNone/>
              <a:defRPr sz="1200">
                <a:solidFill>
                  <a:schemeClr val="tx1"/>
                </a:solidFill>
              </a:defRPr>
            </a:lvl1pPr>
          </a:lstStyle>
          <a:p>
            <a:pPr lvl="0"/>
            <a:r>
              <a:rPr lang="en-US"/>
              <a:t>www.officeplus.cn</a:t>
            </a:r>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lvl1pPr>
              <a:defRPr/>
            </a:lvl1pPr>
          </a:lstStyle>
          <a:p>
            <a:pPr lvl="0"/>
            <a:r>
              <a:rPr lang="en-US"/>
              <a:t>Click to add title</a:t>
            </a:r>
          </a:p>
        </p:txBody>
      </p:sp>
      <p:sp>
        <p:nvSpPr>
          <p:cNvPr id="3" name="内容占位符 2"/>
          <p:cNvSpPr>
            <a:spLocks noGrp="1"/>
          </p:cNvSpPr>
          <p:nvPr>
            <p:ph idx="1" hasCustomPrompt="1"/>
          </p:nvPr>
        </p:nvSpPr>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日期占位符 3"/>
          <p:cNvSpPr>
            <a:spLocks noGrp="1"/>
          </p:cNvSpPr>
          <p:nvPr>
            <p:ph type="dt" sz="half" idx="10"/>
          </p:nvPr>
        </p:nvSpPr>
        <p:spPr/>
        <p:txBody>
          <a:bodyPr/>
          <a:lstStyle/>
          <a:p>
            <a:endParaRPr lang="en-US"/>
          </a:p>
        </p:txBody>
      </p:sp>
      <p:sp>
        <p:nvSpPr>
          <p:cNvPr id="5" name="页脚占位符 4"/>
          <p:cNvSpPr>
            <a:spLocks noGrp="1"/>
          </p:cNvSpPr>
          <p:nvPr>
            <p:ph type="ftr" sz="quarter" idx="11"/>
          </p:nvPr>
        </p:nvSpPr>
        <p:spPr/>
        <p:txBody>
          <a:bodyPr/>
          <a:lstStyle/>
          <a:p>
            <a:endParaRPr lang="en-US" dirty="0"/>
          </a:p>
        </p:txBody>
      </p:sp>
      <p:sp>
        <p:nvSpPr>
          <p:cNvPr id="6" name="灯片编号占位符 5"/>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206500" y="1654548"/>
            <a:ext cx="2438402" cy="777873"/>
          </a:xfrm>
          <a:prstGeom prst="roundRect">
            <a:avLst>
              <a:gd name="adj" fmla="val 0"/>
            </a:avLst>
          </a:prstGeom>
          <a:noFill/>
        </p:spPr>
        <p:txBody>
          <a:bodyPr anchor="t" anchorCtr="0">
            <a:normAutofit/>
          </a:bodyPr>
          <a:lstStyle>
            <a:lvl1pPr algn="r">
              <a:defRPr sz="2800">
                <a:solidFill>
                  <a:schemeClr val="accent1"/>
                </a:solidFill>
              </a:defRPr>
            </a:lvl1pPr>
          </a:lstStyle>
          <a:p>
            <a:pPr lvl="0"/>
            <a:r>
              <a:rPr lang="en-US"/>
              <a:t>Agenda</a:t>
            </a:r>
          </a:p>
        </p:txBody>
      </p:sp>
      <p:sp>
        <p:nvSpPr>
          <p:cNvPr id="3" name="内容占位符 2"/>
          <p:cNvSpPr>
            <a:spLocks noGrp="1"/>
          </p:cNvSpPr>
          <p:nvPr>
            <p:ph sz="quarter" idx="1" hasCustomPrompt="1"/>
          </p:nvPr>
        </p:nvSpPr>
        <p:spPr>
          <a:xfrm>
            <a:off x="3930857" y="1654548"/>
            <a:ext cx="7041943" cy="3955303"/>
          </a:xfrm>
        </p:spPr>
        <p:txBody>
          <a:bodyPr numCol="2"/>
          <a:lstStyle>
            <a:lvl1pPr marL="342900" indent="-342900">
              <a:lnSpc>
                <a:spcPct val="100000"/>
              </a:lnSpc>
              <a:buFont typeface="+mj-lt"/>
              <a:buAutoNum type="arabicPeriod"/>
              <a:defRPr/>
            </a:lvl1pPr>
            <a:lvl2pPr marL="800100" indent="-342900">
              <a:lnSpc>
                <a:spcPct val="100000"/>
              </a:lnSpc>
              <a:buFont typeface="+mj-ea"/>
              <a:buAutoNum type="circleNumDbPlain"/>
              <a:defRPr/>
            </a:lvl2pPr>
            <a:lvl3pPr marL="1257300" indent="-342900">
              <a:lnSpc>
                <a:spcPct val="100000"/>
              </a:lnSpc>
              <a:buFont typeface="+mj-lt"/>
              <a:buAutoNum type="alphaLcParenR"/>
              <a:defRPr/>
            </a:lvl3pPr>
            <a:lvl4pPr>
              <a:lnSpc>
                <a:spcPct val="100000"/>
              </a:lnSpc>
              <a:defRPr/>
            </a:lvl4pPr>
            <a:lvl5pPr>
              <a:lnSpc>
                <a:spcPct val="100000"/>
              </a:lnSpc>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日期占位符 3"/>
          <p:cNvSpPr>
            <a:spLocks noGrp="1"/>
          </p:cNvSpPr>
          <p:nvPr>
            <p:ph type="dt" sz="half" idx="10"/>
          </p:nvPr>
        </p:nvSpPr>
        <p:spPr/>
        <p:txBody>
          <a:bodyPr/>
          <a:lstStyle/>
          <a:p>
            <a:endParaRPr lang="en-US" dirty="0"/>
          </a:p>
        </p:txBody>
      </p:sp>
      <p:sp>
        <p:nvSpPr>
          <p:cNvPr id="5" name="页脚占位符 4"/>
          <p:cNvSpPr>
            <a:spLocks noGrp="1"/>
          </p:cNvSpPr>
          <p:nvPr>
            <p:ph type="ftr" sz="quarter" idx="11"/>
          </p:nvPr>
        </p:nvSpPr>
        <p:spPr/>
        <p:txBody>
          <a:bodyPr/>
          <a:lstStyle/>
          <a:p>
            <a:endParaRPr lang="en-US" dirty="0"/>
          </a:p>
        </p:txBody>
      </p:sp>
      <p:sp>
        <p:nvSpPr>
          <p:cNvPr id="6" name="灯片编号占位符 5"/>
          <p:cNvSpPr>
            <a:spLocks noGrp="1"/>
          </p:cNvSpPr>
          <p:nvPr>
            <p:ph type="sldNum" sz="quarter" idx="12"/>
          </p:nvPr>
        </p:nvSpPr>
        <p:spPr/>
        <p:txBody>
          <a:bodyPr/>
          <a:lstStyle/>
          <a:p>
            <a:fld id="{C8BB1146-E542-4D4E-B8E9-6919A11DDD48}"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accent1"/>
        </a:solidFill>
        <a:effectLst/>
      </p:bgPr>
    </p:bg>
    <p:spTree>
      <p:nvGrpSpPr>
        <p:cNvPr id="1" name=""/>
        <p:cNvGrpSpPr/>
        <p:nvPr/>
      </p:nvGrpSpPr>
      <p:grpSpPr>
        <a:xfrm>
          <a:off x="0" y="0"/>
          <a:ext cx="0" cy="0"/>
          <a:chOff x="0" y="0"/>
          <a:chExt cx="0" cy="0"/>
        </a:xfrm>
      </p:grpSpPr>
      <p:grpSp>
        <p:nvGrpSpPr>
          <p:cNvPr id="50" name="组合 49"/>
          <p:cNvGrpSpPr/>
          <p:nvPr/>
        </p:nvGrpSpPr>
        <p:grpSpPr>
          <a:xfrm>
            <a:off x="0" y="-6760"/>
            <a:ext cx="12192001" cy="6864760"/>
            <a:chOff x="0" y="-6760"/>
            <a:chExt cx="12192001" cy="6864760"/>
          </a:xfrm>
        </p:grpSpPr>
        <p:sp>
          <p:nvSpPr>
            <p:cNvPr id="33" name="矩形: 圆角 32"/>
            <p:cNvSpPr/>
            <p:nvPr/>
          </p:nvSpPr>
          <p:spPr>
            <a:xfrm>
              <a:off x="441325" y="349250"/>
              <a:ext cx="11309350" cy="6159500"/>
            </a:xfrm>
            <a:prstGeom prst="roundRect">
              <a:avLst>
                <a:gd name="adj" fmla="val 4987"/>
              </a:avLst>
            </a:prstGeom>
            <a:solidFill>
              <a:schemeClr val="bg1">
                <a:alpha val="90000"/>
              </a:schemeClr>
            </a:solidFill>
            <a:ln w="12700" cap="flat">
              <a:noFill/>
              <a:prstDash val="solid"/>
              <a:miter/>
            </a:ln>
            <a:effectLst>
              <a:outerShdw blurRad="292100" dist="63500" sx="103000" sy="103000" algn="tl" rotWithShape="0">
                <a:schemeClr val="accent1">
                  <a:alpha val="17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zh-CN" altLang="en-US">
                <a:solidFill>
                  <a:schemeClr val="tx1"/>
                </a:solidFill>
              </a:endParaRPr>
            </a:p>
          </p:txBody>
        </p:sp>
        <p:sp>
          <p:nvSpPr>
            <p:cNvPr id="35" name="任意多边形: 形状 34"/>
            <p:cNvSpPr/>
            <p:nvPr/>
          </p:nvSpPr>
          <p:spPr>
            <a:xfrm>
              <a:off x="10211287" y="4868789"/>
              <a:ext cx="1309544" cy="1422298"/>
            </a:xfrm>
            <a:custGeom>
              <a:avLst/>
              <a:gdLst>
                <a:gd name="connsiteX0" fmla="*/ 1285084 w 1309544"/>
                <a:gd name="connsiteY0" fmla="*/ 1373377 h 1422298"/>
                <a:gd name="connsiteX1" fmla="*/ 1309544 w 1309544"/>
                <a:gd name="connsiteY1" fmla="*/ 1397838 h 1422298"/>
                <a:gd name="connsiteX2" fmla="*/ 1285084 w 1309544"/>
                <a:gd name="connsiteY2" fmla="*/ 1422298 h 1422298"/>
                <a:gd name="connsiteX3" fmla="*/ 1260623 w 1309544"/>
                <a:gd name="connsiteY3" fmla="*/ 1397838 h 1422298"/>
                <a:gd name="connsiteX4" fmla="*/ 1285084 w 1309544"/>
                <a:gd name="connsiteY4" fmla="*/ 1373377 h 1422298"/>
                <a:gd name="connsiteX5" fmla="*/ 1075024 w 1309544"/>
                <a:gd name="connsiteY5" fmla="*/ 1373377 h 1422298"/>
                <a:gd name="connsiteX6" fmla="*/ 1099485 w 1309544"/>
                <a:gd name="connsiteY6" fmla="*/ 1397838 h 1422298"/>
                <a:gd name="connsiteX7" fmla="*/ 1075024 w 1309544"/>
                <a:gd name="connsiteY7" fmla="*/ 1422298 h 1422298"/>
                <a:gd name="connsiteX8" fmla="*/ 1050563 w 1309544"/>
                <a:gd name="connsiteY8" fmla="*/ 1397838 h 1422298"/>
                <a:gd name="connsiteX9" fmla="*/ 1075024 w 1309544"/>
                <a:gd name="connsiteY9" fmla="*/ 1373377 h 1422298"/>
                <a:gd name="connsiteX10" fmla="*/ 864857 w 1309544"/>
                <a:gd name="connsiteY10" fmla="*/ 1373377 h 1422298"/>
                <a:gd name="connsiteX11" fmla="*/ 889318 w 1309544"/>
                <a:gd name="connsiteY11" fmla="*/ 1397838 h 1422298"/>
                <a:gd name="connsiteX12" fmla="*/ 864857 w 1309544"/>
                <a:gd name="connsiteY12" fmla="*/ 1422298 h 1422298"/>
                <a:gd name="connsiteX13" fmla="*/ 840397 w 1309544"/>
                <a:gd name="connsiteY13" fmla="*/ 1397838 h 1422298"/>
                <a:gd name="connsiteX14" fmla="*/ 864857 w 1309544"/>
                <a:gd name="connsiteY14" fmla="*/ 1373377 h 1422298"/>
                <a:gd name="connsiteX15" fmla="*/ 654799 w 1309544"/>
                <a:gd name="connsiteY15" fmla="*/ 1373377 h 1422298"/>
                <a:gd name="connsiteX16" fmla="*/ 679259 w 1309544"/>
                <a:gd name="connsiteY16" fmla="*/ 1397838 h 1422298"/>
                <a:gd name="connsiteX17" fmla="*/ 654799 w 1309544"/>
                <a:gd name="connsiteY17" fmla="*/ 1422298 h 1422298"/>
                <a:gd name="connsiteX18" fmla="*/ 630338 w 1309544"/>
                <a:gd name="connsiteY18" fmla="*/ 1397838 h 1422298"/>
                <a:gd name="connsiteX19" fmla="*/ 654799 w 1309544"/>
                <a:gd name="connsiteY19" fmla="*/ 1373377 h 1422298"/>
                <a:gd name="connsiteX20" fmla="*/ 444686 w 1309544"/>
                <a:gd name="connsiteY20" fmla="*/ 1373377 h 1422298"/>
                <a:gd name="connsiteX21" fmla="*/ 469146 w 1309544"/>
                <a:gd name="connsiteY21" fmla="*/ 1397838 h 1422298"/>
                <a:gd name="connsiteX22" fmla="*/ 444686 w 1309544"/>
                <a:gd name="connsiteY22" fmla="*/ 1422298 h 1422298"/>
                <a:gd name="connsiteX23" fmla="*/ 420225 w 1309544"/>
                <a:gd name="connsiteY23" fmla="*/ 1397838 h 1422298"/>
                <a:gd name="connsiteX24" fmla="*/ 444686 w 1309544"/>
                <a:gd name="connsiteY24" fmla="*/ 1373377 h 1422298"/>
                <a:gd name="connsiteX25" fmla="*/ 234573 w 1309544"/>
                <a:gd name="connsiteY25" fmla="*/ 1373377 h 1422298"/>
                <a:gd name="connsiteX26" fmla="*/ 259034 w 1309544"/>
                <a:gd name="connsiteY26" fmla="*/ 1397838 h 1422298"/>
                <a:gd name="connsiteX27" fmla="*/ 234573 w 1309544"/>
                <a:gd name="connsiteY27" fmla="*/ 1422298 h 1422298"/>
                <a:gd name="connsiteX28" fmla="*/ 210113 w 1309544"/>
                <a:gd name="connsiteY28" fmla="*/ 1397838 h 1422298"/>
                <a:gd name="connsiteX29" fmla="*/ 234573 w 1309544"/>
                <a:gd name="connsiteY29" fmla="*/ 1373377 h 1422298"/>
                <a:gd name="connsiteX30" fmla="*/ 24461 w 1309544"/>
                <a:gd name="connsiteY30" fmla="*/ 1373377 h 1422298"/>
                <a:gd name="connsiteX31" fmla="*/ 48921 w 1309544"/>
                <a:gd name="connsiteY31" fmla="*/ 1397838 h 1422298"/>
                <a:gd name="connsiteX32" fmla="*/ 24461 w 1309544"/>
                <a:gd name="connsiteY32" fmla="*/ 1422298 h 1422298"/>
                <a:gd name="connsiteX33" fmla="*/ 0 w 1309544"/>
                <a:gd name="connsiteY33" fmla="*/ 1397838 h 1422298"/>
                <a:gd name="connsiteX34" fmla="*/ 24461 w 1309544"/>
                <a:gd name="connsiteY34" fmla="*/ 1373377 h 1422298"/>
                <a:gd name="connsiteX35" fmla="*/ 1285084 w 1309544"/>
                <a:gd name="connsiteY35" fmla="*/ 1174100 h 1422298"/>
                <a:gd name="connsiteX36" fmla="*/ 1309544 w 1309544"/>
                <a:gd name="connsiteY36" fmla="*/ 1198560 h 1422298"/>
                <a:gd name="connsiteX37" fmla="*/ 1285084 w 1309544"/>
                <a:gd name="connsiteY37" fmla="*/ 1223021 h 1422298"/>
                <a:gd name="connsiteX38" fmla="*/ 1260623 w 1309544"/>
                <a:gd name="connsiteY38" fmla="*/ 1198560 h 1422298"/>
                <a:gd name="connsiteX39" fmla="*/ 1285084 w 1309544"/>
                <a:gd name="connsiteY39" fmla="*/ 1174100 h 1422298"/>
                <a:gd name="connsiteX40" fmla="*/ 1074969 w 1309544"/>
                <a:gd name="connsiteY40" fmla="*/ 1174100 h 1422298"/>
                <a:gd name="connsiteX41" fmla="*/ 1099430 w 1309544"/>
                <a:gd name="connsiteY41" fmla="*/ 1198560 h 1422298"/>
                <a:gd name="connsiteX42" fmla="*/ 1074969 w 1309544"/>
                <a:gd name="connsiteY42" fmla="*/ 1223021 h 1422298"/>
                <a:gd name="connsiteX43" fmla="*/ 1050510 w 1309544"/>
                <a:gd name="connsiteY43" fmla="*/ 1198560 h 1422298"/>
                <a:gd name="connsiteX44" fmla="*/ 1074969 w 1309544"/>
                <a:gd name="connsiteY44" fmla="*/ 1174100 h 1422298"/>
                <a:gd name="connsiteX45" fmla="*/ 864857 w 1309544"/>
                <a:gd name="connsiteY45" fmla="*/ 1174100 h 1422298"/>
                <a:gd name="connsiteX46" fmla="*/ 889318 w 1309544"/>
                <a:gd name="connsiteY46" fmla="*/ 1198560 h 1422298"/>
                <a:gd name="connsiteX47" fmla="*/ 864857 w 1309544"/>
                <a:gd name="connsiteY47" fmla="*/ 1223021 h 1422298"/>
                <a:gd name="connsiteX48" fmla="*/ 840397 w 1309544"/>
                <a:gd name="connsiteY48" fmla="*/ 1198560 h 1422298"/>
                <a:gd name="connsiteX49" fmla="*/ 864857 w 1309544"/>
                <a:gd name="connsiteY49" fmla="*/ 1174100 h 1422298"/>
                <a:gd name="connsiteX50" fmla="*/ 654799 w 1309544"/>
                <a:gd name="connsiteY50" fmla="*/ 1174100 h 1422298"/>
                <a:gd name="connsiteX51" fmla="*/ 679259 w 1309544"/>
                <a:gd name="connsiteY51" fmla="*/ 1198560 h 1422298"/>
                <a:gd name="connsiteX52" fmla="*/ 654799 w 1309544"/>
                <a:gd name="connsiteY52" fmla="*/ 1223021 h 1422298"/>
                <a:gd name="connsiteX53" fmla="*/ 630338 w 1309544"/>
                <a:gd name="connsiteY53" fmla="*/ 1198560 h 1422298"/>
                <a:gd name="connsiteX54" fmla="*/ 654799 w 1309544"/>
                <a:gd name="connsiteY54" fmla="*/ 1174100 h 1422298"/>
                <a:gd name="connsiteX55" fmla="*/ 444686 w 1309544"/>
                <a:gd name="connsiteY55" fmla="*/ 1174100 h 1422298"/>
                <a:gd name="connsiteX56" fmla="*/ 469146 w 1309544"/>
                <a:gd name="connsiteY56" fmla="*/ 1198560 h 1422298"/>
                <a:gd name="connsiteX57" fmla="*/ 444686 w 1309544"/>
                <a:gd name="connsiteY57" fmla="*/ 1223021 h 1422298"/>
                <a:gd name="connsiteX58" fmla="*/ 420225 w 1309544"/>
                <a:gd name="connsiteY58" fmla="*/ 1198560 h 1422298"/>
                <a:gd name="connsiteX59" fmla="*/ 444686 w 1309544"/>
                <a:gd name="connsiteY59" fmla="*/ 1174100 h 1422298"/>
                <a:gd name="connsiteX60" fmla="*/ 234573 w 1309544"/>
                <a:gd name="connsiteY60" fmla="*/ 1174100 h 1422298"/>
                <a:gd name="connsiteX61" fmla="*/ 259034 w 1309544"/>
                <a:gd name="connsiteY61" fmla="*/ 1198560 h 1422298"/>
                <a:gd name="connsiteX62" fmla="*/ 234573 w 1309544"/>
                <a:gd name="connsiteY62" fmla="*/ 1223021 h 1422298"/>
                <a:gd name="connsiteX63" fmla="*/ 210113 w 1309544"/>
                <a:gd name="connsiteY63" fmla="*/ 1198560 h 1422298"/>
                <a:gd name="connsiteX64" fmla="*/ 234573 w 1309544"/>
                <a:gd name="connsiteY64" fmla="*/ 1174100 h 1422298"/>
                <a:gd name="connsiteX65" fmla="*/ 24461 w 1309544"/>
                <a:gd name="connsiteY65" fmla="*/ 1174100 h 1422298"/>
                <a:gd name="connsiteX66" fmla="*/ 48921 w 1309544"/>
                <a:gd name="connsiteY66" fmla="*/ 1198560 h 1422298"/>
                <a:gd name="connsiteX67" fmla="*/ 24461 w 1309544"/>
                <a:gd name="connsiteY67" fmla="*/ 1223021 h 1422298"/>
                <a:gd name="connsiteX68" fmla="*/ 0 w 1309544"/>
                <a:gd name="connsiteY68" fmla="*/ 1198560 h 1422298"/>
                <a:gd name="connsiteX69" fmla="*/ 24461 w 1309544"/>
                <a:gd name="connsiteY69" fmla="*/ 1174100 h 1422298"/>
                <a:gd name="connsiteX70" fmla="*/ 1285084 w 1309544"/>
                <a:gd name="connsiteY70" fmla="*/ 974877 h 1422298"/>
                <a:gd name="connsiteX71" fmla="*/ 1309544 w 1309544"/>
                <a:gd name="connsiteY71" fmla="*/ 999337 h 1422298"/>
                <a:gd name="connsiteX72" fmla="*/ 1285084 w 1309544"/>
                <a:gd name="connsiteY72" fmla="*/ 1023798 h 1422298"/>
                <a:gd name="connsiteX73" fmla="*/ 1260623 w 1309544"/>
                <a:gd name="connsiteY73" fmla="*/ 999337 h 1422298"/>
                <a:gd name="connsiteX74" fmla="*/ 1285084 w 1309544"/>
                <a:gd name="connsiteY74" fmla="*/ 974877 h 1422298"/>
                <a:gd name="connsiteX75" fmla="*/ 1074969 w 1309544"/>
                <a:gd name="connsiteY75" fmla="*/ 974877 h 1422298"/>
                <a:gd name="connsiteX76" fmla="*/ 1099430 w 1309544"/>
                <a:gd name="connsiteY76" fmla="*/ 999337 h 1422298"/>
                <a:gd name="connsiteX77" fmla="*/ 1074969 w 1309544"/>
                <a:gd name="connsiteY77" fmla="*/ 1023798 h 1422298"/>
                <a:gd name="connsiteX78" fmla="*/ 1050510 w 1309544"/>
                <a:gd name="connsiteY78" fmla="*/ 999337 h 1422298"/>
                <a:gd name="connsiteX79" fmla="*/ 1074969 w 1309544"/>
                <a:gd name="connsiteY79" fmla="*/ 974877 h 1422298"/>
                <a:gd name="connsiteX80" fmla="*/ 864857 w 1309544"/>
                <a:gd name="connsiteY80" fmla="*/ 974877 h 1422298"/>
                <a:gd name="connsiteX81" fmla="*/ 889318 w 1309544"/>
                <a:gd name="connsiteY81" fmla="*/ 999337 h 1422298"/>
                <a:gd name="connsiteX82" fmla="*/ 864857 w 1309544"/>
                <a:gd name="connsiteY82" fmla="*/ 1023798 h 1422298"/>
                <a:gd name="connsiteX83" fmla="*/ 840397 w 1309544"/>
                <a:gd name="connsiteY83" fmla="*/ 999337 h 1422298"/>
                <a:gd name="connsiteX84" fmla="*/ 864857 w 1309544"/>
                <a:gd name="connsiteY84" fmla="*/ 974877 h 1422298"/>
                <a:gd name="connsiteX85" fmla="*/ 654799 w 1309544"/>
                <a:gd name="connsiteY85" fmla="*/ 974877 h 1422298"/>
                <a:gd name="connsiteX86" fmla="*/ 679259 w 1309544"/>
                <a:gd name="connsiteY86" fmla="*/ 999337 h 1422298"/>
                <a:gd name="connsiteX87" fmla="*/ 654799 w 1309544"/>
                <a:gd name="connsiteY87" fmla="*/ 1023798 h 1422298"/>
                <a:gd name="connsiteX88" fmla="*/ 630338 w 1309544"/>
                <a:gd name="connsiteY88" fmla="*/ 999337 h 1422298"/>
                <a:gd name="connsiteX89" fmla="*/ 654799 w 1309544"/>
                <a:gd name="connsiteY89" fmla="*/ 974877 h 1422298"/>
                <a:gd name="connsiteX90" fmla="*/ 444686 w 1309544"/>
                <a:gd name="connsiteY90" fmla="*/ 974877 h 1422298"/>
                <a:gd name="connsiteX91" fmla="*/ 469146 w 1309544"/>
                <a:gd name="connsiteY91" fmla="*/ 999337 h 1422298"/>
                <a:gd name="connsiteX92" fmla="*/ 444686 w 1309544"/>
                <a:gd name="connsiteY92" fmla="*/ 1023798 h 1422298"/>
                <a:gd name="connsiteX93" fmla="*/ 420225 w 1309544"/>
                <a:gd name="connsiteY93" fmla="*/ 999337 h 1422298"/>
                <a:gd name="connsiteX94" fmla="*/ 444686 w 1309544"/>
                <a:gd name="connsiteY94" fmla="*/ 974877 h 1422298"/>
                <a:gd name="connsiteX95" fmla="*/ 234573 w 1309544"/>
                <a:gd name="connsiteY95" fmla="*/ 974877 h 1422298"/>
                <a:gd name="connsiteX96" fmla="*/ 259034 w 1309544"/>
                <a:gd name="connsiteY96" fmla="*/ 999337 h 1422298"/>
                <a:gd name="connsiteX97" fmla="*/ 234573 w 1309544"/>
                <a:gd name="connsiteY97" fmla="*/ 1023798 h 1422298"/>
                <a:gd name="connsiteX98" fmla="*/ 210113 w 1309544"/>
                <a:gd name="connsiteY98" fmla="*/ 999337 h 1422298"/>
                <a:gd name="connsiteX99" fmla="*/ 234573 w 1309544"/>
                <a:gd name="connsiteY99" fmla="*/ 974877 h 1422298"/>
                <a:gd name="connsiteX100" fmla="*/ 24461 w 1309544"/>
                <a:gd name="connsiteY100" fmla="*/ 974877 h 1422298"/>
                <a:gd name="connsiteX101" fmla="*/ 48921 w 1309544"/>
                <a:gd name="connsiteY101" fmla="*/ 999337 h 1422298"/>
                <a:gd name="connsiteX102" fmla="*/ 24461 w 1309544"/>
                <a:gd name="connsiteY102" fmla="*/ 1023798 h 1422298"/>
                <a:gd name="connsiteX103" fmla="*/ 0 w 1309544"/>
                <a:gd name="connsiteY103" fmla="*/ 999337 h 1422298"/>
                <a:gd name="connsiteX104" fmla="*/ 24461 w 1309544"/>
                <a:gd name="connsiteY104" fmla="*/ 974877 h 1422298"/>
                <a:gd name="connsiteX105" fmla="*/ 1285084 w 1309544"/>
                <a:gd name="connsiteY105" fmla="*/ 775599 h 1422298"/>
                <a:gd name="connsiteX106" fmla="*/ 1309544 w 1309544"/>
                <a:gd name="connsiteY106" fmla="*/ 800059 h 1422298"/>
                <a:gd name="connsiteX107" fmla="*/ 1285084 w 1309544"/>
                <a:gd name="connsiteY107" fmla="*/ 824520 h 1422298"/>
                <a:gd name="connsiteX108" fmla="*/ 1260623 w 1309544"/>
                <a:gd name="connsiteY108" fmla="*/ 800059 h 1422298"/>
                <a:gd name="connsiteX109" fmla="*/ 1285084 w 1309544"/>
                <a:gd name="connsiteY109" fmla="*/ 775599 h 1422298"/>
                <a:gd name="connsiteX110" fmla="*/ 1074969 w 1309544"/>
                <a:gd name="connsiteY110" fmla="*/ 775599 h 1422298"/>
                <a:gd name="connsiteX111" fmla="*/ 1099430 w 1309544"/>
                <a:gd name="connsiteY111" fmla="*/ 800059 h 1422298"/>
                <a:gd name="connsiteX112" fmla="*/ 1074969 w 1309544"/>
                <a:gd name="connsiteY112" fmla="*/ 824520 h 1422298"/>
                <a:gd name="connsiteX113" fmla="*/ 1050510 w 1309544"/>
                <a:gd name="connsiteY113" fmla="*/ 800059 h 1422298"/>
                <a:gd name="connsiteX114" fmla="*/ 1074969 w 1309544"/>
                <a:gd name="connsiteY114" fmla="*/ 775599 h 1422298"/>
                <a:gd name="connsiteX115" fmla="*/ 864857 w 1309544"/>
                <a:gd name="connsiteY115" fmla="*/ 775599 h 1422298"/>
                <a:gd name="connsiteX116" fmla="*/ 889318 w 1309544"/>
                <a:gd name="connsiteY116" fmla="*/ 800059 h 1422298"/>
                <a:gd name="connsiteX117" fmla="*/ 864857 w 1309544"/>
                <a:gd name="connsiteY117" fmla="*/ 824520 h 1422298"/>
                <a:gd name="connsiteX118" fmla="*/ 840397 w 1309544"/>
                <a:gd name="connsiteY118" fmla="*/ 800059 h 1422298"/>
                <a:gd name="connsiteX119" fmla="*/ 864857 w 1309544"/>
                <a:gd name="connsiteY119" fmla="*/ 775599 h 1422298"/>
                <a:gd name="connsiteX120" fmla="*/ 654799 w 1309544"/>
                <a:gd name="connsiteY120" fmla="*/ 775599 h 1422298"/>
                <a:gd name="connsiteX121" fmla="*/ 679259 w 1309544"/>
                <a:gd name="connsiteY121" fmla="*/ 800059 h 1422298"/>
                <a:gd name="connsiteX122" fmla="*/ 654799 w 1309544"/>
                <a:gd name="connsiteY122" fmla="*/ 824520 h 1422298"/>
                <a:gd name="connsiteX123" fmla="*/ 630338 w 1309544"/>
                <a:gd name="connsiteY123" fmla="*/ 800059 h 1422298"/>
                <a:gd name="connsiteX124" fmla="*/ 654799 w 1309544"/>
                <a:gd name="connsiteY124" fmla="*/ 775599 h 1422298"/>
                <a:gd name="connsiteX125" fmla="*/ 444686 w 1309544"/>
                <a:gd name="connsiteY125" fmla="*/ 775599 h 1422298"/>
                <a:gd name="connsiteX126" fmla="*/ 469146 w 1309544"/>
                <a:gd name="connsiteY126" fmla="*/ 800059 h 1422298"/>
                <a:gd name="connsiteX127" fmla="*/ 444686 w 1309544"/>
                <a:gd name="connsiteY127" fmla="*/ 824520 h 1422298"/>
                <a:gd name="connsiteX128" fmla="*/ 420225 w 1309544"/>
                <a:gd name="connsiteY128" fmla="*/ 800059 h 1422298"/>
                <a:gd name="connsiteX129" fmla="*/ 444686 w 1309544"/>
                <a:gd name="connsiteY129" fmla="*/ 775599 h 1422298"/>
                <a:gd name="connsiteX130" fmla="*/ 234573 w 1309544"/>
                <a:gd name="connsiteY130" fmla="*/ 775599 h 1422298"/>
                <a:gd name="connsiteX131" fmla="*/ 259034 w 1309544"/>
                <a:gd name="connsiteY131" fmla="*/ 800059 h 1422298"/>
                <a:gd name="connsiteX132" fmla="*/ 234573 w 1309544"/>
                <a:gd name="connsiteY132" fmla="*/ 824520 h 1422298"/>
                <a:gd name="connsiteX133" fmla="*/ 210113 w 1309544"/>
                <a:gd name="connsiteY133" fmla="*/ 800059 h 1422298"/>
                <a:gd name="connsiteX134" fmla="*/ 234573 w 1309544"/>
                <a:gd name="connsiteY134" fmla="*/ 775599 h 1422298"/>
                <a:gd name="connsiteX135" fmla="*/ 24461 w 1309544"/>
                <a:gd name="connsiteY135" fmla="*/ 775599 h 1422298"/>
                <a:gd name="connsiteX136" fmla="*/ 48921 w 1309544"/>
                <a:gd name="connsiteY136" fmla="*/ 800059 h 1422298"/>
                <a:gd name="connsiteX137" fmla="*/ 24461 w 1309544"/>
                <a:gd name="connsiteY137" fmla="*/ 824520 h 1422298"/>
                <a:gd name="connsiteX138" fmla="*/ 0 w 1309544"/>
                <a:gd name="connsiteY138" fmla="*/ 800059 h 1422298"/>
                <a:gd name="connsiteX139" fmla="*/ 24461 w 1309544"/>
                <a:gd name="connsiteY139" fmla="*/ 775599 h 1422298"/>
                <a:gd name="connsiteX140" fmla="*/ 1285084 w 1309544"/>
                <a:gd name="connsiteY140" fmla="*/ 597779 h 1422298"/>
                <a:gd name="connsiteX141" fmla="*/ 1309544 w 1309544"/>
                <a:gd name="connsiteY141" fmla="*/ 622239 h 1422298"/>
                <a:gd name="connsiteX142" fmla="*/ 1285084 w 1309544"/>
                <a:gd name="connsiteY142" fmla="*/ 646700 h 1422298"/>
                <a:gd name="connsiteX143" fmla="*/ 1260623 w 1309544"/>
                <a:gd name="connsiteY143" fmla="*/ 622239 h 1422298"/>
                <a:gd name="connsiteX144" fmla="*/ 1285084 w 1309544"/>
                <a:gd name="connsiteY144" fmla="*/ 597779 h 1422298"/>
                <a:gd name="connsiteX145" fmla="*/ 1074969 w 1309544"/>
                <a:gd name="connsiteY145" fmla="*/ 597779 h 1422298"/>
                <a:gd name="connsiteX146" fmla="*/ 1099430 w 1309544"/>
                <a:gd name="connsiteY146" fmla="*/ 622239 h 1422298"/>
                <a:gd name="connsiteX147" fmla="*/ 1074969 w 1309544"/>
                <a:gd name="connsiteY147" fmla="*/ 646700 h 1422298"/>
                <a:gd name="connsiteX148" fmla="*/ 1050510 w 1309544"/>
                <a:gd name="connsiteY148" fmla="*/ 622239 h 1422298"/>
                <a:gd name="connsiteX149" fmla="*/ 1074969 w 1309544"/>
                <a:gd name="connsiteY149" fmla="*/ 597779 h 1422298"/>
                <a:gd name="connsiteX150" fmla="*/ 864857 w 1309544"/>
                <a:gd name="connsiteY150" fmla="*/ 597779 h 1422298"/>
                <a:gd name="connsiteX151" fmla="*/ 889318 w 1309544"/>
                <a:gd name="connsiteY151" fmla="*/ 622239 h 1422298"/>
                <a:gd name="connsiteX152" fmla="*/ 864857 w 1309544"/>
                <a:gd name="connsiteY152" fmla="*/ 646700 h 1422298"/>
                <a:gd name="connsiteX153" fmla="*/ 840397 w 1309544"/>
                <a:gd name="connsiteY153" fmla="*/ 622239 h 1422298"/>
                <a:gd name="connsiteX154" fmla="*/ 864857 w 1309544"/>
                <a:gd name="connsiteY154" fmla="*/ 597779 h 1422298"/>
                <a:gd name="connsiteX155" fmla="*/ 654799 w 1309544"/>
                <a:gd name="connsiteY155" fmla="*/ 597779 h 1422298"/>
                <a:gd name="connsiteX156" fmla="*/ 679259 w 1309544"/>
                <a:gd name="connsiteY156" fmla="*/ 622239 h 1422298"/>
                <a:gd name="connsiteX157" fmla="*/ 654799 w 1309544"/>
                <a:gd name="connsiteY157" fmla="*/ 646700 h 1422298"/>
                <a:gd name="connsiteX158" fmla="*/ 630338 w 1309544"/>
                <a:gd name="connsiteY158" fmla="*/ 622239 h 1422298"/>
                <a:gd name="connsiteX159" fmla="*/ 654799 w 1309544"/>
                <a:gd name="connsiteY159" fmla="*/ 597779 h 1422298"/>
                <a:gd name="connsiteX160" fmla="*/ 444686 w 1309544"/>
                <a:gd name="connsiteY160" fmla="*/ 597779 h 1422298"/>
                <a:gd name="connsiteX161" fmla="*/ 469146 w 1309544"/>
                <a:gd name="connsiteY161" fmla="*/ 622239 h 1422298"/>
                <a:gd name="connsiteX162" fmla="*/ 444686 w 1309544"/>
                <a:gd name="connsiteY162" fmla="*/ 646700 h 1422298"/>
                <a:gd name="connsiteX163" fmla="*/ 420225 w 1309544"/>
                <a:gd name="connsiteY163" fmla="*/ 622239 h 1422298"/>
                <a:gd name="connsiteX164" fmla="*/ 444686 w 1309544"/>
                <a:gd name="connsiteY164" fmla="*/ 597779 h 1422298"/>
                <a:gd name="connsiteX165" fmla="*/ 234573 w 1309544"/>
                <a:gd name="connsiteY165" fmla="*/ 597779 h 1422298"/>
                <a:gd name="connsiteX166" fmla="*/ 259034 w 1309544"/>
                <a:gd name="connsiteY166" fmla="*/ 622239 h 1422298"/>
                <a:gd name="connsiteX167" fmla="*/ 234573 w 1309544"/>
                <a:gd name="connsiteY167" fmla="*/ 646700 h 1422298"/>
                <a:gd name="connsiteX168" fmla="*/ 210113 w 1309544"/>
                <a:gd name="connsiteY168" fmla="*/ 622239 h 1422298"/>
                <a:gd name="connsiteX169" fmla="*/ 234573 w 1309544"/>
                <a:gd name="connsiteY169" fmla="*/ 597779 h 1422298"/>
                <a:gd name="connsiteX170" fmla="*/ 24461 w 1309544"/>
                <a:gd name="connsiteY170" fmla="*/ 597779 h 1422298"/>
                <a:gd name="connsiteX171" fmla="*/ 48921 w 1309544"/>
                <a:gd name="connsiteY171" fmla="*/ 622239 h 1422298"/>
                <a:gd name="connsiteX172" fmla="*/ 24461 w 1309544"/>
                <a:gd name="connsiteY172" fmla="*/ 646700 h 1422298"/>
                <a:gd name="connsiteX173" fmla="*/ 0 w 1309544"/>
                <a:gd name="connsiteY173" fmla="*/ 622239 h 1422298"/>
                <a:gd name="connsiteX174" fmla="*/ 24461 w 1309544"/>
                <a:gd name="connsiteY174" fmla="*/ 597779 h 1422298"/>
                <a:gd name="connsiteX175" fmla="*/ 1285084 w 1309544"/>
                <a:gd name="connsiteY175" fmla="*/ 398501 h 1422298"/>
                <a:gd name="connsiteX176" fmla="*/ 1309544 w 1309544"/>
                <a:gd name="connsiteY176" fmla="*/ 422961 h 1422298"/>
                <a:gd name="connsiteX177" fmla="*/ 1285084 w 1309544"/>
                <a:gd name="connsiteY177" fmla="*/ 447422 h 1422298"/>
                <a:gd name="connsiteX178" fmla="*/ 1260623 w 1309544"/>
                <a:gd name="connsiteY178" fmla="*/ 422961 h 1422298"/>
                <a:gd name="connsiteX179" fmla="*/ 1285084 w 1309544"/>
                <a:gd name="connsiteY179" fmla="*/ 398501 h 1422298"/>
                <a:gd name="connsiteX180" fmla="*/ 1074969 w 1309544"/>
                <a:gd name="connsiteY180" fmla="*/ 398501 h 1422298"/>
                <a:gd name="connsiteX181" fmla="*/ 1099430 w 1309544"/>
                <a:gd name="connsiteY181" fmla="*/ 422961 h 1422298"/>
                <a:gd name="connsiteX182" fmla="*/ 1074969 w 1309544"/>
                <a:gd name="connsiteY182" fmla="*/ 447422 h 1422298"/>
                <a:gd name="connsiteX183" fmla="*/ 1050510 w 1309544"/>
                <a:gd name="connsiteY183" fmla="*/ 422961 h 1422298"/>
                <a:gd name="connsiteX184" fmla="*/ 1074969 w 1309544"/>
                <a:gd name="connsiteY184" fmla="*/ 398501 h 1422298"/>
                <a:gd name="connsiteX185" fmla="*/ 864857 w 1309544"/>
                <a:gd name="connsiteY185" fmla="*/ 398501 h 1422298"/>
                <a:gd name="connsiteX186" fmla="*/ 889318 w 1309544"/>
                <a:gd name="connsiteY186" fmla="*/ 422961 h 1422298"/>
                <a:gd name="connsiteX187" fmla="*/ 864857 w 1309544"/>
                <a:gd name="connsiteY187" fmla="*/ 447422 h 1422298"/>
                <a:gd name="connsiteX188" fmla="*/ 840397 w 1309544"/>
                <a:gd name="connsiteY188" fmla="*/ 422961 h 1422298"/>
                <a:gd name="connsiteX189" fmla="*/ 864857 w 1309544"/>
                <a:gd name="connsiteY189" fmla="*/ 398501 h 1422298"/>
                <a:gd name="connsiteX190" fmla="*/ 654799 w 1309544"/>
                <a:gd name="connsiteY190" fmla="*/ 398501 h 1422298"/>
                <a:gd name="connsiteX191" fmla="*/ 679259 w 1309544"/>
                <a:gd name="connsiteY191" fmla="*/ 422961 h 1422298"/>
                <a:gd name="connsiteX192" fmla="*/ 654799 w 1309544"/>
                <a:gd name="connsiteY192" fmla="*/ 447422 h 1422298"/>
                <a:gd name="connsiteX193" fmla="*/ 630338 w 1309544"/>
                <a:gd name="connsiteY193" fmla="*/ 422961 h 1422298"/>
                <a:gd name="connsiteX194" fmla="*/ 654799 w 1309544"/>
                <a:gd name="connsiteY194" fmla="*/ 398501 h 1422298"/>
                <a:gd name="connsiteX195" fmla="*/ 444686 w 1309544"/>
                <a:gd name="connsiteY195" fmla="*/ 398501 h 1422298"/>
                <a:gd name="connsiteX196" fmla="*/ 469146 w 1309544"/>
                <a:gd name="connsiteY196" fmla="*/ 422961 h 1422298"/>
                <a:gd name="connsiteX197" fmla="*/ 444686 w 1309544"/>
                <a:gd name="connsiteY197" fmla="*/ 447422 h 1422298"/>
                <a:gd name="connsiteX198" fmla="*/ 420225 w 1309544"/>
                <a:gd name="connsiteY198" fmla="*/ 422961 h 1422298"/>
                <a:gd name="connsiteX199" fmla="*/ 444686 w 1309544"/>
                <a:gd name="connsiteY199" fmla="*/ 398501 h 1422298"/>
                <a:gd name="connsiteX200" fmla="*/ 234573 w 1309544"/>
                <a:gd name="connsiteY200" fmla="*/ 398501 h 1422298"/>
                <a:gd name="connsiteX201" fmla="*/ 259034 w 1309544"/>
                <a:gd name="connsiteY201" fmla="*/ 422961 h 1422298"/>
                <a:gd name="connsiteX202" fmla="*/ 234573 w 1309544"/>
                <a:gd name="connsiteY202" fmla="*/ 447422 h 1422298"/>
                <a:gd name="connsiteX203" fmla="*/ 210113 w 1309544"/>
                <a:gd name="connsiteY203" fmla="*/ 422961 h 1422298"/>
                <a:gd name="connsiteX204" fmla="*/ 234573 w 1309544"/>
                <a:gd name="connsiteY204" fmla="*/ 398501 h 1422298"/>
                <a:gd name="connsiteX205" fmla="*/ 24461 w 1309544"/>
                <a:gd name="connsiteY205" fmla="*/ 398501 h 1422298"/>
                <a:gd name="connsiteX206" fmla="*/ 48921 w 1309544"/>
                <a:gd name="connsiteY206" fmla="*/ 422961 h 1422298"/>
                <a:gd name="connsiteX207" fmla="*/ 24461 w 1309544"/>
                <a:gd name="connsiteY207" fmla="*/ 447422 h 1422298"/>
                <a:gd name="connsiteX208" fmla="*/ 0 w 1309544"/>
                <a:gd name="connsiteY208" fmla="*/ 422961 h 1422298"/>
                <a:gd name="connsiteX209" fmla="*/ 24461 w 1309544"/>
                <a:gd name="connsiteY209" fmla="*/ 398501 h 1422298"/>
                <a:gd name="connsiteX210" fmla="*/ 1285084 w 1309544"/>
                <a:gd name="connsiteY210" fmla="*/ 199224 h 1422298"/>
                <a:gd name="connsiteX211" fmla="*/ 1309544 w 1309544"/>
                <a:gd name="connsiteY211" fmla="*/ 223685 h 1422298"/>
                <a:gd name="connsiteX212" fmla="*/ 1285084 w 1309544"/>
                <a:gd name="connsiteY212" fmla="*/ 248145 h 1422298"/>
                <a:gd name="connsiteX213" fmla="*/ 1260623 w 1309544"/>
                <a:gd name="connsiteY213" fmla="*/ 223685 h 1422298"/>
                <a:gd name="connsiteX214" fmla="*/ 1285084 w 1309544"/>
                <a:gd name="connsiteY214" fmla="*/ 199224 h 1422298"/>
                <a:gd name="connsiteX215" fmla="*/ 1074969 w 1309544"/>
                <a:gd name="connsiteY215" fmla="*/ 199224 h 1422298"/>
                <a:gd name="connsiteX216" fmla="*/ 1099430 w 1309544"/>
                <a:gd name="connsiteY216" fmla="*/ 223685 h 1422298"/>
                <a:gd name="connsiteX217" fmla="*/ 1074969 w 1309544"/>
                <a:gd name="connsiteY217" fmla="*/ 248145 h 1422298"/>
                <a:gd name="connsiteX218" fmla="*/ 1050510 w 1309544"/>
                <a:gd name="connsiteY218" fmla="*/ 223685 h 1422298"/>
                <a:gd name="connsiteX219" fmla="*/ 1074969 w 1309544"/>
                <a:gd name="connsiteY219" fmla="*/ 199224 h 1422298"/>
                <a:gd name="connsiteX220" fmla="*/ 864857 w 1309544"/>
                <a:gd name="connsiteY220" fmla="*/ 199224 h 1422298"/>
                <a:gd name="connsiteX221" fmla="*/ 889318 w 1309544"/>
                <a:gd name="connsiteY221" fmla="*/ 223685 h 1422298"/>
                <a:gd name="connsiteX222" fmla="*/ 864857 w 1309544"/>
                <a:gd name="connsiteY222" fmla="*/ 248145 h 1422298"/>
                <a:gd name="connsiteX223" fmla="*/ 840397 w 1309544"/>
                <a:gd name="connsiteY223" fmla="*/ 223685 h 1422298"/>
                <a:gd name="connsiteX224" fmla="*/ 864857 w 1309544"/>
                <a:gd name="connsiteY224" fmla="*/ 199224 h 1422298"/>
                <a:gd name="connsiteX225" fmla="*/ 654799 w 1309544"/>
                <a:gd name="connsiteY225" fmla="*/ 199224 h 1422298"/>
                <a:gd name="connsiteX226" fmla="*/ 679259 w 1309544"/>
                <a:gd name="connsiteY226" fmla="*/ 223685 h 1422298"/>
                <a:gd name="connsiteX227" fmla="*/ 654799 w 1309544"/>
                <a:gd name="connsiteY227" fmla="*/ 248145 h 1422298"/>
                <a:gd name="connsiteX228" fmla="*/ 630338 w 1309544"/>
                <a:gd name="connsiteY228" fmla="*/ 223685 h 1422298"/>
                <a:gd name="connsiteX229" fmla="*/ 654799 w 1309544"/>
                <a:gd name="connsiteY229" fmla="*/ 199224 h 1422298"/>
                <a:gd name="connsiteX230" fmla="*/ 444686 w 1309544"/>
                <a:gd name="connsiteY230" fmla="*/ 199224 h 1422298"/>
                <a:gd name="connsiteX231" fmla="*/ 469146 w 1309544"/>
                <a:gd name="connsiteY231" fmla="*/ 223685 h 1422298"/>
                <a:gd name="connsiteX232" fmla="*/ 444686 w 1309544"/>
                <a:gd name="connsiteY232" fmla="*/ 248145 h 1422298"/>
                <a:gd name="connsiteX233" fmla="*/ 420225 w 1309544"/>
                <a:gd name="connsiteY233" fmla="*/ 223685 h 1422298"/>
                <a:gd name="connsiteX234" fmla="*/ 444686 w 1309544"/>
                <a:gd name="connsiteY234" fmla="*/ 199224 h 1422298"/>
                <a:gd name="connsiteX235" fmla="*/ 234573 w 1309544"/>
                <a:gd name="connsiteY235" fmla="*/ 199224 h 1422298"/>
                <a:gd name="connsiteX236" fmla="*/ 259034 w 1309544"/>
                <a:gd name="connsiteY236" fmla="*/ 223685 h 1422298"/>
                <a:gd name="connsiteX237" fmla="*/ 234573 w 1309544"/>
                <a:gd name="connsiteY237" fmla="*/ 248145 h 1422298"/>
                <a:gd name="connsiteX238" fmla="*/ 210113 w 1309544"/>
                <a:gd name="connsiteY238" fmla="*/ 223685 h 1422298"/>
                <a:gd name="connsiteX239" fmla="*/ 234573 w 1309544"/>
                <a:gd name="connsiteY239" fmla="*/ 199224 h 1422298"/>
                <a:gd name="connsiteX240" fmla="*/ 24461 w 1309544"/>
                <a:gd name="connsiteY240" fmla="*/ 199224 h 1422298"/>
                <a:gd name="connsiteX241" fmla="*/ 48921 w 1309544"/>
                <a:gd name="connsiteY241" fmla="*/ 223685 h 1422298"/>
                <a:gd name="connsiteX242" fmla="*/ 24461 w 1309544"/>
                <a:gd name="connsiteY242" fmla="*/ 248145 h 1422298"/>
                <a:gd name="connsiteX243" fmla="*/ 0 w 1309544"/>
                <a:gd name="connsiteY243" fmla="*/ 223685 h 1422298"/>
                <a:gd name="connsiteX244" fmla="*/ 24461 w 1309544"/>
                <a:gd name="connsiteY244" fmla="*/ 199224 h 1422298"/>
                <a:gd name="connsiteX245" fmla="*/ 1285084 w 1309544"/>
                <a:gd name="connsiteY245" fmla="*/ 0 h 1422298"/>
                <a:gd name="connsiteX246" fmla="*/ 1309544 w 1309544"/>
                <a:gd name="connsiteY246" fmla="*/ 24460 h 1422298"/>
                <a:gd name="connsiteX247" fmla="*/ 1285084 w 1309544"/>
                <a:gd name="connsiteY247" fmla="*/ 48921 h 1422298"/>
                <a:gd name="connsiteX248" fmla="*/ 1260623 w 1309544"/>
                <a:gd name="connsiteY248" fmla="*/ 24460 h 1422298"/>
                <a:gd name="connsiteX249" fmla="*/ 1285084 w 1309544"/>
                <a:gd name="connsiteY249" fmla="*/ 0 h 1422298"/>
                <a:gd name="connsiteX250" fmla="*/ 1074969 w 1309544"/>
                <a:gd name="connsiteY250" fmla="*/ 0 h 1422298"/>
                <a:gd name="connsiteX251" fmla="*/ 1099430 w 1309544"/>
                <a:gd name="connsiteY251" fmla="*/ 24460 h 1422298"/>
                <a:gd name="connsiteX252" fmla="*/ 1074969 w 1309544"/>
                <a:gd name="connsiteY252" fmla="*/ 48921 h 1422298"/>
                <a:gd name="connsiteX253" fmla="*/ 1050510 w 1309544"/>
                <a:gd name="connsiteY253" fmla="*/ 24460 h 1422298"/>
                <a:gd name="connsiteX254" fmla="*/ 1074969 w 1309544"/>
                <a:gd name="connsiteY254" fmla="*/ 0 h 1422298"/>
                <a:gd name="connsiteX255" fmla="*/ 864857 w 1309544"/>
                <a:gd name="connsiteY255" fmla="*/ 0 h 1422298"/>
                <a:gd name="connsiteX256" fmla="*/ 889318 w 1309544"/>
                <a:gd name="connsiteY256" fmla="*/ 24460 h 1422298"/>
                <a:gd name="connsiteX257" fmla="*/ 864857 w 1309544"/>
                <a:gd name="connsiteY257" fmla="*/ 48921 h 1422298"/>
                <a:gd name="connsiteX258" fmla="*/ 840397 w 1309544"/>
                <a:gd name="connsiteY258" fmla="*/ 24460 h 1422298"/>
                <a:gd name="connsiteX259" fmla="*/ 864857 w 1309544"/>
                <a:gd name="connsiteY259" fmla="*/ 0 h 1422298"/>
                <a:gd name="connsiteX260" fmla="*/ 654799 w 1309544"/>
                <a:gd name="connsiteY260" fmla="*/ 0 h 1422298"/>
                <a:gd name="connsiteX261" fmla="*/ 679259 w 1309544"/>
                <a:gd name="connsiteY261" fmla="*/ 24460 h 1422298"/>
                <a:gd name="connsiteX262" fmla="*/ 654799 w 1309544"/>
                <a:gd name="connsiteY262" fmla="*/ 48921 h 1422298"/>
                <a:gd name="connsiteX263" fmla="*/ 630338 w 1309544"/>
                <a:gd name="connsiteY263" fmla="*/ 24460 h 1422298"/>
                <a:gd name="connsiteX264" fmla="*/ 654799 w 1309544"/>
                <a:gd name="connsiteY264" fmla="*/ 0 h 1422298"/>
                <a:gd name="connsiteX265" fmla="*/ 444686 w 1309544"/>
                <a:gd name="connsiteY265" fmla="*/ 0 h 1422298"/>
                <a:gd name="connsiteX266" fmla="*/ 469146 w 1309544"/>
                <a:gd name="connsiteY266" fmla="*/ 24460 h 1422298"/>
                <a:gd name="connsiteX267" fmla="*/ 444686 w 1309544"/>
                <a:gd name="connsiteY267" fmla="*/ 48921 h 1422298"/>
                <a:gd name="connsiteX268" fmla="*/ 420225 w 1309544"/>
                <a:gd name="connsiteY268" fmla="*/ 24460 h 1422298"/>
                <a:gd name="connsiteX269" fmla="*/ 444686 w 1309544"/>
                <a:gd name="connsiteY269" fmla="*/ 0 h 1422298"/>
                <a:gd name="connsiteX270" fmla="*/ 234573 w 1309544"/>
                <a:gd name="connsiteY270" fmla="*/ 0 h 1422298"/>
                <a:gd name="connsiteX271" fmla="*/ 259034 w 1309544"/>
                <a:gd name="connsiteY271" fmla="*/ 24460 h 1422298"/>
                <a:gd name="connsiteX272" fmla="*/ 234573 w 1309544"/>
                <a:gd name="connsiteY272" fmla="*/ 48921 h 1422298"/>
                <a:gd name="connsiteX273" fmla="*/ 210113 w 1309544"/>
                <a:gd name="connsiteY273" fmla="*/ 24460 h 1422298"/>
                <a:gd name="connsiteX274" fmla="*/ 234573 w 1309544"/>
                <a:gd name="connsiteY274" fmla="*/ 0 h 1422298"/>
                <a:gd name="connsiteX275" fmla="*/ 24461 w 1309544"/>
                <a:gd name="connsiteY275" fmla="*/ 0 h 1422298"/>
                <a:gd name="connsiteX276" fmla="*/ 48921 w 1309544"/>
                <a:gd name="connsiteY276" fmla="*/ 24460 h 1422298"/>
                <a:gd name="connsiteX277" fmla="*/ 24461 w 1309544"/>
                <a:gd name="connsiteY277" fmla="*/ 48921 h 1422298"/>
                <a:gd name="connsiteX278" fmla="*/ 0 w 1309544"/>
                <a:gd name="connsiteY278" fmla="*/ 24460 h 1422298"/>
                <a:gd name="connsiteX279" fmla="*/ 24461 w 1309544"/>
                <a:gd name="connsiteY279" fmla="*/ 0 h 1422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Lst>
              <a:rect l="l" t="t" r="r" b="b"/>
              <a:pathLst>
                <a:path w="1309544" h="1422298">
                  <a:moveTo>
                    <a:pt x="1285084" y="1373377"/>
                  </a:moveTo>
                  <a:cubicBezTo>
                    <a:pt x="1298601" y="1373377"/>
                    <a:pt x="1309544" y="1384320"/>
                    <a:pt x="1309544" y="1397838"/>
                  </a:cubicBezTo>
                  <a:cubicBezTo>
                    <a:pt x="1309544" y="1411355"/>
                    <a:pt x="1298601" y="1422298"/>
                    <a:pt x="1285084" y="1422298"/>
                  </a:cubicBezTo>
                  <a:cubicBezTo>
                    <a:pt x="1271566" y="1422298"/>
                    <a:pt x="1260623" y="1411355"/>
                    <a:pt x="1260623" y="1397838"/>
                  </a:cubicBezTo>
                  <a:cubicBezTo>
                    <a:pt x="1260623" y="1384320"/>
                    <a:pt x="1271566" y="1373377"/>
                    <a:pt x="1285084" y="1373377"/>
                  </a:cubicBezTo>
                  <a:close/>
                  <a:moveTo>
                    <a:pt x="1075024" y="1373377"/>
                  </a:moveTo>
                  <a:cubicBezTo>
                    <a:pt x="1088532" y="1373377"/>
                    <a:pt x="1099485" y="1384328"/>
                    <a:pt x="1099485" y="1397838"/>
                  </a:cubicBezTo>
                  <a:cubicBezTo>
                    <a:pt x="1099485" y="1411347"/>
                    <a:pt x="1088534" y="1422298"/>
                    <a:pt x="1075024" y="1422298"/>
                  </a:cubicBezTo>
                  <a:cubicBezTo>
                    <a:pt x="1061515" y="1422298"/>
                    <a:pt x="1050563" y="1411347"/>
                    <a:pt x="1050563" y="1397838"/>
                  </a:cubicBezTo>
                  <a:cubicBezTo>
                    <a:pt x="1050563" y="1384328"/>
                    <a:pt x="1061514" y="1373377"/>
                    <a:pt x="1075024" y="1373377"/>
                  </a:cubicBezTo>
                  <a:close/>
                  <a:moveTo>
                    <a:pt x="864857" y="1373377"/>
                  </a:moveTo>
                  <a:cubicBezTo>
                    <a:pt x="878375" y="1373377"/>
                    <a:pt x="889318" y="1384320"/>
                    <a:pt x="889318" y="1397838"/>
                  </a:cubicBezTo>
                  <a:cubicBezTo>
                    <a:pt x="889318" y="1411355"/>
                    <a:pt x="878375" y="1422298"/>
                    <a:pt x="864857" y="1422298"/>
                  </a:cubicBezTo>
                  <a:cubicBezTo>
                    <a:pt x="851339" y="1422298"/>
                    <a:pt x="840397" y="1411355"/>
                    <a:pt x="840397" y="1397838"/>
                  </a:cubicBezTo>
                  <a:cubicBezTo>
                    <a:pt x="840397" y="1384320"/>
                    <a:pt x="851339" y="1373377"/>
                    <a:pt x="864857" y="1373377"/>
                  </a:cubicBezTo>
                  <a:close/>
                  <a:moveTo>
                    <a:pt x="654799" y="1373377"/>
                  </a:moveTo>
                  <a:cubicBezTo>
                    <a:pt x="668316" y="1373377"/>
                    <a:pt x="679259" y="1384320"/>
                    <a:pt x="679259" y="1397838"/>
                  </a:cubicBezTo>
                  <a:cubicBezTo>
                    <a:pt x="679259" y="1411355"/>
                    <a:pt x="668316" y="1422298"/>
                    <a:pt x="654799" y="1422298"/>
                  </a:cubicBezTo>
                  <a:cubicBezTo>
                    <a:pt x="641281" y="1422298"/>
                    <a:pt x="630338" y="1411355"/>
                    <a:pt x="630338" y="1397838"/>
                  </a:cubicBezTo>
                  <a:cubicBezTo>
                    <a:pt x="630338" y="1384320"/>
                    <a:pt x="641281" y="1373377"/>
                    <a:pt x="654799" y="1373377"/>
                  </a:cubicBezTo>
                  <a:close/>
                  <a:moveTo>
                    <a:pt x="444686" y="1373377"/>
                  </a:moveTo>
                  <a:cubicBezTo>
                    <a:pt x="458203" y="1373377"/>
                    <a:pt x="469146" y="1384320"/>
                    <a:pt x="469146" y="1397838"/>
                  </a:cubicBezTo>
                  <a:cubicBezTo>
                    <a:pt x="469146" y="1411355"/>
                    <a:pt x="458203" y="1422298"/>
                    <a:pt x="444686" y="1422298"/>
                  </a:cubicBezTo>
                  <a:cubicBezTo>
                    <a:pt x="431168" y="1422298"/>
                    <a:pt x="420225" y="1411355"/>
                    <a:pt x="420225" y="1397838"/>
                  </a:cubicBezTo>
                  <a:cubicBezTo>
                    <a:pt x="420225" y="1384320"/>
                    <a:pt x="431168" y="1373377"/>
                    <a:pt x="444686" y="1373377"/>
                  </a:cubicBezTo>
                  <a:close/>
                  <a:moveTo>
                    <a:pt x="234573" y="1373377"/>
                  </a:moveTo>
                  <a:cubicBezTo>
                    <a:pt x="248091" y="1373377"/>
                    <a:pt x="259034" y="1384320"/>
                    <a:pt x="259034" y="1397838"/>
                  </a:cubicBezTo>
                  <a:cubicBezTo>
                    <a:pt x="259034" y="1411355"/>
                    <a:pt x="248091" y="1422298"/>
                    <a:pt x="234573" y="1422298"/>
                  </a:cubicBezTo>
                  <a:cubicBezTo>
                    <a:pt x="221055" y="1422298"/>
                    <a:pt x="210113" y="1411355"/>
                    <a:pt x="210113" y="1397838"/>
                  </a:cubicBezTo>
                  <a:cubicBezTo>
                    <a:pt x="210113" y="1384320"/>
                    <a:pt x="221055" y="1373377"/>
                    <a:pt x="234573" y="1373377"/>
                  </a:cubicBezTo>
                  <a:close/>
                  <a:moveTo>
                    <a:pt x="24461" y="1373377"/>
                  </a:moveTo>
                  <a:cubicBezTo>
                    <a:pt x="37978" y="1373377"/>
                    <a:pt x="48921" y="1384320"/>
                    <a:pt x="48921" y="1397838"/>
                  </a:cubicBezTo>
                  <a:cubicBezTo>
                    <a:pt x="48921" y="1411355"/>
                    <a:pt x="37978" y="1422298"/>
                    <a:pt x="24461" y="1422298"/>
                  </a:cubicBezTo>
                  <a:cubicBezTo>
                    <a:pt x="10943" y="1422298"/>
                    <a:pt x="0" y="1411355"/>
                    <a:pt x="0" y="1397838"/>
                  </a:cubicBezTo>
                  <a:cubicBezTo>
                    <a:pt x="0" y="1384320"/>
                    <a:pt x="10943" y="1373377"/>
                    <a:pt x="24461" y="1373377"/>
                  </a:cubicBezTo>
                  <a:close/>
                  <a:moveTo>
                    <a:pt x="1285084" y="1174100"/>
                  </a:moveTo>
                  <a:cubicBezTo>
                    <a:pt x="1298601" y="1174100"/>
                    <a:pt x="1309544" y="1185043"/>
                    <a:pt x="1309544" y="1198560"/>
                  </a:cubicBezTo>
                  <a:cubicBezTo>
                    <a:pt x="1309544" y="1212078"/>
                    <a:pt x="1298601" y="1223021"/>
                    <a:pt x="1285084" y="1223021"/>
                  </a:cubicBezTo>
                  <a:cubicBezTo>
                    <a:pt x="1271566" y="1223021"/>
                    <a:pt x="1260623" y="1212078"/>
                    <a:pt x="1260623" y="1198560"/>
                  </a:cubicBezTo>
                  <a:cubicBezTo>
                    <a:pt x="1260623" y="1185043"/>
                    <a:pt x="1271566" y="1174100"/>
                    <a:pt x="1285084" y="1174100"/>
                  </a:cubicBezTo>
                  <a:close/>
                  <a:moveTo>
                    <a:pt x="1074969" y="1174100"/>
                  </a:moveTo>
                  <a:cubicBezTo>
                    <a:pt x="1088487" y="1174100"/>
                    <a:pt x="1099430" y="1185043"/>
                    <a:pt x="1099430" y="1198560"/>
                  </a:cubicBezTo>
                  <a:cubicBezTo>
                    <a:pt x="1099430" y="1212078"/>
                    <a:pt x="1088487" y="1223021"/>
                    <a:pt x="1074969" y="1223021"/>
                  </a:cubicBezTo>
                  <a:cubicBezTo>
                    <a:pt x="1061453" y="1223021"/>
                    <a:pt x="1050510" y="1212078"/>
                    <a:pt x="1050510" y="1198560"/>
                  </a:cubicBezTo>
                  <a:cubicBezTo>
                    <a:pt x="1050510" y="1185043"/>
                    <a:pt x="1061453" y="1174100"/>
                    <a:pt x="1074969" y="1174100"/>
                  </a:cubicBezTo>
                  <a:close/>
                  <a:moveTo>
                    <a:pt x="864857" y="1174100"/>
                  </a:moveTo>
                  <a:cubicBezTo>
                    <a:pt x="878375" y="1174100"/>
                    <a:pt x="889318" y="1185043"/>
                    <a:pt x="889318" y="1198560"/>
                  </a:cubicBezTo>
                  <a:cubicBezTo>
                    <a:pt x="889318" y="1212078"/>
                    <a:pt x="878375" y="1223021"/>
                    <a:pt x="864857" y="1223021"/>
                  </a:cubicBezTo>
                  <a:cubicBezTo>
                    <a:pt x="851339" y="1223021"/>
                    <a:pt x="840397" y="1212078"/>
                    <a:pt x="840397" y="1198560"/>
                  </a:cubicBezTo>
                  <a:cubicBezTo>
                    <a:pt x="840397" y="1185043"/>
                    <a:pt x="851339" y="1174100"/>
                    <a:pt x="864857" y="1174100"/>
                  </a:cubicBezTo>
                  <a:close/>
                  <a:moveTo>
                    <a:pt x="654799" y="1174100"/>
                  </a:moveTo>
                  <a:cubicBezTo>
                    <a:pt x="668316" y="1174100"/>
                    <a:pt x="679259" y="1185043"/>
                    <a:pt x="679259" y="1198560"/>
                  </a:cubicBezTo>
                  <a:cubicBezTo>
                    <a:pt x="679259" y="1212078"/>
                    <a:pt x="668316" y="1223021"/>
                    <a:pt x="654799" y="1223021"/>
                  </a:cubicBezTo>
                  <a:cubicBezTo>
                    <a:pt x="641281" y="1223021"/>
                    <a:pt x="630338" y="1212078"/>
                    <a:pt x="630338" y="1198560"/>
                  </a:cubicBezTo>
                  <a:cubicBezTo>
                    <a:pt x="630338" y="1185043"/>
                    <a:pt x="641281" y="1174100"/>
                    <a:pt x="654799" y="1174100"/>
                  </a:cubicBezTo>
                  <a:close/>
                  <a:moveTo>
                    <a:pt x="444686" y="1174100"/>
                  </a:moveTo>
                  <a:cubicBezTo>
                    <a:pt x="458203" y="1174100"/>
                    <a:pt x="469146" y="1185043"/>
                    <a:pt x="469146" y="1198560"/>
                  </a:cubicBezTo>
                  <a:cubicBezTo>
                    <a:pt x="469146" y="1212078"/>
                    <a:pt x="458203" y="1223021"/>
                    <a:pt x="444686" y="1223021"/>
                  </a:cubicBezTo>
                  <a:cubicBezTo>
                    <a:pt x="431168" y="1223021"/>
                    <a:pt x="420225" y="1212078"/>
                    <a:pt x="420225" y="1198560"/>
                  </a:cubicBezTo>
                  <a:cubicBezTo>
                    <a:pt x="420225" y="1185043"/>
                    <a:pt x="431168" y="1174100"/>
                    <a:pt x="444686" y="1174100"/>
                  </a:cubicBezTo>
                  <a:close/>
                  <a:moveTo>
                    <a:pt x="234573" y="1174100"/>
                  </a:moveTo>
                  <a:cubicBezTo>
                    <a:pt x="248091" y="1174100"/>
                    <a:pt x="259034" y="1185043"/>
                    <a:pt x="259034" y="1198560"/>
                  </a:cubicBezTo>
                  <a:cubicBezTo>
                    <a:pt x="259034" y="1212078"/>
                    <a:pt x="248091" y="1223021"/>
                    <a:pt x="234573" y="1223021"/>
                  </a:cubicBezTo>
                  <a:cubicBezTo>
                    <a:pt x="221055" y="1223021"/>
                    <a:pt x="210113" y="1212078"/>
                    <a:pt x="210113" y="1198560"/>
                  </a:cubicBezTo>
                  <a:cubicBezTo>
                    <a:pt x="210113" y="1185043"/>
                    <a:pt x="221055" y="1174100"/>
                    <a:pt x="234573" y="1174100"/>
                  </a:cubicBezTo>
                  <a:close/>
                  <a:moveTo>
                    <a:pt x="24461" y="1174100"/>
                  </a:moveTo>
                  <a:cubicBezTo>
                    <a:pt x="37978" y="1174100"/>
                    <a:pt x="48921" y="1185043"/>
                    <a:pt x="48921" y="1198560"/>
                  </a:cubicBezTo>
                  <a:cubicBezTo>
                    <a:pt x="48921" y="1212078"/>
                    <a:pt x="37978" y="1223021"/>
                    <a:pt x="24461" y="1223021"/>
                  </a:cubicBezTo>
                  <a:cubicBezTo>
                    <a:pt x="10943" y="1223021"/>
                    <a:pt x="0" y="1212078"/>
                    <a:pt x="0" y="1198560"/>
                  </a:cubicBezTo>
                  <a:cubicBezTo>
                    <a:pt x="0" y="1185043"/>
                    <a:pt x="10943" y="1174100"/>
                    <a:pt x="24461" y="1174100"/>
                  </a:cubicBezTo>
                  <a:close/>
                  <a:moveTo>
                    <a:pt x="1285084" y="974877"/>
                  </a:moveTo>
                  <a:cubicBezTo>
                    <a:pt x="1298601" y="974877"/>
                    <a:pt x="1309544" y="985820"/>
                    <a:pt x="1309544" y="999337"/>
                  </a:cubicBezTo>
                  <a:cubicBezTo>
                    <a:pt x="1309544" y="1012855"/>
                    <a:pt x="1298601" y="1023798"/>
                    <a:pt x="1285084" y="1023798"/>
                  </a:cubicBezTo>
                  <a:cubicBezTo>
                    <a:pt x="1271566" y="1023798"/>
                    <a:pt x="1260623" y="1012855"/>
                    <a:pt x="1260623" y="999337"/>
                  </a:cubicBezTo>
                  <a:cubicBezTo>
                    <a:pt x="1260623" y="985820"/>
                    <a:pt x="1271566" y="974877"/>
                    <a:pt x="1285084" y="974877"/>
                  </a:cubicBezTo>
                  <a:close/>
                  <a:moveTo>
                    <a:pt x="1074969" y="974877"/>
                  </a:moveTo>
                  <a:cubicBezTo>
                    <a:pt x="1088487" y="974877"/>
                    <a:pt x="1099430" y="985820"/>
                    <a:pt x="1099430" y="999337"/>
                  </a:cubicBezTo>
                  <a:cubicBezTo>
                    <a:pt x="1099430" y="1012855"/>
                    <a:pt x="1088487" y="1023798"/>
                    <a:pt x="1074969" y="1023798"/>
                  </a:cubicBezTo>
                  <a:cubicBezTo>
                    <a:pt x="1061453" y="1023798"/>
                    <a:pt x="1050510" y="1012855"/>
                    <a:pt x="1050510" y="999337"/>
                  </a:cubicBezTo>
                  <a:cubicBezTo>
                    <a:pt x="1050510" y="985820"/>
                    <a:pt x="1061453" y="974877"/>
                    <a:pt x="1074969" y="974877"/>
                  </a:cubicBezTo>
                  <a:close/>
                  <a:moveTo>
                    <a:pt x="864857" y="974877"/>
                  </a:moveTo>
                  <a:cubicBezTo>
                    <a:pt x="878375" y="974877"/>
                    <a:pt x="889318" y="985820"/>
                    <a:pt x="889318" y="999337"/>
                  </a:cubicBezTo>
                  <a:cubicBezTo>
                    <a:pt x="889318" y="1012855"/>
                    <a:pt x="878375" y="1023798"/>
                    <a:pt x="864857" y="1023798"/>
                  </a:cubicBezTo>
                  <a:cubicBezTo>
                    <a:pt x="851339" y="1023798"/>
                    <a:pt x="840397" y="1012855"/>
                    <a:pt x="840397" y="999337"/>
                  </a:cubicBezTo>
                  <a:cubicBezTo>
                    <a:pt x="840397" y="985820"/>
                    <a:pt x="851339" y="974877"/>
                    <a:pt x="864857" y="974877"/>
                  </a:cubicBezTo>
                  <a:close/>
                  <a:moveTo>
                    <a:pt x="654799" y="974877"/>
                  </a:moveTo>
                  <a:cubicBezTo>
                    <a:pt x="668316" y="974877"/>
                    <a:pt x="679259" y="985820"/>
                    <a:pt x="679259" y="999337"/>
                  </a:cubicBezTo>
                  <a:cubicBezTo>
                    <a:pt x="679259" y="1012855"/>
                    <a:pt x="668316" y="1023798"/>
                    <a:pt x="654799" y="1023798"/>
                  </a:cubicBezTo>
                  <a:cubicBezTo>
                    <a:pt x="641281" y="1023798"/>
                    <a:pt x="630338" y="1012855"/>
                    <a:pt x="630338" y="999337"/>
                  </a:cubicBezTo>
                  <a:cubicBezTo>
                    <a:pt x="630338" y="985820"/>
                    <a:pt x="641281" y="974877"/>
                    <a:pt x="654799" y="974877"/>
                  </a:cubicBezTo>
                  <a:close/>
                  <a:moveTo>
                    <a:pt x="444686" y="974877"/>
                  </a:moveTo>
                  <a:cubicBezTo>
                    <a:pt x="458203" y="974877"/>
                    <a:pt x="469146" y="985820"/>
                    <a:pt x="469146" y="999337"/>
                  </a:cubicBezTo>
                  <a:cubicBezTo>
                    <a:pt x="469146" y="1012855"/>
                    <a:pt x="458203" y="1023798"/>
                    <a:pt x="444686" y="1023798"/>
                  </a:cubicBezTo>
                  <a:cubicBezTo>
                    <a:pt x="431168" y="1023798"/>
                    <a:pt x="420225" y="1012855"/>
                    <a:pt x="420225" y="999337"/>
                  </a:cubicBezTo>
                  <a:cubicBezTo>
                    <a:pt x="420225" y="985820"/>
                    <a:pt x="431168" y="974877"/>
                    <a:pt x="444686" y="974877"/>
                  </a:cubicBezTo>
                  <a:close/>
                  <a:moveTo>
                    <a:pt x="234573" y="974877"/>
                  </a:moveTo>
                  <a:cubicBezTo>
                    <a:pt x="248091" y="974877"/>
                    <a:pt x="259034" y="985820"/>
                    <a:pt x="259034" y="999337"/>
                  </a:cubicBezTo>
                  <a:cubicBezTo>
                    <a:pt x="259034" y="1012855"/>
                    <a:pt x="248091" y="1023798"/>
                    <a:pt x="234573" y="1023798"/>
                  </a:cubicBezTo>
                  <a:cubicBezTo>
                    <a:pt x="221055" y="1023798"/>
                    <a:pt x="210113" y="1012855"/>
                    <a:pt x="210113" y="999337"/>
                  </a:cubicBezTo>
                  <a:cubicBezTo>
                    <a:pt x="210113" y="985820"/>
                    <a:pt x="221055" y="974877"/>
                    <a:pt x="234573" y="974877"/>
                  </a:cubicBezTo>
                  <a:close/>
                  <a:moveTo>
                    <a:pt x="24461" y="974877"/>
                  </a:moveTo>
                  <a:cubicBezTo>
                    <a:pt x="37978" y="974877"/>
                    <a:pt x="48921" y="985820"/>
                    <a:pt x="48921" y="999337"/>
                  </a:cubicBezTo>
                  <a:cubicBezTo>
                    <a:pt x="48921" y="1012855"/>
                    <a:pt x="37978" y="1023798"/>
                    <a:pt x="24461" y="1023798"/>
                  </a:cubicBezTo>
                  <a:cubicBezTo>
                    <a:pt x="10943" y="1023798"/>
                    <a:pt x="0" y="1012855"/>
                    <a:pt x="0" y="999337"/>
                  </a:cubicBezTo>
                  <a:cubicBezTo>
                    <a:pt x="0" y="985820"/>
                    <a:pt x="10943" y="974877"/>
                    <a:pt x="24461" y="974877"/>
                  </a:cubicBezTo>
                  <a:close/>
                  <a:moveTo>
                    <a:pt x="1285084" y="775599"/>
                  </a:moveTo>
                  <a:cubicBezTo>
                    <a:pt x="1298601" y="775599"/>
                    <a:pt x="1309544" y="786542"/>
                    <a:pt x="1309544" y="800059"/>
                  </a:cubicBezTo>
                  <a:cubicBezTo>
                    <a:pt x="1309544" y="813577"/>
                    <a:pt x="1298601" y="824520"/>
                    <a:pt x="1285084" y="824520"/>
                  </a:cubicBezTo>
                  <a:cubicBezTo>
                    <a:pt x="1271566" y="824520"/>
                    <a:pt x="1260623" y="813577"/>
                    <a:pt x="1260623" y="800059"/>
                  </a:cubicBezTo>
                  <a:cubicBezTo>
                    <a:pt x="1260623" y="786542"/>
                    <a:pt x="1271566" y="775599"/>
                    <a:pt x="1285084" y="775599"/>
                  </a:cubicBezTo>
                  <a:close/>
                  <a:moveTo>
                    <a:pt x="1074969" y="775599"/>
                  </a:moveTo>
                  <a:cubicBezTo>
                    <a:pt x="1088487" y="775599"/>
                    <a:pt x="1099430" y="786542"/>
                    <a:pt x="1099430" y="800059"/>
                  </a:cubicBezTo>
                  <a:cubicBezTo>
                    <a:pt x="1099430" y="813577"/>
                    <a:pt x="1088487" y="824520"/>
                    <a:pt x="1074969" y="824520"/>
                  </a:cubicBezTo>
                  <a:cubicBezTo>
                    <a:pt x="1061453" y="824520"/>
                    <a:pt x="1050510" y="813577"/>
                    <a:pt x="1050510" y="800059"/>
                  </a:cubicBezTo>
                  <a:cubicBezTo>
                    <a:pt x="1050510" y="786542"/>
                    <a:pt x="1061453" y="775599"/>
                    <a:pt x="1074969" y="775599"/>
                  </a:cubicBezTo>
                  <a:close/>
                  <a:moveTo>
                    <a:pt x="864857" y="775599"/>
                  </a:moveTo>
                  <a:cubicBezTo>
                    <a:pt x="878375" y="775599"/>
                    <a:pt x="889318" y="786542"/>
                    <a:pt x="889318" y="800059"/>
                  </a:cubicBezTo>
                  <a:cubicBezTo>
                    <a:pt x="889318" y="813577"/>
                    <a:pt x="878375" y="824520"/>
                    <a:pt x="864857" y="824520"/>
                  </a:cubicBezTo>
                  <a:cubicBezTo>
                    <a:pt x="851339" y="824520"/>
                    <a:pt x="840397" y="813577"/>
                    <a:pt x="840397" y="800059"/>
                  </a:cubicBezTo>
                  <a:cubicBezTo>
                    <a:pt x="840397" y="786542"/>
                    <a:pt x="851339" y="775599"/>
                    <a:pt x="864857" y="775599"/>
                  </a:cubicBezTo>
                  <a:close/>
                  <a:moveTo>
                    <a:pt x="654799" y="775599"/>
                  </a:moveTo>
                  <a:cubicBezTo>
                    <a:pt x="668316" y="775599"/>
                    <a:pt x="679259" y="786542"/>
                    <a:pt x="679259" y="800059"/>
                  </a:cubicBezTo>
                  <a:cubicBezTo>
                    <a:pt x="679259" y="813577"/>
                    <a:pt x="668316" y="824520"/>
                    <a:pt x="654799" y="824520"/>
                  </a:cubicBezTo>
                  <a:cubicBezTo>
                    <a:pt x="641281" y="824520"/>
                    <a:pt x="630338" y="813577"/>
                    <a:pt x="630338" y="800059"/>
                  </a:cubicBezTo>
                  <a:cubicBezTo>
                    <a:pt x="630338" y="786542"/>
                    <a:pt x="641281" y="775599"/>
                    <a:pt x="654799" y="775599"/>
                  </a:cubicBezTo>
                  <a:close/>
                  <a:moveTo>
                    <a:pt x="444686" y="775599"/>
                  </a:moveTo>
                  <a:cubicBezTo>
                    <a:pt x="458203" y="775599"/>
                    <a:pt x="469146" y="786542"/>
                    <a:pt x="469146" y="800059"/>
                  </a:cubicBezTo>
                  <a:cubicBezTo>
                    <a:pt x="469146" y="813577"/>
                    <a:pt x="458203" y="824520"/>
                    <a:pt x="444686" y="824520"/>
                  </a:cubicBezTo>
                  <a:cubicBezTo>
                    <a:pt x="431168" y="824520"/>
                    <a:pt x="420225" y="813577"/>
                    <a:pt x="420225" y="800059"/>
                  </a:cubicBezTo>
                  <a:cubicBezTo>
                    <a:pt x="420225" y="786542"/>
                    <a:pt x="431168" y="775599"/>
                    <a:pt x="444686" y="775599"/>
                  </a:cubicBezTo>
                  <a:close/>
                  <a:moveTo>
                    <a:pt x="234573" y="775599"/>
                  </a:moveTo>
                  <a:cubicBezTo>
                    <a:pt x="248091" y="775599"/>
                    <a:pt x="259034" y="786542"/>
                    <a:pt x="259034" y="800059"/>
                  </a:cubicBezTo>
                  <a:cubicBezTo>
                    <a:pt x="259034" y="813577"/>
                    <a:pt x="248091" y="824520"/>
                    <a:pt x="234573" y="824520"/>
                  </a:cubicBezTo>
                  <a:cubicBezTo>
                    <a:pt x="221055" y="824520"/>
                    <a:pt x="210113" y="813577"/>
                    <a:pt x="210113" y="800059"/>
                  </a:cubicBezTo>
                  <a:cubicBezTo>
                    <a:pt x="210113" y="786542"/>
                    <a:pt x="221055" y="775599"/>
                    <a:pt x="234573" y="775599"/>
                  </a:cubicBezTo>
                  <a:close/>
                  <a:moveTo>
                    <a:pt x="24461" y="775599"/>
                  </a:moveTo>
                  <a:cubicBezTo>
                    <a:pt x="37978" y="775599"/>
                    <a:pt x="48921" y="786542"/>
                    <a:pt x="48921" y="800059"/>
                  </a:cubicBezTo>
                  <a:cubicBezTo>
                    <a:pt x="48921" y="813577"/>
                    <a:pt x="37978" y="824520"/>
                    <a:pt x="24461" y="824520"/>
                  </a:cubicBezTo>
                  <a:cubicBezTo>
                    <a:pt x="10943" y="824520"/>
                    <a:pt x="0" y="813577"/>
                    <a:pt x="0" y="800059"/>
                  </a:cubicBezTo>
                  <a:cubicBezTo>
                    <a:pt x="0" y="786542"/>
                    <a:pt x="10943" y="775599"/>
                    <a:pt x="24461" y="775599"/>
                  </a:cubicBezTo>
                  <a:close/>
                  <a:moveTo>
                    <a:pt x="1285084" y="597779"/>
                  </a:moveTo>
                  <a:cubicBezTo>
                    <a:pt x="1298601" y="597779"/>
                    <a:pt x="1309544" y="608722"/>
                    <a:pt x="1309544" y="622239"/>
                  </a:cubicBezTo>
                  <a:cubicBezTo>
                    <a:pt x="1309544" y="635757"/>
                    <a:pt x="1298601" y="646700"/>
                    <a:pt x="1285084" y="646700"/>
                  </a:cubicBezTo>
                  <a:cubicBezTo>
                    <a:pt x="1271566" y="646700"/>
                    <a:pt x="1260623" y="635757"/>
                    <a:pt x="1260623" y="622239"/>
                  </a:cubicBezTo>
                  <a:cubicBezTo>
                    <a:pt x="1260623" y="608722"/>
                    <a:pt x="1271566" y="597779"/>
                    <a:pt x="1285084" y="597779"/>
                  </a:cubicBezTo>
                  <a:close/>
                  <a:moveTo>
                    <a:pt x="1074969" y="597779"/>
                  </a:moveTo>
                  <a:cubicBezTo>
                    <a:pt x="1088487" y="597779"/>
                    <a:pt x="1099430" y="608722"/>
                    <a:pt x="1099430" y="622239"/>
                  </a:cubicBezTo>
                  <a:cubicBezTo>
                    <a:pt x="1099430" y="635757"/>
                    <a:pt x="1088487" y="646700"/>
                    <a:pt x="1074969" y="646700"/>
                  </a:cubicBezTo>
                  <a:cubicBezTo>
                    <a:pt x="1061453" y="646700"/>
                    <a:pt x="1050510" y="635757"/>
                    <a:pt x="1050510" y="622239"/>
                  </a:cubicBezTo>
                  <a:cubicBezTo>
                    <a:pt x="1050510" y="608722"/>
                    <a:pt x="1061453" y="597779"/>
                    <a:pt x="1074969" y="597779"/>
                  </a:cubicBezTo>
                  <a:close/>
                  <a:moveTo>
                    <a:pt x="864857" y="597779"/>
                  </a:moveTo>
                  <a:cubicBezTo>
                    <a:pt x="878375" y="597779"/>
                    <a:pt x="889318" y="608722"/>
                    <a:pt x="889318" y="622239"/>
                  </a:cubicBezTo>
                  <a:cubicBezTo>
                    <a:pt x="889318" y="635757"/>
                    <a:pt x="878375" y="646700"/>
                    <a:pt x="864857" y="646700"/>
                  </a:cubicBezTo>
                  <a:cubicBezTo>
                    <a:pt x="851339" y="646700"/>
                    <a:pt x="840397" y="635757"/>
                    <a:pt x="840397" y="622239"/>
                  </a:cubicBezTo>
                  <a:cubicBezTo>
                    <a:pt x="840397" y="608722"/>
                    <a:pt x="851339" y="597779"/>
                    <a:pt x="864857" y="597779"/>
                  </a:cubicBezTo>
                  <a:close/>
                  <a:moveTo>
                    <a:pt x="654799" y="597779"/>
                  </a:moveTo>
                  <a:cubicBezTo>
                    <a:pt x="668316" y="597779"/>
                    <a:pt x="679259" y="608722"/>
                    <a:pt x="679259" y="622239"/>
                  </a:cubicBezTo>
                  <a:cubicBezTo>
                    <a:pt x="679259" y="635757"/>
                    <a:pt x="668316" y="646700"/>
                    <a:pt x="654799" y="646700"/>
                  </a:cubicBezTo>
                  <a:cubicBezTo>
                    <a:pt x="641281" y="646700"/>
                    <a:pt x="630338" y="635757"/>
                    <a:pt x="630338" y="622239"/>
                  </a:cubicBezTo>
                  <a:cubicBezTo>
                    <a:pt x="630338" y="608722"/>
                    <a:pt x="641281" y="597779"/>
                    <a:pt x="654799" y="597779"/>
                  </a:cubicBezTo>
                  <a:close/>
                  <a:moveTo>
                    <a:pt x="444686" y="597779"/>
                  </a:moveTo>
                  <a:cubicBezTo>
                    <a:pt x="458203" y="597779"/>
                    <a:pt x="469146" y="608722"/>
                    <a:pt x="469146" y="622239"/>
                  </a:cubicBezTo>
                  <a:cubicBezTo>
                    <a:pt x="469146" y="635757"/>
                    <a:pt x="458203" y="646700"/>
                    <a:pt x="444686" y="646700"/>
                  </a:cubicBezTo>
                  <a:cubicBezTo>
                    <a:pt x="431168" y="646700"/>
                    <a:pt x="420225" y="635757"/>
                    <a:pt x="420225" y="622239"/>
                  </a:cubicBezTo>
                  <a:cubicBezTo>
                    <a:pt x="420225" y="608722"/>
                    <a:pt x="431168" y="597779"/>
                    <a:pt x="444686" y="597779"/>
                  </a:cubicBezTo>
                  <a:close/>
                  <a:moveTo>
                    <a:pt x="234573" y="597779"/>
                  </a:moveTo>
                  <a:cubicBezTo>
                    <a:pt x="248091" y="597779"/>
                    <a:pt x="259034" y="608722"/>
                    <a:pt x="259034" y="622239"/>
                  </a:cubicBezTo>
                  <a:cubicBezTo>
                    <a:pt x="259034" y="635757"/>
                    <a:pt x="248091" y="646700"/>
                    <a:pt x="234573" y="646700"/>
                  </a:cubicBezTo>
                  <a:cubicBezTo>
                    <a:pt x="221055" y="646700"/>
                    <a:pt x="210113" y="635757"/>
                    <a:pt x="210113" y="622239"/>
                  </a:cubicBezTo>
                  <a:cubicBezTo>
                    <a:pt x="210113" y="608722"/>
                    <a:pt x="221055" y="597779"/>
                    <a:pt x="234573" y="597779"/>
                  </a:cubicBezTo>
                  <a:close/>
                  <a:moveTo>
                    <a:pt x="24461" y="597779"/>
                  </a:moveTo>
                  <a:cubicBezTo>
                    <a:pt x="37978" y="597779"/>
                    <a:pt x="48921" y="608722"/>
                    <a:pt x="48921" y="622239"/>
                  </a:cubicBezTo>
                  <a:cubicBezTo>
                    <a:pt x="48921" y="635757"/>
                    <a:pt x="37978" y="646700"/>
                    <a:pt x="24461" y="646700"/>
                  </a:cubicBezTo>
                  <a:cubicBezTo>
                    <a:pt x="10943" y="646700"/>
                    <a:pt x="0" y="635757"/>
                    <a:pt x="0" y="622239"/>
                  </a:cubicBezTo>
                  <a:cubicBezTo>
                    <a:pt x="0" y="608722"/>
                    <a:pt x="10943" y="597779"/>
                    <a:pt x="24461" y="597779"/>
                  </a:cubicBezTo>
                  <a:close/>
                  <a:moveTo>
                    <a:pt x="1285084" y="398501"/>
                  </a:moveTo>
                  <a:cubicBezTo>
                    <a:pt x="1298601" y="398501"/>
                    <a:pt x="1309544" y="409444"/>
                    <a:pt x="1309544" y="422961"/>
                  </a:cubicBezTo>
                  <a:cubicBezTo>
                    <a:pt x="1309544" y="436479"/>
                    <a:pt x="1298601" y="447422"/>
                    <a:pt x="1285084" y="447422"/>
                  </a:cubicBezTo>
                  <a:cubicBezTo>
                    <a:pt x="1271566" y="447422"/>
                    <a:pt x="1260623" y="436479"/>
                    <a:pt x="1260623" y="422961"/>
                  </a:cubicBezTo>
                  <a:cubicBezTo>
                    <a:pt x="1260623" y="409444"/>
                    <a:pt x="1271566" y="398501"/>
                    <a:pt x="1285084" y="398501"/>
                  </a:cubicBezTo>
                  <a:close/>
                  <a:moveTo>
                    <a:pt x="1074969" y="398501"/>
                  </a:moveTo>
                  <a:cubicBezTo>
                    <a:pt x="1088487" y="398501"/>
                    <a:pt x="1099430" y="409444"/>
                    <a:pt x="1099430" y="422961"/>
                  </a:cubicBezTo>
                  <a:cubicBezTo>
                    <a:pt x="1099430" y="436479"/>
                    <a:pt x="1088487" y="447422"/>
                    <a:pt x="1074969" y="447422"/>
                  </a:cubicBezTo>
                  <a:cubicBezTo>
                    <a:pt x="1061453" y="447422"/>
                    <a:pt x="1050510" y="436479"/>
                    <a:pt x="1050510" y="422961"/>
                  </a:cubicBezTo>
                  <a:cubicBezTo>
                    <a:pt x="1050510" y="409444"/>
                    <a:pt x="1061453" y="398501"/>
                    <a:pt x="1074969" y="398501"/>
                  </a:cubicBezTo>
                  <a:close/>
                  <a:moveTo>
                    <a:pt x="864857" y="398501"/>
                  </a:moveTo>
                  <a:cubicBezTo>
                    <a:pt x="878375" y="398501"/>
                    <a:pt x="889318" y="409444"/>
                    <a:pt x="889318" y="422961"/>
                  </a:cubicBezTo>
                  <a:cubicBezTo>
                    <a:pt x="889318" y="436479"/>
                    <a:pt x="878375" y="447422"/>
                    <a:pt x="864857" y="447422"/>
                  </a:cubicBezTo>
                  <a:cubicBezTo>
                    <a:pt x="851339" y="447422"/>
                    <a:pt x="840397" y="436479"/>
                    <a:pt x="840397" y="422961"/>
                  </a:cubicBezTo>
                  <a:cubicBezTo>
                    <a:pt x="840397" y="409444"/>
                    <a:pt x="851339" y="398501"/>
                    <a:pt x="864857" y="398501"/>
                  </a:cubicBezTo>
                  <a:close/>
                  <a:moveTo>
                    <a:pt x="654799" y="398501"/>
                  </a:moveTo>
                  <a:cubicBezTo>
                    <a:pt x="668316" y="398501"/>
                    <a:pt x="679259" y="409444"/>
                    <a:pt x="679259" y="422961"/>
                  </a:cubicBezTo>
                  <a:cubicBezTo>
                    <a:pt x="679259" y="436479"/>
                    <a:pt x="668316" y="447422"/>
                    <a:pt x="654799" y="447422"/>
                  </a:cubicBezTo>
                  <a:cubicBezTo>
                    <a:pt x="641281" y="447422"/>
                    <a:pt x="630338" y="436479"/>
                    <a:pt x="630338" y="422961"/>
                  </a:cubicBezTo>
                  <a:cubicBezTo>
                    <a:pt x="630338" y="409444"/>
                    <a:pt x="641281" y="398501"/>
                    <a:pt x="654799" y="398501"/>
                  </a:cubicBezTo>
                  <a:close/>
                  <a:moveTo>
                    <a:pt x="444686" y="398501"/>
                  </a:moveTo>
                  <a:cubicBezTo>
                    <a:pt x="458203" y="398501"/>
                    <a:pt x="469146" y="409444"/>
                    <a:pt x="469146" y="422961"/>
                  </a:cubicBezTo>
                  <a:cubicBezTo>
                    <a:pt x="469146" y="436479"/>
                    <a:pt x="458203" y="447422"/>
                    <a:pt x="444686" y="447422"/>
                  </a:cubicBezTo>
                  <a:cubicBezTo>
                    <a:pt x="431168" y="447422"/>
                    <a:pt x="420225" y="436479"/>
                    <a:pt x="420225" y="422961"/>
                  </a:cubicBezTo>
                  <a:cubicBezTo>
                    <a:pt x="420225" y="409444"/>
                    <a:pt x="431168" y="398501"/>
                    <a:pt x="444686" y="398501"/>
                  </a:cubicBezTo>
                  <a:close/>
                  <a:moveTo>
                    <a:pt x="234573" y="398501"/>
                  </a:moveTo>
                  <a:cubicBezTo>
                    <a:pt x="248091" y="398501"/>
                    <a:pt x="259034" y="409444"/>
                    <a:pt x="259034" y="422961"/>
                  </a:cubicBezTo>
                  <a:cubicBezTo>
                    <a:pt x="259034" y="436479"/>
                    <a:pt x="248091" y="447422"/>
                    <a:pt x="234573" y="447422"/>
                  </a:cubicBezTo>
                  <a:cubicBezTo>
                    <a:pt x="221055" y="447422"/>
                    <a:pt x="210113" y="436479"/>
                    <a:pt x="210113" y="422961"/>
                  </a:cubicBezTo>
                  <a:cubicBezTo>
                    <a:pt x="210113" y="409444"/>
                    <a:pt x="221055" y="398501"/>
                    <a:pt x="234573" y="398501"/>
                  </a:cubicBezTo>
                  <a:close/>
                  <a:moveTo>
                    <a:pt x="24461" y="398501"/>
                  </a:moveTo>
                  <a:cubicBezTo>
                    <a:pt x="37978" y="398501"/>
                    <a:pt x="48921" y="409444"/>
                    <a:pt x="48921" y="422961"/>
                  </a:cubicBezTo>
                  <a:cubicBezTo>
                    <a:pt x="48921" y="436479"/>
                    <a:pt x="37978" y="447422"/>
                    <a:pt x="24461" y="447422"/>
                  </a:cubicBezTo>
                  <a:cubicBezTo>
                    <a:pt x="10943" y="447422"/>
                    <a:pt x="0" y="436479"/>
                    <a:pt x="0" y="422961"/>
                  </a:cubicBezTo>
                  <a:cubicBezTo>
                    <a:pt x="0" y="409444"/>
                    <a:pt x="10943" y="398501"/>
                    <a:pt x="24461" y="398501"/>
                  </a:cubicBezTo>
                  <a:close/>
                  <a:moveTo>
                    <a:pt x="1285084" y="199224"/>
                  </a:moveTo>
                  <a:cubicBezTo>
                    <a:pt x="1298601" y="199278"/>
                    <a:pt x="1309544" y="210221"/>
                    <a:pt x="1309544" y="223685"/>
                  </a:cubicBezTo>
                  <a:cubicBezTo>
                    <a:pt x="1309544" y="237202"/>
                    <a:pt x="1298601" y="248145"/>
                    <a:pt x="1285084" y="248145"/>
                  </a:cubicBezTo>
                  <a:cubicBezTo>
                    <a:pt x="1271566" y="248145"/>
                    <a:pt x="1260623" y="237202"/>
                    <a:pt x="1260623" y="223685"/>
                  </a:cubicBezTo>
                  <a:cubicBezTo>
                    <a:pt x="1260623" y="210167"/>
                    <a:pt x="1271566" y="199224"/>
                    <a:pt x="1285084" y="199224"/>
                  </a:cubicBezTo>
                  <a:close/>
                  <a:moveTo>
                    <a:pt x="1074969" y="199224"/>
                  </a:moveTo>
                  <a:cubicBezTo>
                    <a:pt x="1088487" y="199224"/>
                    <a:pt x="1099430" y="210221"/>
                    <a:pt x="1099430" y="223685"/>
                  </a:cubicBezTo>
                  <a:cubicBezTo>
                    <a:pt x="1099430" y="237202"/>
                    <a:pt x="1088487" y="248145"/>
                    <a:pt x="1074969" y="248145"/>
                  </a:cubicBezTo>
                  <a:cubicBezTo>
                    <a:pt x="1061453" y="248145"/>
                    <a:pt x="1050510" y="237202"/>
                    <a:pt x="1050510" y="223685"/>
                  </a:cubicBezTo>
                  <a:cubicBezTo>
                    <a:pt x="1050510" y="210167"/>
                    <a:pt x="1061453" y="199224"/>
                    <a:pt x="1074969" y="199224"/>
                  </a:cubicBezTo>
                  <a:close/>
                  <a:moveTo>
                    <a:pt x="864857" y="199224"/>
                  </a:moveTo>
                  <a:cubicBezTo>
                    <a:pt x="878375" y="199278"/>
                    <a:pt x="889318" y="210221"/>
                    <a:pt x="889318" y="223685"/>
                  </a:cubicBezTo>
                  <a:cubicBezTo>
                    <a:pt x="889318" y="237202"/>
                    <a:pt x="878375" y="248145"/>
                    <a:pt x="864857" y="248145"/>
                  </a:cubicBezTo>
                  <a:cubicBezTo>
                    <a:pt x="851339" y="248145"/>
                    <a:pt x="840397" y="237202"/>
                    <a:pt x="840397" y="223685"/>
                  </a:cubicBezTo>
                  <a:cubicBezTo>
                    <a:pt x="840397" y="210167"/>
                    <a:pt x="851339" y="199224"/>
                    <a:pt x="864857" y="199224"/>
                  </a:cubicBezTo>
                  <a:close/>
                  <a:moveTo>
                    <a:pt x="654799" y="199224"/>
                  </a:moveTo>
                  <a:cubicBezTo>
                    <a:pt x="668316" y="199278"/>
                    <a:pt x="679259" y="210221"/>
                    <a:pt x="679259" y="223685"/>
                  </a:cubicBezTo>
                  <a:cubicBezTo>
                    <a:pt x="679259" y="237202"/>
                    <a:pt x="668316" y="248145"/>
                    <a:pt x="654799" y="248145"/>
                  </a:cubicBezTo>
                  <a:cubicBezTo>
                    <a:pt x="641281" y="248145"/>
                    <a:pt x="630338" y="237202"/>
                    <a:pt x="630338" y="223685"/>
                  </a:cubicBezTo>
                  <a:cubicBezTo>
                    <a:pt x="630338" y="210167"/>
                    <a:pt x="641281" y="199224"/>
                    <a:pt x="654799" y="199224"/>
                  </a:cubicBezTo>
                  <a:close/>
                  <a:moveTo>
                    <a:pt x="444686" y="199224"/>
                  </a:moveTo>
                  <a:cubicBezTo>
                    <a:pt x="458203" y="199278"/>
                    <a:pt x="469146" y="210221"/>
                    <a:pt x="469146" y="223685"/>
                  </a:cubicBezTo>
                  <a:cubicBezTo>
                    <a:pt x="469146" y="237202"/>
                    <a:pt x="458203" y="248145"/>
                    <a:pt x="444686" y="248145"/>
                  </a:cubicBezTo>
                  <a:cubicBezTo>
                    <a:pt x="431168" y="248145"/>
                    <a:pt x="420225" y="237202"/>
                    <a:pt x="420225" y="223685"/>
                  </a:cubicBezTo>
                  <a:cubicBezTo>
                    <a:pt x="420225" y="210167"/>
                    <a:pt x="431168" y="199224"/>
                    <a:pt x="444686" y="199224"/>
                  </a:cubicBezTo>
                  <a:close/>
                  <a:moveTo>
                    <a:pt x="234573" y="199224"/>
                  </a:moveTo>
                  <a:cubicBezTo>
                    <a:pt x="248091" y="199278"/>
                    <a:pt x="259034" y="210221"/>
                    <a:pt x="259034" y="223685"/>
                  </a:cubicBezTo>
                  <a:cubicBezTo>
                    <a:pt x="259034" y="237202"/>
                    <a:pt x="248091" y="248145"/>
                    <a:pt x="234573" y="248145"/>
                  </a:cubicBezTo>
                  <a:cubicBezTo>
                    <a:pt x="221055" y="248145"/>
                    <a:pt x="210113" y="237202"/>
                    <a:pt x="210113" y="223685"/>
                  </a:cubicBezTo>
                  <a:cubicBezTo>
                    <a:pt x="210113" y="210167"/>
                    <a:pt x="221055" y="199224"/>
                    <a:pt x="234573" y="199224"/>
                  </a:cubicBezTo>
                  <a:close/>
                  <a:moveTo>
                    <a:pt x="24461" y="199224"/>
                  </a:moveTo>
                  <a:cubicBezTo>
                    <a:pt x="37978" y="199278"/>
                    <a:pt x="48921" y="210221"/>
                    <a:pt x="48921" y="223685"/>
                  </a:cubicBezTo>
                  <a:cubicBezTo>
                    <a:pt x="48921" y="237202"/>
                    <a:pt x="37978" y="248145"/>
                    <a:pt x="24461" y="248145"/>
                  </a:cubicBezTo>
                  <a:cubicBezTo>
                    <a:pt x="10943" y="248145"/>
                    <a:pt x="0" y="237202"/>
                    <a:pt x="0" y="223685"/>
                  </a:cubicBezTo>
                  <a:cubicBezTo>
                    <a:pt x="0" y="210167"/>
                    <a:pt x="10943" y="199224"/>
                    <a:pt x="24461" y="199224"/>
                  </a:cubicBezTo>
                  <a:close/>
                  <a:moveTo>
                    <a:pt x="1285084" y="0"/>
                  </a:moveTo>
                  <a:cubicBezTo>
                    <a:pt x="1298601" y="0"/>
                    <a:pt x="1309544" y="10943"/>
                    <a:pt x="1309544" y="24460"/>
                  </a:cubicBezTo>
                  <a:cubicBezTo>
                    <a:pt x="1309544" y="37978"/>
                    <a:pt x="1298601" y="48921"/>
                    <a:pt x="1285084" y="48921"/>
                  </a:cubicBezTo>
                  <a:cubicBezTo>
                    <a:pt x="1271566" y="48921"/>
                    <a:pt x="1260623" y="37978"/>
                    <a:pt x="1260623" y="24460"/>
                  </a:cubicBezTo>
                  <a:cubicBezTo>
                    <a:pt x="1260623" y="10943"/>
                    <a:pt x="1271566" y="0"/>
                    <a:pt x="1285084" y="0"/>
                  </a:cubicBezTo>
                  <a:close/>
                  <a:moveTo>
                    <a:pt x="1074969" y="0"/>
                  </a:moveTo>
                  <a:cubicBezTo>
                    <a:pt x="1088487" y="0"/>
                    <a:pt x="1099430" y="10943"/>
                    <a:pt x="1099430" y="24460"/>
                  </a:cubicBezTo>
                  <a:cubicBezTo>
                    <a:pt x="1099430" y="37978"/>
                    <a:pt x="1088487" y="48921"/>
                    <a:pt x="1074969" y="48921"/>
                  </a:cubicBezTo>
                  <a:cubicBezTo>
                    <a:pt x="1061453" y="48921"/>
                    <a:pt x="1050510" y="37978"/>
                    <a:pt x="1050510" y="24460"/>
                  </a:cubicBezTo>
                  <a:cubicBezTo>
                    <a:pt x="1050510" y="10943"/>
                    <a:pt x="1061453" y="0"/>
                    <a:pt x="1074969" y="0"/>
                  </a:cubicBezTo>
                  <a:close/>
                  <a:moveTo>
                    <a:pt x="864857" y="0"/>
                  </a:moveTo>
                  <a:cubicBezTo>
                    <a:pt x="878375" y="0"/>
                    <a:pt x="889318" y="10943"/>
                    <a:pt x="889318" y="24460"/>
                  </a:cubicBezTo>
                  <a:cubicBezTo>
                    <a:pt x="889318" y="37978"/>
                    <a:pt x="878375" y="48921"/>
                    <a:pt x="864857" y="48921"/>
                  </a:cubicBezTo>
                  <a:cubicBezTo>
                    <a:pt x="851339" y="48921"/>
                    <a:pt x="840397" y="37978"/>
                    <a:pt x="840397" y="24460"/>
                  </a:cubicBezTo>
                  <a:cubicBezTo>
                    <a:pt x="840397" y="10943"/>
                    <a:pt x="851339" y="0"/>
                    <a:pt x="864857" y="0"/>
                  </a:cubicBezTo>
                  <a:close/>
                  <a:moveTo>
                    <a:pt x="654799" y="0"/>
                  </a:moveTo>
                  <a:cubicBezTo>
                    <a:pt x="668316" y="0"/>
                    <a:pt x="679259" y="10943"/>
                    <a:pt x="679259" y="24460"/>
                  </a:cubicBezTo>
                  <a:cubicBezTo>
                    <a:pt x="679259" y="37978"/>
                    <a:pt x="668316" y="48921"/>
                    <a:pt x="654799" y="48921"/>
                  </a:cubicBezTo>
                  <a:cubicBezTo>
                    <a:pt x="641281" y="48921"/>
                    <a:pt x="630338" y="37978"/>
                    <a:pt x="630338" y="24460"/>
                  </a:cubicBezTo>
                  <a:cubicBezTo>
                    <a:pt x="630338" y="10943"/>
                    <a:pt x="641281" y="0"/>
                    <a:pt x="654799" y="0"/>
                  </a:cubicBezTo>
                  <a:close/>
                  <a:moveTo>
                    <a:pt x="444686" y="0"/>
                  </a:moveTo>
                  <a:cubicBezTo>
                    <a:pt x="458203" y="0"/>
                    <a:pt x="469146" y="10943"/>
                    <a:pt x="469146" y="24460"/>
                  </a:cubicBezTo>
                  <a:cubicBezTo>
                    <a:pt x="469146" y="37978"/>
                    <a:pt x="458203" y="48921"/>
                    <a:pt x="444686" y="48921"/>
                  </a:cubicBezTo>
                  <a:cubicBezTo>
                    <a:pt x="431168" y="48921"/>
                    <a:pt x="420225" y="37978"/>
                    <a:pt x="420225" y="24460"/>
                  </a:cubicBezTo>
                  <a:cubicBezTo>
                    <a:pt x="420225" y="10943"/>
                    <a:pt x="431168" y="0"/>
                    <a:pt x="444686" y="0"/>
                  </a:cubicBezTo>
                  <a:close/>
                  <a:moveTo>
                    <a:pt x="234573" y="0"/>
                  </a:moveTo>
                  <a:cubicBezTo>
                    <a:pt x="248091" y="0"/>
                    <a:pt x="259034" y="10943"/>
                    <a:pt x="259034" y="24460"/>
                  </a:cubicBezTo>
                  <a:cubicBezTo>
                    <a:pt x="259034" y="37978"/>
                    <a:pt x="248091" y="48921"/>
                    <a:pt x="234573" y="48921"/>
                  </a:cubicBezTo>
                  <a:cubicBezTo>
                    <a:pt x="221055" y="48921"/>
                    <a:pt x="210113" y="37978"/>
                    <a:pt x="210113" y="24460"/>
                  </a:cubicBezTo>
                  <a:cubicBezTo>
                    <a:pt x="210113" y="10943"/>
                    <a:pt x="221055" y="0"/>
                    <a:pt x="234573" y="0"/>
                  </a:cubicBezTo>
                  <a:close/>
                  <a:moveTo>
                    <a:pt x="24461" y="0"/>
                  </a:moveTo>
                  <a:cubicBezTo>
                    <a:pt x="37978" y="0"/>
                    <a:pt x="48921" y="10943"/>
                    <a:pt x="48921" y="24460"/>
                  </a:cubicBezTo>
                  <a:cubicBezTo>
                    <a:pt x="48921" y="37978"/>
                    <a:pt x="37978" y="48921"/>
                    <a:pt x="24461" y="48921"/>
                  </a:cubicBezTo>
                  <a:cubicBezTo>
                    <a:pt x="10943" y="48921"/>
                    <a:pt x="0" y="37978"/>
                    <a:pt x="0" y="24460"/>
                  </a:cubicBezTo>
                  <a:cubicBezTo>
                    <a:pt x="0" y="10943"/>
                    <a:pt x="10943" y="0"/>
                    <a:pt x="24461" y="0"/>
                  </a:cubicBezTo>
                  <a:close/>
                </a:path>
              </a:pathLst>
            </a:custGeom>
            <a:solidFill>
              <a:schemeClr val="accent1"/>
            </a:solidFill>
            <a:ln w="5360" cap="flat">
              <a:noFill/>
              <a:prstDash val="solid"/>
              <a:miter/>
            </a:ln>
          </p:spPr>
          <p:txBody>
            <a:bodyPr rtlCol="0" anchor="ctr"/>
            <a:lstStyle/>
            <a:p>
              <a:endParaRPr lang="zh-CN" altLang="en-US"/>
            </a:p>
          </p:txBody>
        </p:sp>
        <p:sp>
          <p:nvSpPr>
            <p:cNvPr id="37" name="任意多边形: 形状 36"/>
            <p:cNvSpPr/>
            <p:nvPr/>
          </p:nvSpPr>
          <p:spPr>
            <a:xfrm>
              <a:off x="0" y="4246677"/>
              <a:ext cx="2540000" cy="2611323"/>
            </a:xfrm>
            <a:custGeom>
              <a:avLst/>
              <a:gdLst>
                <a:gd name="connsiteX0" fmla="*/ 1565300 w 2148799"/>
                <a:gd name="connsiteY0" fmla="*/ 0 h 2209137"/>
                <a:gd name="connsiteX1" fmla="*/ 1978391 w 2148799"/>
                <a:gd name="connsiteY1" fmla="*/ 170408 h 2209137"/>
                <a:gd name="connsiteX2" fmla="*/ 1978391 w 2148799"/>
                <a:gd name="connsiteY2" fmla="*/ 996590 h 2209137"/>
                <a:gd name="connsiteX3" fmla="*/ 765844 w 2148799"/>
                <a:gd name="connsiteY3" fmla="*/ 2209137 h 2209137"/>
                <a:gd name="connsiteX4" fmla="*/ 0 w 2148799"/>
                <a:gd name="connsiteY4" fmla="*/ 2209137 h 2209137"/>
                <a:gd name="connsiteX5" fmla="*/ 0 w 2148799"/>
                <a:gd name="connsiteY5" fmla="*/ 1322618 h 2209137"/>
                <a:gd name="connsiteX6" fmla="*/ 1152209 w 2148799"/>
                <a:gd name="connsiteY6" fmla="*/ 170408 h 2209137"/>
                <a:gd name="connsiteX7" fmla="*/ 1565300 w 2148799"/>
                <a:gd name="connsiteY7" fmla="*/ 0 h 220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48799" h="2209137">
                  <a:moveTo>
                    <a:pt x="1565300" y="0"/>
                  </a:moveTo>
                  <a:cubicBezTo>
                    <a:pt x="1715043" y="0"/>
                    <a:pt x="1864785" y="56803"/>
                    <a:pt x="1978391" y="170408"/>
                  </a:cubicBezTo>
                  <a:cubicBezTo>
                    <a:pt x="2205602" y="397620"/>
                    <a:pt x="2205602" y="769379"/>
                    <a:pt x="1978391" y="996590"/>
                  </a:cubicBezTo>
                  <a:lnTo>
                    <a:pt x="765844" y="2209137"/>
                  </a:lnTo>
                  <a:lnTo>
                    <a:pt x="0" y="2209137"/>
                  </a:lnTo>
                  <a:lnTo>
                    <a:pt x="0" y="1322618"/>
                  </a:lnTo>
                  <a:lnTo>
                    <a:pt x="1152209" y="170408"/>
                  </a:lnTo>
                  <a:cubicBezTo>
                    <a:pt x="1265815" y="56803"/>
                    <a:pt x="1415558" y="0"/>
                    <a:pt x="1565300" y="0"/>
                  </a:cubicBezTo>
                  <a:close/>
                </a:path>
              </a:pathLst>
            </a:custGeom>
            <a:gradFill flip="none" rotWithShape="1">
              <a:gsLst>
                <a:gs pos="39000">
                  <a:schemeClr val="accent1">
                    <a:lumMod val="5000"/>
                    <a:lumOff val="95000"/>
                  </a:schemeClr>
                </a:gs>
                <a:gs pos="100000">
                  <a:schemeClr val="accent1">
                    <a:lumMod val="20000"/>
                    <a:lumOff val="80000"/>
                  </a:schemeClr>
                </a:gs>
              </a:gsLst>
              <a:lin ang="8100000" scaled="1"/>
              <a:tileRect/>
            </a:gradFill>
            <a:ln w="4342" cap="flat">
              <a:noFill/>
              <a:prstDash val="solid"/>
              <a:miter/>
            </a:ln>
            <a:effectLst>
              <a:outerShdw blurRad="292100" dist="63500" sx="103000" sy="103000" algn="tl" rotWithShape="0">
                <a:schemeClr val="accent1">
                  <a:lumMod val="50000"/>
                  <a:alpha val="17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zh-CN" altLang="en-US"/>
            </a:p>
          </p:txBody>
        </p:sp>
        <p:sp>
          <p:nvSpPr>
            <p:cNvPr id="38" name="任意多边形: 形状 37"/>
            <p:cNvSpPr/>
            <p:nvPr/>
          </p:nvSpPr>
          <p:spPr>
            <a:xfrm>
              <a:off x="971360" y="1098140"/>
              <a:ext cx="1309598" cy="1422244"/>
            </a:xfrm>
            <a:custGeom>
              <a:avLst/>
              <a:gdLst>
                <a:gd name="connsiteX0" fmla="*/ 1285137 w 1309598"/>
                <a:gd name="connsiteY0" fmla="*/ 1373323 h 1422244"/>
                <a:gd name="connsiteX1" fmla="*/ 1309598 w 1309598"/>
                <a:gd name="connsiteY1" fmla="*/ 1397783 h 1422244"/>
                <a:gd name="connsiteX2" fmla="*/ 1285137 w 1309598"/>
                <a:gd name="connsiteY2" fmla="*/ 1422244 h 1422244"/>
                <a:gd name="connsiteX3" fmla="*/ 1260677 w 1309598"/>
                <a:gd name="connsiteY3" fmla="*/ 1397783 h 1422244"/>
                <a:gd name="connsiteX4" fmla="*/ 1285137 w 1309598"/>
                <a:gd name="connsiteY4" fmla="*/ 1373323 h 1422244"/>
                <a:gd name="connsiteX5" fmla="*/ 1075024 w 1309598"/>
                <a:gd name="connsiteY5" fmla="*/ 1373323 h 1422244"/>
                <a:gd name="connsiteX6" fmla="*/ 1099485 w 1309598"/>
                <a:gd name="connsiteY6" fmla="*/ 1397783 h 1422244"/>
                <a:gd name="connsiteX7" fmla="*/ 1075024 w 1309598"/>
                <a:gd name="connsiteY7" fmla="*/ 1422244 h 1422244"/>
                <a:gd name="connsiteX8" fmla="*/ 1050564 w 1309598"/>
                <a:gd name="connsiteY8" fmla="*/ 1397783 h 1422244"/>
                <a:gd name="connsiteX9" fmla="*/ 1075024 w 1309598"/>
                <a:gd name="connsiteY9" fmla="*/ 1373323 h 1422244"/>
                <a:gd name="connsiteX10" fmla="*/ 864911 w 1309598"/>
                <a:gd name="connsiteY10" fmla="*/ 1373323 h 1422244"/>
                <a:gd name="connsiteX11" fmla="*/ 889372 w 1309598"/>
                <a:gd name="connsiteY11" fmla="*/ 1397783 h 1422244"/>
                <a:gd name="connsiteX12" fmla="*/ 864911 w 1309598"/>
                <a:gd name="connsiteY12" fmla="*/ 1422244 h 1422244"/>
                <a:gd name="connsiteX13" fmla="*/ 840451 w 1309598"/>
                <a:gd name="connsiteY13" fmla="*/ 1397783 h 1422244"/>
                <a:gd name="connsiteX14" fmla="*/ 864911 w 1309598"/>
                <a:gd name="connsiteY14" fmla="*/ 1373323 h 1422244"/>
                <a:gd name="connsiteX15" fmla="*/ 654798 w 1309598"/>
                <a:gd name="connsiteY15" fmla="*/ 1373323 h 1422244"/>
                <a:gd name="connsiteX16" fmla="*/ 679259 w 1309598"/>
                <a:gd name="connsiteY16" fmla="*/ 1397783 h 1422244"/>
                <a:gd name="connsiteX17" fmla="*/ 654798 w 1309598"/>
                <a:gd name="connsiteY17" fmla="*/ 1422244 h 1422244"/>
                <a:gd name="connsiteX18" fmla="*/ 630338 w 1309598"/>
                <a:gd name="connsiteY18" fmla="*/ 1397783 h 1422244"/>
                <a:gd name="connsiteX19" fmla="*/ 654798 w 1309598"/>
                <a:gd name="connsiteY19" fmla="*/ 1373323 h 1422244"/>
                <a:gd name="connsiteX20" fmla="*/ 444685 w 1309598"/>
                <a:gd name="connsiteY20" fmla="*/ 1373323 h 1422244"/>
                <a:gd name="connsiteX21" fmla="*/ 469146 w 1309598"/>
                <a:gd name="connsiteY21" fmla="*/ 1397783 h 1422244"/>
                <a:gd name="connsiteX22" fmla="*/ 444685 w 1309598"/>
                <a:gd name="connsiteY22" fmla="*/ 1422244 h 1422244"/>
                <a:gd name="connsiteX23" fmla="*/ 420225 w 1309598"/>
                <a:gd name="connsiteY23" fmla="*/ 1397783 h 1422244"/>
                <a:gd name="connsiteX24" fmla="*/ 444685 w 1309598"/>
                <a:gd name="connsiteY24" fmla="*/ 1373323 h 1422244"/>
                <a:gd name="connsiteX25" fmla="*/ 234573 w 1309598"/>
                <a:gd name="connsiteY25" fmla="*/ 1373323 h 1422244"/>
                <a:gd name="connsiteX26" fmla="*/ 259034 w 1309598"/>
                <a:gd name="connsiteY26" fmla="*/ 1397783 h 1422244"/>
                <a:gd name="connsiteX27" fmla="*/ 234573 w 1309598"/>
                <a:gd name="connsiteY27" fmla="*/ 1422244 h 1422244"/>
                <a:gd name="connsiteX28" fmla="*/ 210113 w 1309598"/>
                <a:gd name="connsiteY28" fmla="*/ 1397783 h 1422244"/>
                <a:gd name="connsiteX29" fmla="*/ 234573 w 1309598"/>
                <a:gd name="connsiteY29" fmla="*/ 1373323 h 1422244"/>
                <a:gd name="connsiteX30" fmla="*/ 24460 w 1309598"/>
                <a:gd name="connsiteY30" fmla="*/ 1373323 h 1422244"/>
                <a:gd name="connsiteX31" fmla="*/ 48921 w 1309598"/>
                <a:gd name="connsiteY31" fmla="*/ 1397783 h 1422244"/>
                <a:gd name="connsiteX32" fmla="*/ 24460 w 1309598"/>
                <a:gd name="connsiteY32" fmla="*/ 1422244 h 1422244"/>
                <a:gd name="connsiteX33" fmla="*/ 0 w 1309598"/>
                <a:gd name="connsiteY33" fmla="*/ 1397783 h 1422244"/>
                <a:gd name="connsiteX34" fmla="*/ 24460 w 1309598"/>
                <a:gd name="connsiteY34" fmla="*/ 1373323 h 1422244"/>
                <a:gd name="connsiteX35" fmla="*/ 1285137 w 1309598"/>
                <a:gd name="connsiteY35" fmla="*/ 1174099 h 1422244"/>
                <a:gd name="connsiteX36" fmla="*/ 1309598 w 1309598"/>
                <a:gd name="connsiteY36" fmla="*/ 1198559 h 1422244"/>
                <a:gd name="connsiteX37" fmla="*/ 1285137 w 1309598"/>
                <a:gd name="connsiteY37" fmla="*/ 1223020 h 1422244"/>
                <a:gd name="connsiteX38" fmla="*/ 1260677 w 1309598"/>
                <a:gd name="connsiteY38" fmla="*/ 1198559 h 1422244"/>
                <a:gd name="connsiteX39" fmla="*/ 1285137 w 1309598"/>
                <a:gd name="connsiteY39" fmla="*/ 1174099 h 1422244"/>
                <a:gd name="connsiteX40" fmla="*/ 1075024 w 1309598"/>
                <a:gd name="connsiteY40" fmla="*/ 1174099 h 1422244"/>
                <a:gd name="connsiteX41" fmla="*/ 1099485 w 1309598"/>
                <a:gd name="connsiteY41" fmla="*/ 1198559 h 1422244"/>
                <a:gd name="connsiteX42" fmla="*/ 1075024 w 1309598"/>
                <a:gd name="connsiteY42" fmla="*/ 1223020 h 1422244"/>
                <a:gd name="connsiteX43" fmla="*/ 1050564 w 1309598"/>
                <a:gd name="connsiteY43" fmla="*/ 1198559 h 1422244"/>
                <a:gd name="connsiteX44" fmla="*/ 1075024 w 1309598"/>
                <a:gd name="connsiteY44" fmla="*/ 1174099 h 1422244"/>
                <a:gd name="connsiteX45" fmla="*/ 864911 w 1309598"/>
                <a:gd name="connsiteY45" fmla="*/ 1174099 h 1422244"/>
                <a:gd name="connsiteX46" fmla="*/ 889372 w 1309598"/>
                <a:gd name="connsiteY46" fmla="*/ 1198559 h 1422244"/>
                <a:gd name="connsiteX47" fmla="*/ 864911 w 1309598"/>
                <a:gd name="connsiteY47" fmla="*/ 1223020 h 1422244"/>
                <a:gd name="connsiteX48" fmla="*/ 840451 w 1309598"/>
                <a:gd name="connsiteY48" fmla="*/ 1198559 h 1422244"/>
                <a:gd name="connsiteX49" fmla="*/ 864911 w 1309598"/>
                <a:gd name="connsiteY49" fmla="*/ 1174099 h 1422244"/>
                <a:gd name="connsiteX50" fmla="*/ 654798 w 1309598"/>
                <a:gd name="connsiteY50" fmla="*/ 1174099 h 1422244"/>
                <a:gd name="connsiteX51" fmla="*/ 679259 w 1309598"/>
                <a:gd name="connsiteY51" fmla="*/ 1198559 h 1422244"/>
                <a:gd name="connsiteX52" fmla="*/ 654798 w 1309598"/>
                <a:gd name="connsiteY52" fmla="*/ 1223020 h 1422244"/>
                <a:gd name="connsiteX53" fmla="*/ 630338 w 1309598"/>
                <a:gd name="connsiteY53" fmla="*/ 1198559 h 1422244"/>
                <a:gd name="connsiteX54" fmla="*/ 654798 w 1309598"/>
                <a:gd name="connsiteY54" fmla="*/ 1174099 h 1422244"/>
                <a:gd name="connsiteX55" fmla="*/ 444685 w 1309598"/>
                <a:gd name="connsiteY55" fmla="*/ 1174099 h 1422244"/>
                <a:gd name="connsiteX56" fmla="*/ 469146 w 1309598"/>
                <a:gd name="connsiteY56" fmla="*/ 1198559 h 1422244"/>
                <a:gd name="connsiteX57" fmla="*/ 444685 w 1309598"/>
                <a:gd name="connsiteY57" fmla="*/ 1223020 h 1422244"/>
                <a:gd name="connsiteX58" fmla="*/ 420225 w 1309598"/>
                <a:gd name="connsiteY58" fmla="*/ 1198559 h 1422244"/>
                <a:gd name="connsiteX59" fmla="*/ 444685 w 1309598"/>
                <a:gd name="connsiteY59" fmla="*/ 1174099 h 1422244"/>
                <a:gd name="connsiteX60" fmla="*/ 234573 w 1309598"/>
                <a:gd name="connsiteY60" fmla="*/ 1174099 h 1422244"/>
                <a:gd name="connsiteX61" fmla="*/ 259034 w 1309598"/>
                <a:gd name="connsiteY61" fmla="*/ 1198559 h 1422244"/>
                <a:gd name="connsiteX62" fmla="*/ 234573 w 1309598"/>
                <a:gd name="connsiteY62" fmla="*/ 1223020 h 1422244"/>
                <a:gd name="connsiteX63" fmla="*/ 210113 w 1309598"/>
                <a:gd name="connsiteY63" fmla="*/ 1198559 h 1422244"/>
                <a:gd name="connsiteX64" fmla="*/ 234573 w 1309598"/>
                <a:gd name="connsiteY64" fmla="*/ 1174099 h 1422244"/>
                <a:gd name="connsiteX65" fmla="*/ 24514 w 1309598"/>
                <a:gd name="connsiteY65" fmla="*/ 1174099 h 1422244"/>
                <a:gd name="connsiteX66" fmla="*/ 48921 w 1309598"/>
                <a:gd name="connsiteY66" fmla="*/ 1198559 h 1422244"/>
                <a:gd name="connsiteX67" fmla="*/ 24461 w 1309598"/>
                <a:gd name="connsiteY67" fmla="*/ 1223020 h 1422244"/>
                <a:gd name="connsiteX68" fmla="*/ 54 w 1309598"/>
                <a:gd name="connsiteY68" fmla="*/ 1198559 h 1422244"/>
                <a:gd name="connsiteX69" fmla="*/ 24514 w 1309598"/>
                <a:gd name="connsiteY69" fmla="*/ 1174099 h 1422244"/>
                <a:gd name="connsiteX70" fmla="*/ 1285137 w 1309598"/>
                <a:gd name="connsiteY70" fmla="*/ 974822 h 1422244"/>
                <a:gd name="connsiteX71" fmla="*/ 1309598 w 1309598"/>
                <a:gd name="connsiteY71" fmla="*/ 999282 h 1422244"/>
                <a:gd name="connsiteX72" fmla="*/ 1285137 w 1309598"/>
                <a:gd name="connsiteY72" fmla="*/ 1023743 h 1422244"/>
                <a:gd name="connsiteX73" fmla="*/ 1260677 w 1309598"/>
                <a:gd name="connsiteY73" fmla="*/ 999282 h 1422244"/>
                <a:gd name="connsiteX74" fmla="*/ 1285137 w 1309598"/>
                <a:gd name="connsiteY74" fmla="*/ 974822 h 1422244"/>
                <a:gd name="connsiteX75" fmla="*/ 1075024 w 1309598"/>
                <a:gd name="connsiteY75" fmla="*/ 974822 h 1422244"/>
                <a:gd name="connsiteX76" fmla="*/ 1099485 w 1309598"/>
                <a:gd name="connsiteY76" fmla="*/ 999282 h 1422244"/>
                <a:gd name="connsiteX77" fmla="*/ 1075024 w 1309598"/>
                <a:gd name="connsiteY77" fmla="*/ 1023743 h 1422244"/>
                <a:gd name="connsiteX78" fmla="*/ 1050564 w 1309598"/>
                <a:gd name="connsiteY78" fmla="*/ 999282 h 1422244"/>
                <a:gd name="connsiteX79" fmla="*/ 1075024 w 1309598"/>
                <a:gd name="connsiteY79" fmla="*/ 974822 h 1422244"/>
                <a:gd name="connsiteX80" fmla="*/ 864911 w 1309598"/>
                <a:gd name="connsiteY80" fmla="*/ 974822 h 1422244"/>
                <a:gd name="connsiteX81" fmla="*/ 889372 w 1309598"/>
                <a:gd name="connsiteY81" fmla="*/ 999282 h 1422244"/>
                <a:gd name="connsiteX82" fmla="*/ 864911 w 1309598"/>
                <a:gd name="connsiteY82" fmla="*/ 1023743 h 1422244"/>
                <a:gd name="connsiteX83" fmla="*/ 840451 w 1309598"/>
                <a:gd name="connsiteY83" fmla="*/ 999282 h 1422244"/>
                <a:gd name="connsiteX84" fmla="*/ 864911 w 1309598"/>
                <a:gd name="connsiteY84" fmla="*/ 974822 h 1422244"/>
                <a:gd name="connsiteX85" fmla="*/ 654798 w 1309598"/>
                <a:gd name="connsiteY85" fmla="*/ 974822 h 1422244"/>
                <a:gd name="connsiteX86" fmla="*/ 679259 w 1309598"/>
                <a:gd name="connsiteY86" fmla="*/ 999282 h 1422244"/>
                <a:gd name="connsiteX87" fmla="*/ 654798 w 1309598"/>
                <a:gd name="connsiteY87" fmla="*/ 1023743 h 1422244"/>
                <a:gd name="connsiteX88" fmla="*/ 630338 w 1309598"/>
                <a:gd name="connsiteY88" fmla="*/ 999282 h 1422244"/>
                <a:gd name="connsiteX89" fmla="*/ 654798 w 1309598"/>
                <a:gd name="connsiteY89" fmla="*/ 974822 h 1422244"/>
                <a:gd name="connsiteX90" fmla="*/ 444685 w 1309598"/>
                <a:gd name="connsiteY90" fmla="*/ 974822 h 1422244"/>
                <a:gd name="connsiteX91" fmla="*/ 469146 w 1309598"/>
                <a:gd name="connsiteY91" fmla="*/ 999282 h 1422244"/>
                <a:gd name="connsiteX92" fmla="*/ 444685 w 1309598"/>
                <a:gd name="connsiteY92" fmla="*/ 1023743 h 1422244"/>
                <a:gd name="connsiteX93" fmla="*/ 420225 w 1309598"/>
                <a:gd name="connsiteY93" fmla="*/ 999282 h 1422244"/>
                <a:gd name="connsiteX94" fmla="*/ 444685 w 1309598"/>
                <a:gd name="connsiteY94" fmla="*/ 974822 h 1422244"/>
                <a:gd name="connsiteX95" fmla="*/ 234573 w 1309598"/>
                <a:gd name="connsiteY95" fmla="*/ 974822 h 1422244"/>
                <a:gd name="connsiteX96" fmla="*/ 259034 w 1309598"/>
                <a:gd name="connsiteY96" fmla="*/ 999282 h 1422244"/>
                <a:gd name="connsiteX97" fmla="*/ 234573 w 1309598"/>
                <a:gd name="connsiteY97" fmla="*/ 1023743 h 1422244"/>
                <a:gd name="connsiteX98" fmla="*/ 210113 w 1309598"/>
                <a:gd name="connsiteY98" fmla="*/ 999282 h 1422244"/>
                <a:gd name="connsiteX99" fmla="*/ 234573 w 1309598"/>
                <a:gd name="connsiteY99" fmla="*/ 974822 h 1422244"/>
                <a:gd name="connsiteX100" fmla="*/ 24460 w 1309598"/>
                <a:gd name="connsiteY100" fmla="*/ 974822 h 1422244"/>
                <a:gd name="connsiteX101" fmla="*/ 48921 w 1309598"/>
                <a:gd name="connsiteY101" fmla="*/ 999282 h 1422244"/>
                <a:gd name="connsiteX102" fmla="*/ 24460 w 1309598"/>
                <a:gd name="connsiteY102" fmla="*/ 1023743 h 1422244"/>
                <a:gd name="connsiteX103" fmla="*/ 0 w 1309598"/>
                <a:gd name="connsiteY103" fmla="*/ 999282 h 1422244"/>
                <a:gd name="connsiteX104" fmla="*/ 24460 w 1309598"/>
                <a:gd name="connsiteY104" fmla="*/ 974822 h 1422244"/>
                <a:gd name="connsiteX105" fmla="*/ 1285137 w 1309598"/>
                <a:gd name="connsiteY105" fmla="*/ 775598 h 1422244"/>
                <a:gd name="connsiteX106" fmla="*/ 1309598 w 1309598"/>
                <a:gd name="connsiteY106" fmla="*/ 800058 h 1422244"/>
                <a:gd name="connsiteX107" fmla="*/ 1285137 w 1309598"/>
                <a:gd name="connsiteY107" fmla="*/ 824519 h 1422244"/>
                <a:gd name="connsiteX108" fmla="*/ 1260677 w 1309598"/>
                <a:gd name="connsiteY108" fmla="*/ 800058 h 1422244"/>
                <a:gd name="connsiteX109" fmla="*/ 1285137 w 1309598"/>
                <a:gd name="connsiteY109" fmla="*/ 775598 h 1422244"/>
                <a:gd name="connsiteX110" fmla="*/ 1075024 w 1309598"/>
                <a:gd name="connsiteY110" fmla="*/ 775598 h 1422244"/>
                <a:gd name="connsiteX111" fmla="*/ 1099485 w 1309598"/>
                <a:gd name="connsiteY111" fmla="*/ 800058 h 1422244"/>
                <a:gd name="connsiteX112" fmla="*/ 1075024 w 1309598"/>
                <a:gd name="connsiteY112" fmla="*/ 824519 h 1422244"/>
                <a:gd name="connsiteX113" fmla="*/ 1050564 w 1309598"/>
                <a:gd name="connsiteY113" fmla="*/ 800058 h 1422244"/>
                <a:gd name="connsiteX114" fmla="*/ 1075024 w 1309598"/>
                <a:gd name="connsiteY114" fmla="*/ 775598 h 1422244"/>
                <a:gd name="connsiteX115" fmla="*/ 864911 w 1309598"/>
                <a:gd name="connsiteY115" fmla="*/ 775598 h 1422244"/>
                <a:gd name="connsiteX116" fmla="*/ 889372 w 1309598"/>
                <a:gd name="connsiteY116" fmla="*/ 800058 h 1422244"/>
                <a:gd name="connsiteX117" fmla="*/ 864911 w 1309598"/>
                <a:gd name="connsiteY117" fmla="*/ 824519 h 1422244"/>
                <a:gd name="connsiteX118" fmla="*/ 840451 w 1309598"/>
                <a:gd name="connsiteY118" fmla="*/ 800058 h 1422244"/>
                <a:gd name="connsiteX119" fmla="*/ 864911 w 1309598"/>
                <a:gd name="connsiteY119" fmla="*/ 775598 h 1422244"/>
                <a:gd name="connsiteX120" fmla="*/ 654798 w 1309598"/>
                <a:gd name="connsiteY120" fmla="*/ 775598 h 1422244"/>
                <a:gd name="connsiteX121" fmla="*/ 679259 w 1309598"/>
                <a:gd name="connsiteY121" fmla="*/ 800058 h 1422244"/>
                <a:gd name="connsiteX122" fmla="*/ 654798 w 1309598"/>
                <a:gd name="connsiteY122" fmla="*/ 824519 h 1422244"/>
                <a:gd name="connsiteX123" fmla="*/ 630338 w 1309598"/>
                <a:gd name="connsiteY123" fmla="*/ 800058 h 1422244"/>
                <a:gd name="connsiteX124" fmla="*/ 654798 w 1309598"/>
                <a:gd name="connsiteY124" fmla="*/ 775598 h 1422244"/>
                <a:gd name="connsiteX125" fmla="*/ 444685 w 1309598"/>
                <a:gd name="connsiteY125" fmla="*/ 775598 h 1422244"/>
                <a:gd name="connsiteX126" fmla="*/ 469146 w 1309598"/>
                <a:gd name="connsiteY126" fmla="*/ 800058 h 1422244"/>
                <a:gd name="connsiteX127" fmla="*/ 444685 w 1309598"/>
                <a:gd name="connsiteY127" fmla="*/ 824519 h 1422244"/>
                <a:gd name="connsiteX128" fmla="*/ 420225 w 1309598"/>
                <a:gd name="connsiteY128" fmla="*/ 800058 h 1422244"/>
                <a:gd name="connsiteX129" fmla="*/ 444685 w 1309598"/>
                <a:gd name="connsiteY129" fmla="*/ 775598 h 1422244"/>
                <a:gd name="connsiteX130" fmla="*/ 234573 w 1309598"/>
                <a:gd name="connsiteY130" fmla="*/ 775598 h 1422244"/>
                <a:gd name="connsiteX131" fmla="*/ 259034 w 1309598"/>
                <a:gd name="connsiteY131" fmla="*/ 800058 h 1422244"/>
                <a:gd name="connsiteX132" fmla="*/ 234573 w 1309598"/>
                <a:gd name="connsiteY132" fmla="*/ 824519 h 1422244"/>
                <a:gd name="connsiteX133" fmla="*/ 210113 w 1309598"/>
                <a:gd name="connsiteY133" fmla="*/ 800058 h 1422244"/>
                <a:gd name="connsiteX134" fmla="*/ 234573 w 1309598"/>
                <a:gd name="connsiteY134" fmla="*/ 775598 h 1422244"/>
                <a:gd name="connsiteX135" fmla="*/ 24460 w 1309598"/>
                <a:gd name="connsiteY135" fmla="*/ 775598 h 1422244"/>
                <a:gd name="connsiteX136" fmla="*/ 48921 w 1309598"/>
                <a:gd name="connsiteY136" fmla="*/ 800058 h 1422244"/>
                <a:gd name="connsiteX137" fmla="*/ 24460 w 1309598"/>
                <a:gd name="connsiteY137" fmla="*/ 824519 h 1422244"/>
                <a:gd name="connsiteX138" fmla="*/ 0 w 1309598"/>
                <a:gd name="connsiteY138" fmla="*/ 800058 h 1422244"/>
                <a:gd name="connsiteX139" fmla="*/ 24460 w 1309598"/>
                <a:gd name="connsiteY139" fmla="*/ 775598 h 1422244"/>
                <a:gd name="connsiteX140" fmla="*/ 1285137 w 1309598"/>
                <a:gd name="connsiteY140" fmla="*/ 597778 h 1422244"/>
                <a:gd name="connsiteX141" fmla="*/ 1309598 w 1309598"/>
                <a:gd name="connsiteY141" fmla="*/ 622238 h 1422244"/>
                <a:gd name="connsiteX142" fmla="*/ 1285137 w 1309598"/>
                <a:gd name="connsiteY142" fmla="*/ 646699 h 1422244"/>
                <a:gd name="connsiteX143" fmla="*/ 1260677 w 1309598"/>
                <a:gd name="connsiteY143" fmla="*/ 622238 h 1422244"/>
                <a:gd name="connsiteX144" fmla="*/ 1285137 w 1309598"/>
                <a:gd name="connsiteY144" fmla="*/ 597778 h 1422244"/>
                <a:gd name="connsiteX145" fmla="*/ 1075024 w 1309598"/>
                <a:gd name="connsiteY145" fmla="*/ 597778 h 1422244"/>
                <a:gd name="connsiteX146" fmla="*/ 1099485 w 1309598"/>
                <a:gd name="connsiteY146" fmla="*/ 622238 h 1422244"/>
                <a:gd name="connsiteX147" fmla="*/ 1075024 w 1309598"/>
                <a:gd name="connsiteY147" fmla="*/ 646699 h 1422244"/>
                <a:gd name="connsiteX148" fmla="*/ 1050564 w 1309598"/>
                <a:gd name="connsiteY148" fmla="*/ 622238 h 1422244"/>
                <a:gd name="connsiteX149" fmla="*/ 1075024 w 1309598"/>
                <a:gd name="connsiteY149" fmla="*/ 597778 h 1422244"/>
                <a:gd name="connsiteX150" fmla="*/ 864911 w 1309598"/>
                <a:gd name="connsiteY150" fmla="*/ 597778 h 1422244"/>
                <a:gd name="connsiteX151" fmla="*/ 889372 w 1309598"/>
                <a:gd name="connsiteY151" fmla="*/ 622238 h 1422244"/>
                <a:gd name="connsiteX152" fmla="*/ 864911 w 1309598"/>
                <a:gd name="connsiteY152" fmla="*/ 646699 h 1422244"/>
                <a:gd name="connsiteX153" fmla="*/ 840451 w 1309598"/>
                <a:gd name="connsiteY153" fmla="*/ 622238 h 1422244"/>
                <a:gd name="connsiteX154" fmla="*/ 864911 w 1309598"/>
                <a:gd name="connsiteY154" fmla="*/ 597778 h 1422244"/>
                <a:gd name="connsiteX155" fmla="*/ 654798 w 1309598"/>
                <a:gd name="connsiteY155" fmla="*/ 597778 h 1422244"/>
                <a:gd name="connsiteX156" fmla="*/ 679259 w 1309598"/>
                <a:gd name="connsiteY156" fmla="*/ 622238 h 1422244"/>
                <a:gd name="connsiteX157" fmla="*/ 654798 w 1309598"/>
                <a:gd name="connsiteY157" fmla="*/ 646699 h 1422244"/>
                <a:gd name="connsiteX158" fmla="*/ 630338 w 1309598"/>
                <a:gd name="connsiteY158" fmla="*/ 622238 h 1422244"/>
                <a:gd name="connsiteX159" fmla="*/ 654798 w 1309598"/>
                <a:gd name="connsiteY159" fmla="*/ 597778 h 1422244"/>
                <a:gd name="connsiteX160" fmla="*/ 444685 w 1309598"/>
                <a:gd name="connsiteY160" fmla="*/ 597778 h 1422244"/>
                <a:gd name="connsiteX161" fmla="*/ 469146 w 1309598"/>
                <a:gd name="connsiteY161" fmla="*/ 622238 h 1422244"/>
                <a:gd name="connsiteX162" fmla="*/ 444685 w 1309598"/>
                <a:gd name="connsiteY162" fmla="*/ 646699 h 1422244"/>
                <a:gd name="connsiteX163" fmla="*/ 420225 w 1309598"/>
                <a:gd name="connsiteY163" fmla="*/ 622238 h 1422244"/>
                <a:gd name="connsiteX164" fmla="*/ 444685 w 1309598"/>
                <a:gd name="connsiteY164" fmla="*/ 597778 h 1422244"/>
                <a:gd name="connsiteX165" fmla="*/ 234573 w 1309598"/>
                <a:gd name="connsiteY165" fmla="*/ 597778 h 1422244"/>
                <a:gd name="connsiteX166" fmla="*/ 259034 w 1309598"/>
                <a:gd name="connsiteY166" fmla="*/ 622238 h 1422244"/>
                <a:gd name="connsiteX167" fmla="*/ 234573 w 1309598"/>
                <a:gd name="connsiteY167" fmla="*/ 646699 h 1422244"/>
                <a:gd name="connsiteX168" fmla="*/ 210113 w 1309598"/>
                <a:gd name="connsiteY168" fmla="*/ 622238 h 1422244"/>
                <a:gd name="connsiteX169" fmla="*/ 234573 w 1309598"/>
                <a:gd name="connsiteY169" fmla="*/ 597778 h 1422244"/>
                <a:gd name="connsiteX170" fmla="*/ 24514 w 1309598"/>
                <a:gd name="connsiteY170" fmla="*/ 597778 h 1422244"/>
                <a:gd name="connsiteX171" fmla="*/ 48921 w 1309598"/>
                <a:gd name="connsiteY171" fmla="*/ 622238 h 1422244"/>
                <a:gd name="connsiteX172" fmla="*/ 24461 w 1309598"/>
                <a:gd name="connsiteY172" fmla="*/ 646699 h 1422244"/>
                <a:gd name="connsiteX173" fmla="*/ 54 w 1309598"/>
                <a:gd name="connsiteY173" fmla="*/ 622238 h 1422244"/>
                <a:gd name="connsiteX174" fmla="*/ 24514 w 1309598"/>
                <a:gd name="connsiteY174" fmla="*/ 597778 h 1422244"/>
                <a:gd name="connsiteX175" fmla="*/ 1285137 w 1309598"/>
                <a:gd name="connsiteY175" fmla="*/ 398500 h 1422244"/>
                <a:gd name="connsiteX176" fmla="*/ 1309598 w 1309598"/>
                <a:gd name="connsiteY176" fmla="*/ 422960 h 1422244"/>
                <a:gd name="connsiteX177" fmla="*/ 1285137 w 1309598"/>
                <a:gd name="connsiteY177" fmla="*/ 447421 h 1422244"/>
                <a:gd name="connsiteX178" fmla="*/ 1260677 w 1309598"/>
                <a:gd name="connsiteY178" fmla="*/ 422960 h 1422244"/>
                <a:gd name="connsiteX179" fmla="*/ 1285137 w 1309598"/>
                <a:gd name="connsiteY179" fmla="*/ 398500 h 1422244"/>
                <a:gd name="connsiteX180" fmla="*/ 1075024 w 1309598"/>
                <a:gd name="connsiteY180" fmla="*/ 398500 h 1422244"/>
                <a:gd name="connsiteX181" fmla="*/ 1099485 w 1309598"/>
                <a:gd name="connsiteY181" fmla="*/ 422960 h 1422244"/>
                <a:gd name="connsiteX182" fmla="*/ 1075024 w 1309598"/>
                <a:gd name="connsiteY182" fmla="*/ 447421 h 1422244"/>
                <a:gd name="connsiteX183" fmla="*/ 1050564 w 1309598"/>
                <a:gd name="connsiteY183" fmla="*/ 422960 h 1422244"/>
                <a:gd name="connsiteX184" fmla="*/ 1075024 w 1309598"/>
                <a:gd name="connsiteY184" fmla="*/ 398500 h 1422244"/>
                <a:gd name="connsiteX185" fmla="*/ 864911 w 1309598"/>
                <a:gd name="connsiteY185" fmla="*/ 398500 h 1422244"/>
                <a:gd name="connsiteX186" fmla="*/ 889372 w 1309598"/>
                <a:gd name="connsiteY186" fmla="*/ 422960 h 1422244"/>
                <a:gd name="connsiteX187" fmla="*/ 864911 w 1309598"/>
                <a:gd name="connsiteY187" fmla="*/ 447421 h 1422244"/>
                <a:gd name="connsiteX188" fmla="*/ 840451 w 1309598"/>
                <a:gd name="connsiteY188" fmla="*/ 422960 h 1422244"/>
                <a:gd name="connsiteX189" fmla="*/ 864911 w 1309598"/>
                <a:gd name="connsiteY189" fmla="*/ 398500 h 1422244"/>
                <a:gd name="connsiteX190" fmla="*/ 654798 w 1309598"/>
                <a:gd name="connsiteY190" fmla="*/ 398500 h 1422244"/>
                <a:gd name="connsiteX191" fmla="*/ 679259 w 1309598"/>
                <a:gd name="connsiteY191" fmla="*/ 422960 h 1422244"/>
                <a:gd name="connsiteX192" fmla="*/ 654798 w 1309598"/>
                <a:gd name="connsiteY192" fmla="*/ 447421 h 1422244"/>
                <a:gd name="connsiteX193" fmla="*/ 630338 w 1309598"/>
                <a:gd name="connsiteY193" fmla="*/ 422960 h 1422244"/>
                <a:gd name="connsiteX194" fmla="*/ 654798 w 1309598"/>
                <a:gd name="connsiteY194" fmla="*/ 398500 h 1422244"/>
                <a:gd name="connsiteX195" fmla="*/ 444685 w 1309598"/>
                <a:gd name="connsiteY195" fmla="*/ 398500 h 1422244"/>
                <a:gd name="connsiteX196" fmla="*/ 469146 w 1309598"/>
                <a:gd name="connsiteY196" fmla="*/ 422960 h 1422244"/>
                <a:gd name="connsiteX197" fmla="*/ 444685 w 1309598"/>
                <a:gd name="connsiteY197" fmla="*/ 447421 h 1422244"/>
                <a:gd name="connsiteX198" fmla="*/ 420225 w 1309598"/>
                <a:gd name="connsiteY198" fmla="*/ 422960 h 1422244"/>
                <a:gd name="connsiteX199" fmla="*/ 444685 w 1309598"/>
                <a:gd name="connsiteY199" fmla="*/ 398500 h 1422244"/>
                <a:gd name="connsiteX200" fmla="*/ 234573 w 1309598"/>
                <a:gd name="connsiteY200" fmla="*/ 398500 h 1422244"/>
                <a:gd name="connsiteX201" fmla="*/ 259034 w 1309598"/>
                <a:gd name="connsiteY201" fmla="*/ 422960 h 1422244"/>
                <a:gd name="connsiteX202" fmla="*/ 234573 w 1309598"/>
                <a:gd name="connsiteY202" fmla="*/ 447421 h 1422244"/>
                <a:gd name="connsiteX203" fmla="*/ 210113 w 1309598"/>
                <a:gd name="connsiteY203" fmla="*/ 422960 h 1422244"/>
                <a:gd name="connsiteX204" fmla="*/ 234573 w 1309598"/>
                <a:gd name="connsiteY204" fmla="*/ 398500 h 1422244"/>
                <a:gd name="connsiteX205" fmla="*/ 24514 w 1309598"/>
                <a:gd name="connsiteY205" fmla="*/ 398500 h 1422244"/>
                <a:gd name="connsiteX206" fmla="*/ 48921 w 1309598"/>
                <a:gd name="connsiteY206" fmla="*/ 422960 h 1422244"/>
                <a:gd name="connsiteX207" fmla="*/ 24461 w 1309598"/>
                <a:gd name="connsiteY207" fmla="*/ 447421 h 1422244"/>
                <a:gd name="connsiteX208" fmla="*/ 54 w 1309598"/>
                <a:gd name="connsiteY208" fmla="*/ 422960 h 1422244"/>
                <a:gd name="connsiteX209" fmla="*/ 24514 w 1309598"/>
                <a:gd name="connsiteY209" fmla="*/ 398500 h 1422244"/>
                <a:gd name="connsiteX210" fmla="*/ 1285137 w 1309598"/>
                <a:gd name="connsiteY210" fmla="*/ 199223 h 1422244"/>
                <a:gd name="connsiteX211" fmla="*/ 1309598 w 1309598"/>
                <a:gd name="connsiteY211" fmla="*/ 223683 h 1422244"/>
                <a:gd name="connsiteX212" fmla="*/ 1285137 w 1309598"/>
                <a:gd name="connsiteY212" fmla="*/ 248144 h 1422244"/>
                <a:gd name="connsiteX213" fmla="*/ 1260677 w 1309598"/>
                <a:gd name="connsiteY213" fmla="*/ 223683 h 1422244"/>
                <a:gd name="connsiteX214" fmla="*/ 1285137 w 1309598"/>
                <a:gd name="connsiteY214" fmla="*/ 199223 h 1422244"/>
                <a:gd name="connsiteX215" fmla="*/ 1075024 w 1309598"/>
                <a:gd name="connsiteY215" fmla="*/ 199223 h 1422244"/>
                <a:gd name="connsiteX216" fmla="*/ 1099485 w 1309598"/>
                <a:gd name="connsiteY216" fmla="*/ 223683 h 1422244"/>
                <a:gd name="connsiteX217" fmla="*/ 1075024 w 1309598"/>
                <a:gd name="connsiteY217" fmla="*/ 248144 h 1422244"/>
                <a:gd name="connsiteX218" fmla="*/ 1050564 w 1309598"/>
                <a:gd name="connsiteY218" fmla="*/ 223683 h 1422244"/>
                <a:gd name="connsiteX219" fmla="*/ 1075024 w 1309598"/>
                <a:gd name="connsiteY219" fmla="*/ 199223 h 1422244"/>
                <a:gd name="connsiteX220" fmla="*/ 864911 w 1309598"/>
                <a:gd name="connsiteY220" fmla="*/ 199223 h 1422244"/>
                <a:gd name="connsiteX221" fmla="*/ 889372 w 1309598"/>
                <a:gd name="connsiteY221" fmla="*/ 223683 h 1422244"/>
                <a:gd name="connsiteX222" fmla="*/ 864911 w 1309598"/>
                <a:gd name="connsiteY222" fmla="*/ 248144 h 1422244"/>
                <a:gd name="connsiteX223" fmla="*/ 840451 w 1309598"/>
                <a:gd name="connsiteY223" fmla="*/ 223683 h 1422244"/>
                <a:gd name="connsiteX224" fmla="*/ 864911 w 1309598"/>
                <a:gd name="connsiteY224" fmla="*/ 199223 h 1422244"/>
                <a:gd name="connsiteX225" fmla="*/ 654798 w 1309598"/>
                <a:gd name="connsiteY225" fmla="*/ 199223 h 1422244"/>
                <a:gd name="connsiteX226" fmla="*/ 679259 w 1309598"/>
                <a:gd name="connsiteY226" fmla="*/ 223683 h 1422244"/>
                <a:gd name="connsiteX227" fmla="*/ 654798 w 1309598"/>
                <a:gd name="connsiteY227" fmla="*/ 248144 h 1422244"/>
                <a:gd name="connsiteX228" fmla="*/ 630338 w 1309598"/>
                <a:gd name="connsiteY228" fmla="*/ 223683 h 1422244"/>
                <a:gd name="connsiteX229" fmla="*/ 654798 w 1309598"/>
                <a:gd name="connsiteY229" fmla="*/ 199223 h 1422244"/>
                <a:gd name="connsiteX230" fmla="*/ 444685 w 1309598"/>
                <a:gd name="connsiteY230" fmla="*/ 199223 h 1422244"/>
                <a:gd name="connsiteX231" fmla="*/ 469146 w 1309598"/>
                <a:gd name="connsiteY231" fmla="*/ 223683 h 1422244"/>
                <a:gd name="connsiteX232" fmla="*/ 444685 w 1309598"/>
                <a:gd name="connsiteY232" fmla="*/ 248144 h 1422244"/>
                <a:gd name="connsiteX233" fmla="*/ 420225 w 1309598"/>
                <a:gd name="connsiteY233" fmla="*/ 223683 h 1422244"/>
                <a:gd name="connsiteX234" fmla="*/ 444685 w 1309598"/>
                <a:gd name="connsiteY234" fmla="*/ 199223 h 1422244"/>
                <a:gd name="connsiteX235" fmla="*/ 234573 w 1309598"/>
                <a:gd name="connsiteY235" fmla="*/ 199223 h 1422244"/>
                <a:gd name="connsiteX236" fmla="*/ 259034 w 1309598"/>
                <a:gd name="connsiteY236" fmla="*/ 223683 h 1422244"/>
                <a:gd name="connsiteX237" fmla="*/ 234573 w 1309598"/>
                <a:gd name="connsiteY237" fmla="*/ 248144 h 1422244"/>
                <a:gd name="connsiteX238" fmla="*/ 210113 w 1309598"/>
                <a:gd name="connsiteY238" fmla="*/ 223683 h 1422244"/>
                <a:gd name="connsiteX239" fmla="*/ 234573 w 1309598"/>
                <a:gd name="connsiteY239" fmla="*/ 199223 h 1422244"/>
                <a:gd name="connsiteX240" fmla="*/ 24514 w 1309598"/>
                <a:gd name="connsiteY240" fmla="*/ 199223 h 1422244"/>
                <a:gd name="connsiteX241" fmla="*/ 48921 w 1309598"/>
                <a:gd name="connsiteY241" fmla="*/ 223683 h 1422244"/>
                <a:gd name="connsiteX242" fmla="*/ 24461 w 1309598"/>
                <a:gd name="connsiteY242" fmla="*/ 248144 h 1422244"/>
                <a:gd name="connsiteX243" fmla="*/ 54 w 1309598"/>
                <a:gd name="connsiteY243" fmla="*/ 223683 h 1422244"/>
                <a:gd name="connsiteX244" fmla="*/ 24514 w 1309598"/>
                <a:gd name="connsiteY244" fmla="*/ 199223 h 1422244"/>
                <a:gd name="connsiteX245" fmla="*/ 1285137 w 1309598"/>
                <a:gd name="connsiteY245" fmla="*/ 0 h 1422244"/>
                <a:gd name="connsiteX246" fmla="*/ 1309598 w 1309598"/>
                <a:gd name="connsiteY246" fmla="*/ 24460 h 1422244"/>
                <a:gd name="connsiteX247" fmla="*/ 1285137 w 1309598"/>
                <a:gd name="connsiteY247" fmla="*/ 48921 h 1422244"/>
                <a:gd name="connsiteX248" fmla="*/ 1260677 w 1309598"/>
                <a:gd name="connsiteY248" fmla="*/ 24460 h 1422244"/>
                <a:gd name="connsiteX249" fmla="*/ 1285137 w 1309598"/>
                <a:gd name="connsiteY249" fmla="*/ 0 h 1422244"/>
                <a:gd name="connsiteX250" fmla="*/ 1075024 w 1309598"/>
                <a:gd name="connsiteY250" fmla="*/ 0 h 1422244"/>
                <a:gd name="connsiteX251" fmla="*/ 1099485 w 1309598"/>
                <a:gd name="connsiteY251" fmla="*/ 24460 h 1422244"/>
                <a:gd name="connsiteX252" fmla="*/ 1075024 w 1309598"/>
                <a:gd name="connsiteY252" fmla="*/ 48921 h 1422244"/>
                <a:gd name="connsiteX253" fmla="*/ 1050564 w 1309598"/>
                <a:gd name="connsiteY253" fmla="*/ 24460 h 1422244"/>
                <a:gd name="connsiteX254" fmla="*/ 1075024 w 1309598"/>
                <a:gd name="connsiteY254" fmla="*/ 0 h 1422244"/>
                <a:gd name="connsiteX255" fmla="*/ 864911 w 1309598"/>
                <a:gd name="connsiteY255" fmla="*/ 0 h 1422244"/>
                <a:gd name="connsiteX256" fmla="*/ 889372 w 1309598"/>
                <a:gd name="connsiteY256" fmla="*/ 24460 h 1422244"/>
                <a:gd name="connsiteX257" fmla="*/ 864911 w 1309598"/>
                <a:gd name="connsiteY257" fmla="*/ 48921 h 1422244"/>
                <a:gd name="connsiteX258" fmla="*/ 840451 w 1309598"/>
                <a:gd name="connsiteY258" fmla="*/ 24460 h 1422244"/>
                <a:gd name="connsiteX259" fmla="*/ 864911 w 1309598"/>
                <a:gd name="connsiteY259" fmla="*/ 0 h 1422244"/>
                <a:gd name="connsiteX260" fmla="*/ 654798 w 1309598"/>
                <a:gd name="connsiteY260" fmla="*/ 0 h 1422244"/>
                <a:gd name="connsiteX261" fmla="*/ 679259 w 1309598"/>
                <a:gd name="connsiteY261" fmla="*/ 24460 h 1422244"/>
                <a:gd name="connsiteX262" fmla="*/ 654798 w 1309598"/>
                <a:gd name="connsiteY262" fmla="*/ 48921 h 1422244"/>
                <a:gd name="connsiteX263" fmla="*/ 630338 w 1309598"/>
                <a:gd name="connsiteY263" fmla="*/ 24460 h 1422244"/>
                <a:gd name="connsiteX264" fmla="*/ 654798 w 1309598"/>
                <a:gd name="connsiteY264" fmla="*/ 0 h 1422244"/>
                <a:gd name="connsiteX265" fmla="*/ 444685 w 1309598"/>
                <a:gd name="connsiteY265" fmla="*/ 0 h 1422244"/>
                <a:gd name="connsiteX266" fmla="*/ 469146 w 1309598"/>
                <a:gd name="connsiteY266" fmla="*/ 24460 h 1422244"/>
                <a:gd name="connsiteX267" fmla="*/ 444685 w 1309598"/>
                <a:gd name="connsiteY267" fmla="*/ 48921 h 1422244"/>
                <a:gd name="connsiteX268" fmla="*/ 420225 w 1309598"/>
                <a:gd name="connsiteY268" fmla="*/ 24460 h 1422244"/>
                <a:gd name="connsiteX269" fmla="*/ 444685 w 1309598"/>
                <a:gd name="connsiteY269" fmla="*/ 0 h 1422244"/>
                <a:gd name="connsiteX270" fmla="*/ 234573 w 1309598"/>
                <a:gd name="connsiteY270" fmla="*/ 0 h 1422244"/>
                <a:gd name="connsiteX271" fmla="*/ 259034 w 1309598"/>
                <a:gd name="connsiteY271" fmla="*/ 24460 h 1422244"/>
                <a:gd name="connsiteX272" fmla="*/ 234573 w 1309598"/>
                <a:gd name="connsiteY272" fmla="*/ 48921 h 1422244"/>
                <a:gd name="connsiteX273" fmla="*/ 210113 w 1309598"/>
                <a:gd name="connsiteY273" fmla="*/ 24460 h 1422244"/>
                <a:gd name="connsiteX274" fmla="*/ 234573 w 1309598"/>
                <a:gd name="connsiteY274" fmla="*/ 0 h 1422244"/>
                <a:gd name="connsiteX275" fmla="*/ 24514 w 1309598"/>
                <a:gd name="connsiteY275" fmla="*/ 0 h 1422244"/>
                <a:gd name="connsiteX276" fmla="*/ 48921 w 1309598"/>
                <a:gd name="connsiteY276" fmla="*/ 24460 h 1422244"/>
                <a:gd name="connsiteX277" fmla="*/ 24461 w 1309598"/>
                <a:gd name="connsiteY277" fmla="*/ 48921 h 1422244"/>
                <a:gd name="connsiteX278" fmla="*/ 54 w 1309598"/>
                <a:gd name="connsiteY278" fmla="*/ 24460 h 1422244"/>
                <a:gd name="connsiteX279" fmla="*/ 24514 w 1309598"/>
                <a:gd name="connsiteY279" fmla="*/ 0 h 1422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Lst>
              <a:rect l="l" t="t" r="r" b="b"/>
              <a:pathLst>
                <a:path w="1309598" h="1422244">
                  <a:moveTo>
                    <a:pt x="1285137" y="1373323"/>
                  </a:moveTo>
                  <a:cubicBezTo>
                    <a:pt x="1298601" y="1373377"/>
                    <a:pt x="1309598" y="1384320"/>
                    <a:pt x="1309598" y="1397783"/>
                  </a:cubicBezTo>
                  <a:cubicBezTo>
                    <a:pt x="1309598" y="1411301"/>
                    <a:pt x="1298655" y="1422244"/>
                    <a:pt x="1285137" y="1422244"/>
                  </a:cubicBezTo>
                  <a:cubicBezTo>
                    <a:pt x="1271620" y="1422244"/>
                    <a:pt x="1260677" y="1411301"/>
                    <a:pt x="1260677" y="1397783"/>
                  </a:cubicBezTo>
                  <a:cubicBezTo>
                    <a:pt x="1260677" y="1384266"/>
                    <a:pt x="1271620" y="1373323"/>
                    <a:pt x="1285137" y="1373323"/>
                  </a:cubicBezTo>
                  <a:close/>
                  <a:moveTo>
                    <a:pt x="1075024" y="1373323"/>
                  </a:moveTo>
                  <a:cubicBezTo>
                    <a:pt x="1088542" y="1373377"/>
                    <a:pt x="1099485" y="1384320"/>
                    <a:pt x="1099485" y="1397783"/>
                  </a:cubicBezTo>
                  <a:cubicBezTo>
                    <a:pt x="1099485" y="1411301"/>
                    <a:pt x="1088542" y="1422244"/>
                    <a:pt x="1075024" y="1422244"/>
                  </a:cubicBezTo>
                  <a:cubicBezTo>
                    <a:pt x="1061507" y="1422244"/>
                    <a:pt x="1050564" y="1411301"/>
                    <a:pt x="1050564" y="1397783"/>
                  </a:cubicBezTo>
                  <a:cubicBezTo>
                    <a:pt x="1050564" y="1384266"/>
                    <a:pt x="1061507" y="1373323"/>
                    <a:pt x="1075024" y="1373323"/>
                  </a:cubicBezTo>
                  <a:close/>
                  <a:moveTo>
                    <a:pt x="864911" y="1373323"/>
                  </a:moveTo>
                  <a:cubicBezTo>
                    <a:pt x="878429" y="1373377"/>
                    <a:pt x="889372" y="1384320"/>
                    <a:pt x="889372" y="1397783"/>
                  </a:cubicBezTo>
                  <a:cubicBezTo>
                    <a:pt x="889372" y="1411301"/>
                    <a:pt x="878429" y="1422244"/>
                    <a:pt x="864911" y="1422244"/>
                  </a:cubicBezTo>
                  <a:cubicBezTo>
                    <a:pt x="851394" y="1422244"/>
                    <a:pt x="840451" y="1411301"/>
                    <a:pt x="840451" y="1397783"/>
                  </a:cubicBezTo>
                  <a:cubicBezTo>
                    <a:pt x="840451" y="1384266"/>
                    <a:pt x="851394" y="1373323"/>
                    <a:pt x="864911" y="1373323"/>
                  </a:cubicBezTo>
                  <a:close/>
                  <a:moveTo>
                    <a:pt x="654798" y="1373323"/>
                  </a:moveTo>
                  <a:cubicBezTo>
                    <a:pt x="668316" y="1373377"/>
                    <a:pt x="679259" y="1384320"/>
                    <a:pt x="679259" y="1397783"/>
                  </a:cubicBezTo>
                  <a:cubicBezTo>
                    <a:pt x="679259" y="1411301"/>
                    <a:pt x="668316" y="1422244"/>
                    <a:pt x="654798" y="1422244"/>
                  </a:cubicBezTo>
                  <a:cubicBezTo>
                    <a:pt x="641281" y="1422244"/>
                    <a:pt x="630338" y="1411301"/>
                    <a:pt x="630338" y="1397783"/>
                  </a:cubicBezTo>
                  <a:cubicBezTo>
                    <a:pt x="630338" y="1384266"/>
                    <a:pt x="641281" y="1373323"/>
                    <a:pt x="654798" y="1373323"/>
                  </a:cubicBezTo>
                  <a:close/>
                  <a:moveTo>
                    <a:pt x="444685" y="1373323"/>
                  </a:moveTo>
                  <a:cubicBezTo>
                    <a:pt x="458203" y="1373377"/>
                    <a:pt x="469146" y="1384320"/>
                    <a:pt x="469146" y="1397783"/>
                  </a:cubicBezTo>
                  <a:cubicBezTo>
                    <a:pt x="469146" y="1411301"/>
                    <a:pt x="458203" y="1422244"/>
                    <a:pt x="444685" y="1422244"/>
                  </a:cubicBezTo>
                  <a:cubicBezTo>
                    <a:pt x="431168" y="1422244"/>
                    <a:pt x="420225" y="1411301"/>
                    <a:pt x="420225" y="1397783"/>
                  </a:cubicBezTo>
                  <a:cubicBezTo>
                    <a:pt x="420225" y="1384266"/>
                    <a:pt x="431168" y="1373323"/>
                    <a:pt x="444685" y="1373323"/>
                  </a:cubicBezTo>
                  <a:close/>
                  <a:moveTo>
                    <a:pt x="234573" y="1373323"/>
                  </a:moveTo>
                  <a:cubicBezTo>
                    <a:pt x="248091" y="1373377"/>
                    <a:pt x="259034" y="1384320"/>
                    <a:pt x="259034" y="1397783"/>
                  </a:cubicBezTo>
                  <a:cubicBezTo>
                    <a:pt x="259034" y="1411301"/>
                    <a:pt x="248091" y="1422244"/>
                    <a:pt x="234573" y="1422244"/>
                  </a:cubicBezTo>
                  <a:cubicBezTo>
                    <a:pt x="221056" y="1422244"/>
                    <a:pt x="210113" y="1411301"/>
                    <a:pt x="210113" y="1397783"/>
                  </a:cubicBezTo>
                  <a:cubicBezTo>
                    <a:pt x="210113" y="1384266"/>
                    <a:pt x="221056" y="1373323"/>
                    <a:pt x="234573" y="1373323"/>
                  </a:cubicBezTo>
                  <a:close/>
                  <a:moveTo>
                    <a:pt x="24460" y="1373323"/>
                  </a:moveTo>
                  <a:cubicBezTo>
                    <a:pt x="37978" y="1373377"/>
                    <a:pt x="48921" y="1384320"/>
                    <a:pt x="48921" y="1397783"/>
                  </a:cubicBezTo>
                  <a:cubicBezTo>
                    <a:pt x="48921" y="1411301"/>
                    <a:pt x="37978" y="1422244"/>
                    <a:pt x="24460" y="1422244"/>
                  </a:cubicBezTo>
                  <a:cubicBezTo>
                    <a:pt x="10943" y="1422244"/>
                    <a:pt x="0" y="1411301"/>
                    <a:pt x="0" y="1397783"/>
                  </a:cubicBezTo>
                  <a:cubicBezTo>
                    <a:pt x="0" y="1384266"/>
                    <a:pt x="10943" y="1373323"/>
                    <a:pt x="24460" y="1373323"/>
                  </a:cubicBezTo>
                  <a:close/>
                  <a:moveTo>
                    <a:pt x="1285137" y="1174099"/>
                  </a:moveTo>
                  <a:cubicBezTo>
                    <a:pt x="1298601" y="1174099"/>
                    <a:pt x="1309598" y="1185042"/>
                    <a:pt x="1309598" y="1198559"/>
                  </a:cubicBezTo>
                  <a:cubicBezTo>
                    <a:pt x="1309598" y="1212077"/>
                    <a:pt x="1298655" y="1223020"/>
                    <a:pt x="1285137" y="1223020"/>
                  </a:cubicBezTo>
                  <a:cubicBezTo>
                    <a:pt x="1271620" y="1223020"/>
                    <a:pt x="1260677" y="1212077"/>
                    <a:pt x="1260677" y="1198559"/>
                  </a:cubicBezTo>
                  <a:cubicBezTo>
                    <a:pt x="1260677" y="1185042"/>
                    <a:pt x="1271620" y="1174099"/>
                    <a:pt x="1285137" y="1174099"/>
                  </a:cubicBezTo>
                  <a:close/>
                  <a:moveTo>
                    <a:pt x="1075024" y="1174099"/>
                  </a:moveTo>
                  <a:cubicBezTo>
                    <a:pt x="1088542" y="1174099"/>
                    <a:pt x="1099485" y="1185042"/>
                    <a:pt x="1099485" y="1198559"/>
                  </a:cubicBezTo>
                  <a:cubicBezTo>
                    <a:pt x="1099485" y="1212077"/>
                    <a:pt x="1088542" y="1223020"/>
                    <a:pt x="1075024" y="1223020"/>
                  </a:cubicBezTo>
                  <a:cubicBezTo>
                    <a:pt x="1061507" y="1223020"/>
                    <a:pt x="1050564" y="1212077"/>
                    <a:pt x="1050564" y="1198559"/>
                  </a:cubicBezTo>
                  <a:cubicBezTo>
                    <a:pt x="1050564" y="1185042"/>
                    <a:pt x="1061507" y="1174099"/>
                    <a:pt x="1075024" y="1174099"/>
                  </a:cubicBezTo>
                  <a:close/>
                  <a:moveTo>
                    <a:pt x="864911" y="1174099"/>
                  </a:moveTo>
                  <a:cubicBezTo>
                    <a:pt x="878429" y="1174099"/>
                    <a:pt x="889372" y="1185042"/>
                    <a:pt x="889372" y="1198559"/>
                  </a:cubicBezTo>
                  <a:cubicBezTo>
                    <a:pt x="889372" y="1212077"/>
                    <a:pt x="878429" y="1223020"/>
                    <a:pt x="864911" y="1223020"/>
                  </a:cubicBezTo>
                  <a:cubicBezTo>
                    <a:pt x="851394" y="1223020"/>
                    <a:pt x="840451" y="1212077"/>
                    <a:pt x="840451" y="1198559"/>
                  </a:cubicBezTo>
                  <a:cubicBezTo>
                    <a:pt x="840451" y="1185042"/>
                    <a:pt x="851394" y="1174099"/>
                    <a:pt x="864911" y="1174099"/>
                  </a:cubicBezTo>
                  <a:close/>
                  <a:moveTo>
                    <a:pt x="654798" y="1174099"/>
                  </a:moveTo>
                  <a:cubicBezTo>
                    <a:pt x="668316" y="1174099"/>
                    <a:pt x="679259" y="1185042"/>
                    <a:pt x="679259" y="1198559"/>
                  </a:cubicBezTo>
                  <a:cubicBezTo>
                    <a:pt x="679259" y="1212077"/>
                    <a:pt x="668316" y="1223020"/>
                    <a:pt x="654798" y="1223020"/>
                  </a:cubicBezTo>
                  <a:cubicBezTo>
                    <a:pt x="641281" y="1223020"/>
                    <a:pt x="630338" y="1212077"/>
                    <a:pt x="630338" y="1198559"/>
                  </a:cubicBezTo>
                  <a:cubicBezTo>
                    <a:pt x="630338" y="1185042"/>
                    <a:pt x="641281" y="1174099"/>
                    <a:pt x="654798" y="1174099"/>
                  </a:cubicBezTo>
                  <a:close/>
                  <a:moveTo>
                    <a:pt x="444685" y="1174099"/>
                  </a:moveTo>
                  <a:cubicBezTo>
                    <a:pt x="458203" y="1174099"/>
                    <a:pt x="469146" y="1185042"/>
                    <a:pt x="469146" y="1198559"/>
                  </a:cubicBezTo>
                  <a:cubicBezTo>
                    <a:pt x="469146" y="1212077"/>
                    <a:pt x="458203" y="1223020"/>
                    <a:pt x="444685" y="1223020"/>
                  </a:cubicBezTo>
                  <a:cubicBezTo>
                    <a:pt x="431168" y="1223020"/>
                    <a:pt x="420225" y="1212077"/>
                    <a:pt x="420225" y="1198559"/>
                  </a:cubicBezTo>
                  <a:cubicBezTo>
                    <a:pt x="420225" y="1185042"/>
                    <a:pt x="431168" y="1174099"/>
                    <a:pt x="444685" y="1174099"/>
                  </a:cubicBezTo>
                  <a:close/>
                  <a:moveTo>
                    <a:pt x="234573" y="1174099"/>
                  </a:moveTo>
                  <a:cubicBezTo>
                    <a:pt x="248091" y="1174099"/>
                    <a:pt x="259034" y="1185042"/>
                    <a:pt x="259034" y="1198559"/>
                  </a:cubicBezTo>
                  <a:cubicBezTo>
                    <a:pt x="259034" y="1212077"/>
                    <a:pt x="248091" y="1223020"/>
                    <a:pt x="234573" y="1223020"/>
                  </a:cubicBezTo>
                  <a:cubicBezTo>
                    <a:pt x="221056" y="1223020"/>
                    <a:pt x="210113" y="1212077"/>
                    <a:pt x="210113" y="1198559"/>
                  </a:cubicBezTo>
                  <a:cubicBezTo>
                    <a:pt x="210113" y="1185042"/>
                    <a:pt x="221056" y="1174099"/>
                    <a:pt x="234573" y="1174099"/>
                  </a:cubicBezTo>
                  <a:close/>
                  <a:moveTo>
                    <a:pt x="24514" y="1174099"/>
                  </a:moveTo>
                  <a:cubicBezTo>
                    <a:pt x="37978" y="1174099"/>
                    <a:pt x="48921" y="1185042"/>
                    <a:pt x="48921" y="1198559"/>
                  </a:cubicBezTo>
                  <a:cubicBezTo>
                    <a:pt x="48921" y="1212077"/>
                    <a:pt x="37978" y="1223020"/>
                    <a:pt x="24461" y="1223020"/>
                  </a:cubicBezTo>
                  <a:cubicBezTo>
                    <a:pt x="10997" y="1223020"/>
                    <a:pt x="54" y="1212077"/>
                    <a:pt x="54" y="1198559"/>
                  </a:cubicBezTo>
                  <a:cubicBezTo>
                    <a:pt x="54" y="1185042"/>
                    <a:pt x="10997" y="1174099"/>
                    <a:pt x="24514" y="1174099"/>
                  </a:cubicBezTo>
                  <a:close/>
                  <a:moveTo>
                    <a:pt x="1285137" y="974822"/>
                  </a:moveTo>
                  <a:cubicBezTo>
                    <a:pt x="1298601" y="974876"/>
                    <a:pt x="1309598" y="985818"/>
                    <a:pt x="1309598" y="999282"/>
                  </a:cubicBezTo>
                  <a:cubicBezTo>
                    <a:pt x="1309598" y="1012800"/>
                    <a:pt x="1298655" y="1023743"/>
                    <a:pt x="1285137" y="1023743"/>
                  </a:cubicBezTo>
                  <a:cubicBezTo>
                    <a:pt x="1271620" y="1023743"/>
                    <a:pt x="1260677" y="1012800"/>
                    <a:pt x="1260677" y="999282"/>
                  </a:cubicBezTo>
                  <a:cubicBezTo>
                    <a:pt x="1260677" y="985765"/>
                    <a:pt x="1271620" y="974822"/>
                    <a:pt x="1285137" y="974822"/>
                  </a:cubicBezTo>
                  <a:close/>
                  <a:moveTo>
                    <a:pt x="1075024" y="974822"/>
                  </a:moveTo>
                  <a:cubicBezTo>
                    <a:pt x="1088542" y="974876"/>
                    <a:pt x="1099485" y="985818"/>
                    <a:pt x="1099485" y="999282"/>
                  </a:cubicBezTo>
                  <a:cubicBezTo>
                    <a:pt x="1099485" y="1012800"/>
                    <a:pt x="1088542" y="1023743"/>
                    <a:pt x="1075024" y="1023743"/>
                  </a:cubicBezTo>
                  <a:cubicBezTo>
                    <a:pt x="1061507" y="1023743"/>
                    <a:pt x="1050564" y="1012800"/>
                    <a:pt x="1050564" y="999282"/>
                  </a:cubicBezTo>
                  <a:cubicBezTo>
                    <a:pt x="1050564" y="985765"/>
                    <a:pt x="1061507" y="974822"/>
                    <a:pt x="1075024" y="974822"/>
                  </a:cubicBezTo>
                  <a:close/>
                  <a:moveTo>
                    <a:pt x="864911" y="974822"/>
                  </a:moveTo>
                  <a:cubicBezTo>
                    <a:pt x="878429" y="974876"/>
                    <a:pt x="889372" y="985818"/>
                    <a:pt x="889372" y="999282"/>
                  </a:cubicBezTo>
                  <a:cubicBezTo>
                    <a:pt x="889372" y="1012800"/>
                    <a:pt x="878429" y="1023743"/>
                    <a:pt x="864911" y="1023743"/>
                  </a:cubicBezTo>
                  <a:cubicBezTo>
                    <a:pt x="851394" y="1023743"/>
                    <a:pt x="840451" y="1012800"/>
                    <a:pt x="840451" y="999282"/>
                  </a:cubicBezTo>
                  <a:cubicBezTo>
                    <a:pt x="840451" y="985765"/>
                    <a:pt x="851394" y="974822"/>
                    <a:pt x="864911" y="974822"/>
                  </a:cubicBezTo>
                  <a:close/>
                  <a:moveTo>
                    <a:pt x="654798" y="974822"/>
                  </a:moveTo>
                  <a:cubicBezTo>
                    <a:pt x="668316" y="974876"/>
                    <a:pt x="679259" y="985818"/>
                    <a:pt x="679259" y="999282"/>
                  </a:cubicBezTo>
                  <a:cubicBezTo>
                    <a:pt x="679259" y="1012800"/>
                    <a:pt x="668316" y="1023743"/>
                    <a:pt x="654798" y="1023743"/>
                  </a:cubicBezTo>
                  <a:cubicBezTo>
                    <a:pt x="641281" y="1023743"/>
                    <a:pt x="630338" y="1012800"/>
                    <a:pt x="630338" y="999282"/>
                  </a:cubicBezTo>
                  <a:cubicBezTo>
                    <a:pt x="630338" y="985765"/>
                    <a:pt x="641281" y="974822"/>
                    <a:pt x="654798" y="974822"/>
                  </a:cubicBezTo>
                  <a:close/>
                  <a:moveTo>
                    <a:pt x="444685" y="974822"/>
                  </a:moveTo>
                  <a:cubicBezTo>
                    <a:pt x="458203" y="974876"/>
                    <a:pt x="469146" y="985818"/>
                    <a:pt x="469146" y="999282"/>
                  </a:cubicBezTo>
                  <a:cubicBezTo>
                    <a:pt x="469146" y="1012800"/>
                    <a:pt x="458203" y="1023743"/>
                    <a:pt x="444685" y="1023743"/>
                  </a:cubicBezTo>
                  <a:cubicBezTo>
                    <a:pt x="431168" y="1023743"/>
                    <a:pt x="420225" y="1012800"/>
                    <a:pt x="420225" y="999282"/>
                  </a:cubicBezTo>
                  <a:cubicBezTo>
                    <a:pt x="420225" y="985765"/>
                    <a:pt x="431168" y="974822"/>
                    <a:pt x="444685" y="974822"/>
                  </a:cubicBezTo>
                  <a:close/>
                  <a:moveTo>
                    <a:pt x="234573" y="974822"/>
                  </a:moveTo>
                  <a:cubicBezTo>
                    <a:pt x="248091" y="974876"/>
                    <a:pt x="259034" y="985818"/>
                    <a:pt x="259034" y="999282"/>
                  </a:cubicBezTo>
                  <a:cubicBezTo>
                    <a:pt x="259034" y="1012800"/>
                    <a:pt x="248091" y="1023743"/>
                    <a:pt x="234573" y="1023743"/>
                  </a:cubicBezTo>
                  <a:cubicBezTo>
                    <a:pt x="221056" y="1023743"/>
                    <a:pt x="210113" y="1012800"/>
                    <a:pt x="210113" y="999282"/>
                  </a:cubicBezTo>
                  <a:cubicBezTo>
                    <a:pt x="210113" y="985765"/>
                    <a:pt x="221056" y="974822"/>
                    <a:pt x="234573" y="974822"/>
                  </a:cubicBezTo>
                  <a:close/>
                  <a:moveTo>
                    <a:pt x="24460" y="974822"/>
                  </a:moveTo>
                  <a:cubicBezTo>
                    <a:pt x="37978" y="974876"/>
                    <a:pt x="48921" y="985818"/>
                    <a:pt x="48921" y="999282"/>
                  </a:cubicBezTo>
                  <a:cubicBezTo>
                    <a:pt x="48921" y="1012800"/>
                    <a:pt x="37978" y="1023743"/>
                    <a:pt x="24460" y="1023743"/>
                  </a:cubicBezTo>
                  <a:cubicBezTo>
                    <a:pt x="10943" y="1023743"/>
                    <a:pt x="0" y="1012800"/>
                    <a:pt x="0" y="999282"/>
                  </a:cubicBezTo>
                  <a:cubicBezTo>
                    <a:pt x="0" y="985765"/>
                    <a:pt x="10943" y="974822"/>
                    <a:pt x="24460" y="974822"/>
                  </a:cubicBezTo>
                  <a:close/>
                  <a:moveTo>
                    <a:pt x="1285137" y="775598"/>
                  </a:moveTo>
                  <a:cubicBezTo>
                    <a:pt x="1298601" y="775598"/>
                    <a:pt x="1309598" y="786541"/>
                    <a:pt x="1309598" y="800058"/>
                  </a:cubicBezTo>
                  <a:cubicBezTo>
                    <a:pt x="1309598" y="813576"/>
                    <a:pt x="1298655" y="824519"/>
                    <a:pt x="1285137" y="824519"/>
                  </a:cubicBezTo>
                  <a:cubicBezTo>
                    <a:pt x="1271620" y="824519"/>
                    <a:pt x="1260677" y="813576"/>
                    <a:pt x="1260677" y="800058"/>
                  </a:cubicBezTo>
                  <a:cubicBezTo>
                    <a:pt x="1260677" y="786541"/>
                    <a:pt x="1271620" y="775598"/>
                    <a:pt x="1285137" y="775598"/>
                  </a:cubicBezTo>
                  <a:close/>
                  <a:moveTo>
                    <a:pt x="1075024" y="775598"/>
                  </a:moveTo>
                  <a:cubicBezTo>
                    <a:pt x="1088542" y="775598"/>
                    <a:pt x="1099485" y="786541"/>
                    <a:pt x="1099485" y="800058"/>
                  </a:cubicBezTo>
                  <a:cubicBezTo>
                    <a:pt x="1099485" y="813576"/>
                    <a:pt x="1088542" y="824519"/>
                    <a:pt x="1075024" y="824519"/>
                  </a:cubicBezTo>
                  <a:cubicBezTo>
                    <a:pt x="1061507" y="824519"/>
                    <a:pt x="1050564" y="813576"/>
                    <a:pt x="1050564" y="800058"/>
                  </a:cubicBezTo>
                  <a:cubicBezTo>
                    <a:pt x="1050564" y="786541"/>
                    <a:pt x="1061507" y="775598"/>
                    <a:pt x="1075024" y="775598"/>
                  </a:cubicBezTo>
                  <a:close/>
                  <a:moveTo>
                    <a:pt x="864911" y="775598"/>
                  </a:moveTo>
                  <a:cubicBezTo>
                    <a:pt x="878429" y="775598"/>
                    <a:pt x="889372" y="786541"/>
                    <a:pt x="889372" y="800058"/>
                  </a:cubicBezTo>
                  <a:cubicBezTo>
                    <a:pt x="889372" y="813576"/>
                    <a:pt x="878429" y="824519"/>
                    <a:pt x="864911" y="824519"/>
                  </a:cubicBezTo>
                  <a:cubicBezTo>
                    <a:pt x="851394" y="824519"/>
                    <a:pt x="840451" y="813576"/>
                    <a:pt x="840451" y="800058"/>
                  </a:cubicBezTo>
                  <a:cubicBezTo>
                    <a:pt x="840451" y="786541"/>
                    <a:pt x="851394" y="775598"/>
                    <a:pt x="864911" y="775598"/>
                  </a:cubicBezTo>
                  <a:close/>
                  <a:moveTo>
                    <a:pt x="654798" y="775598"/>
                  </a:moveTo>
                  <a:cubicBezTo>
                    <a:pt x="668316" y="775598"/>
                    <a:pt x="679259" y="786541"/>
                    <a:pt x="679259" y="800058"/>
                  </a:cubicBezTo>
                  <a:cubicBezTo>
                    <a:pt x="679259" y="813576"/>
                    <a:pt x="668316" y="824519"/>
                    <a:pt x="654798" y="824519"/>
                  </a:cubicBezTo>
                  <a:cubicBezTo>
                    <a:pt x="641281" y="824519"/>
                    <a:pt x="630338" y="813576"/>
                    <a:pt x="630338" y="800058"/>
                  </a:cubicBezTo>
                  <a:cubicBezTo>
                    <a:pt x="630338" y="786541"/>
                    <a:pt x="641281" y="775598"/>
                    <a:pt x="654798" y="775598"/>
                  </a:cubicBezTo>
                  <a:close/>
                  <a:moveTo>
                    <a:pt x="444685" y="775598"/>
                  </a:moveTo>
                  <a:cubicBezTo>
                    <a:pt x="458203" y="775598"/>
                    <a:pt x="469146" y="786541"/>
                    <a:pt x="469146" y="800058"/>
                  </a:cubicBezTo>
                  <a:cubicBezTo>
                    <a:pt x="469146" y="813576"/>
                    <a:pt x="458203" y="824519"/>
                    <a:pt x="444685" y="824519"/>
                  </a:cubicBezTo>
                  <a:cubicBezTo>
                    <a:pt x="431168" y="824519"/>
                    <a:pt x="420225" y="813576"/>
                    <a:pt x="420225" y="800058"/>
                  </a:cubicBezTo>
                  <a:cubicBezTo>
                    <a:pt x="420225" y="786541"/>
                    <a:pt x="431168" y="775598"/>
                    <a:pt x="444685" y="775598"/>
                  </a:cubicBezTo>
                  <a:close/>
                  <a:moveTo>
                    <a:pt x="234573" y="775598"/>
                  </a:moveTo>
                  <a:cubicBezTo>
                    <a:pt x="248091" y="775598"/>
                    <a:pt x="259034" y="786541"/>
                    <a:pt x="259034" y="800058"/>
                  </a:cubicBezTo>
                  <a:cubicBezTo>
                    <a:pt x="259034" y="813576"/>
                    <a:pt x="248091" y="824519"/>
                    <a:pt x="234573" y="824519"/>
                  </a:cubicBezTo>
                  <a:cubicBezTo>
                    <a:pt x="221056" y="824519"/>
                    <a:pt x="210113" y="813576"/>
                    <a:pt x="210113" y="800058"/>
                  </a:cubicBezTo>
                  <a:cubicBezTo>
                    <a:pt x="210113" y="786541"/>
                    <a:pt x="221056" y="775598"/>
                    <a:pt x="234573" y="775598"/>
                  </a:cubicBezTo>
                  <a:close/>
                  <a:moveTo>
                    <a:pt x="24460" y="775598"/>
                  </a:moveTo>
                  <a:cubicBezTo>
                    <a:pt x="37978" y="775598"/>
                    <a:pt x="48921" y="786541"/>
                    <a:pt x="48921" y="800058"/>
                  </a:cubicBezTo>
                  <a:cubicBezTo>
                    <a:pt x="48921" y="813576"/>
                    <a:pt x="37978" y="824519"/>
                    <a:pt x="24460" y="824519"/>
                  </a:cubicBezTo>
                  <a:cubicBezTo>
                    <a:pt x="10943" y="824519"/>
                    <a:pt x="0" y="813576"/>
                    <a:pt x="0" y="800058"/>
                  </a:cubicBezTo>
                  <a:cubicBezTo>
                    <a:pt x="0" y="786541"/>
                    <a:pt x="10943" y="775598"/>
                    <a:pt x="24460" y="775598"/>
                  </a:cubicBezTo>
                  <a:close/>
                  <a:moveTo>
                    <a:pt x="1285137" y="597778"/>
                  </a:moveTo>
                  <a:cubicBezTo>
                    <a:pt x="1298601" y="597778"/>
                    <a:pt x="1309598" y="608721"/>
                    <a:pt x="1309598" y="622238"/>
                  </a:cubicBezTo>
                  <a:cubicBezTo>
                    <a:pt x="1309598" y="635756"/>
                    <a:pt x="1298655" y="646699"/>
                    <a:pt x="1285137" y="646699"/>
                  </a:cubicBezTo>
                  <a:cubicBezTo>
                    <a:pt x="1271620" y="646699"/>
                    <a:pt x="1260677" y="635756"/>
                    <a:pt x="1260677" y="622238"/>
                  </a:cubicBezTo>
                  <a:cubicBezTo>
                    <a:pt x="1260677" y="608721"/>
                    <a:pt x="1271620" y="597778"/>
                    <a:pt x="1285137" y="597778"/>
                  </a:cubicBezTo>
                  <a:close/>
                  <a:moveTo>
                    <a:pt x="1075024" y="597778"/>
                  </a:moveTo>
                  <a:cubicBezTo>
                    <a:pt x="1088542" y="597778"/>
                    <a:pt x="1099485" y="608721"/>
                    <a:pt x="1099485" y="622238"/>
                  </a:cubicBezTo>
                  <a:cubicBezTo>
                    <a:pt x="1099485" y="635756"/>
                    <a:pt x="1088542" y="646699"/>
                    <a:pt x="1075024" y="646699"/>
                  </a:cubicBezTo>
                  <a:cubicBezTo>
                    <a:pt x="1061507" y="646699"/>
                    <a:pt x="1050564" y="635756"/>
                    <a:pt x="1050564" y="622238"/>
                  </a:cubicBezTo>
                  <a:cubicBezTo>
                    <a:pt x="1050564" y="608721"/>
                    <a:pt x="1061507" y="597778"/>
                    <a:pt x="1075024" y="597778"/>
                  </a:cubicBezTo>
                  <a:close/>
                  <a:moveTo>
                    <a:pt x="864911" y="597778"/>
                  </a:moveTo>
                  <a:cubicBezTo>
                    <a:pt x="878429" y="597778"/>
                    <a:pt x="889372" y="608721"/>
                    <a:pt x="889372" y="622238"/>
                  </a:cubicBezTo>
                  <a:cubicBezTo>
                    <a:pt x="889372" y="635756"/>
                    <a:pt x="878429" y="646699"/>
                    <a:pt x="864911" y="646699"/>
                  </a:cubicBezTo>
                  <a:cubicBezTo>
                    <a:pt x="851394" y="646699"/>
                    <a:pt x="840451" y="635756"/>
                    <a:pt x="840451" y="622238"/>
                  </a:cubicBezTo>
                  <a:cubicBezTo>
                    <a:pt x="840451" y="608721"/>
                    <a:pt x="851394" y="597778"/>
                    <a:pt x="864911" y="597778"/>
                  </a:cubicBezTo>
                  <a:close/>
                  <a:moveTo>
                    <a:pt x="654798" y="597778"/>
                  </a:moveTo>
                  <a:cubicBezTo>
                    <a:pt x="668316" y="597778"/>
                    <a:pt x="679259" y="608721"/>
                    <a:pt x="679259" y="622238"/>
                  </a:cubicBezTo>
                  <a:cubicBezTo>
                    <a:pt x="679259" y="635756"/>
                    <a:pt x="668316" y="646699"/>
                    <a:pt x="654798" y="646699"/>
                  </a:cubicBezTo>
                  <a:cubicBezTo>
                    <a:pt x="641281" y="646699"/>
                    <a:pt x="630338" y="635756"/>
                    <a:pt x="630338" y="622238"/>
                  </a:cubicBezTo>
                  <a:cubicBezTo>
                    <a:pt x="630338" y="608721"/>
                    <a:pt x="641281" y="597778"/>
                    <a:pt x="654798" y="597778"/>
                  </a:cubicBezTo>
                  <a:close/>
                  <a:moveTo>
                    <a:pt x="444685" y="597778"/>
                  </a:moveTo>
                  <a:cubicBezTo>
                    <a:pt x="458203" y="597778"/>
                    <a:pt x="469146" y="608721"/>
                    <a:pt x="469146" y="622238"/>
                  </a:cubicBezTo>
                  <a:cubicBezTo>
                    <a:pt x="469146" y="635756"/>
                    <a:pt x="458203" y="646699"/>
                    <a:pt x="444685" y="646699"/>
                  </a:cubicBezTo>
                  <a:cubicBezTo>
                    <a:pt x="431168" y="646699"/>
                    <a:pt x="420225" y="635756"/>
                    <a:pt x="420225" y="622238"/>
                  </a:cubicBezTo>
                  <a:cubicBezTo>
                    <a:pt x="420225" y="608721"/>
                    <a:pt x="431168" y="597778"/>
                    <a:pt x="444685" y="597778"/>
                  </a:cubicBezTo>
                  <a:close/>
                  <a:moveTo>
                    <a:pt x="234573" y="597778"/>
                  </a:moveTo>
                  <a:cubicBezTo>
                    <a:pt x="248091" y="597778"/>
                    <a:pt x="259034" y="608721"/>
                    <a:pt x="259034" y="622238"/>
                  </a:cubicBezTo>
                  <a:cubicBezTo>
                    <a:pt x="259034" y="635756"/>
                    <a:pt x="248091" y="646699"/>
                    <a:pt x="234573" y="646699"/>
                  </a:cubicBezTo>
                  <a:cubicBezTo>
                    <a:pt x="221056" y="646699"/>
                    <a:pt x="210113" y="635756"/>
                    <a:pt x="210113" y="622238"/>
                  </a:cubicBezTo>
                  <a:cubicBezTo>
                    <a:pt x="210113" y="608721"/>
                    <a:pt x="221056" y="597778"/>
                    <a:pt x="234573" y="597778"/>
                  </a:cubicBezTo>
                  <a:close/>
                  <a:moveTo>
                    <a:pt x="24514" y="597778"/>
                  </a:moveTo>
                  <a:cubicBezTo>
                    <a:pt x="37978" y="597778"/>
                    <a:pt x="48921" y="608721"/>
                    <a:pt x="48921" y="622238"/>
                  </a:cubicBezTo>
                  <a:cubicBezTo>
                    <a:pt x="48921" y="635756"/>
                    <a:pt x="37978" y="646699"/>
                    <a:pt x="24461" y="646699"/>
                  </a:cubicBezTo>
                  <a:cubicBezTo>
                    <a:pt x="10997" y="646645"/>
                    <a:pt x="54" y="635702"/>
                    <a:pt x="54" y="622238"/>
                  </a:cubicBezTo>
                  <a:cubicBezTo>
                    <a:pt x="54" y="608721"/>
                    <a:pt x="10997" y="597778"/>
                    <a:pt x="24514" y="597778"/>
                  </a:cubicBezTo>
                  <a:close/>
                  <a:moveTo>
                    <a:pt x="1285137" y="398500"/>
                  </a:moveTo>
                  <a:cubicBezTo>
                    <a:pt x="1298601" y="398500"/>
                    <a:pt x="1309598" y="409443"/>
                    <a:pt x="1309598" y="422960"/>
                  </a:cubicBezTo>
                  <a:cubicBezTo>
                    <a:pt x="1309598" y="436478"/>
                    <a:pt x="1298655" y="447421"/>
                    <a:pt x="1285137" y="447421"/>
                  </a:cubicBezTo>
                  <a:cubicBezTo>
                    <a:pt x="1271620" y="447421"/>
                    <a:pt x="1260677" y="436478"/>
                    <a:pt x="1260677" y="422960"/>
                  </a:cubicBezTo>
                  <a:cubicBezTo>
                    <a:pt x="1260677" y="409443"/>
                    <a:pt x="1271620" y="398500"/>
                    <a:pt x="1285137" y="398500"/>
                  </a:cubicBezTo>
                  <a:close/>
                  <a:moveTo>
                    <a:pt x="1075024" y="398500"/>
                  </a:moveTo>
                  <a:cubicBezTo>
                    <a:pt x="1088542" y="398500"/>
                    <a:pt x="1099485" y="409443"/>
                    <a:pt x="1099485" y="422960"/>
                  </a:cubicBezTo>
                  <a:cubicBezTo>
                    <a:pt x="1099485" y="436478"/>
                    <a:pt x="1088542" y="447421"/>
                    <a:pt x="1075024" y="447421"/>
                  </a:cubicBezTo>
                  <a:cubicBezTo>
                    <a:pt x="1061507" y="447421"/>
                    <a:pt x="1050564" y="436478"/>
                    <a:pt x="1050564" y="422960"/>
                  </a:cubicBezTo>
                  <a:cubicBezTo>
                    <a:pt x="1050564" y="409443"/>
                    <a:pt x="1061507" y="398500"/>
                    <a:pt x="1075024" y="398500"/>
                  </a:cubicBezTo>
                  <a:close/>
                  <a:moveTo>
                    <a:pt x="864911" y="398500"/>
                  </a:moveTo>
                  <a:cubicBezTo>
                    <a:pt x="878429" y="398500"/>
                    <a:pt x="889372" y="409443"/>
                    <a:pt x="889372" y="422960"/>
                  </a:cubicBezTo>
                  <a:cubicBezTo>
                    <a:pt x="889372" y="436478"/>
                    <a:pt x="878429" y="447421"/>
                    <a:pt x="864911" y="447421"/>
                  </a:cubicBezTo>
                  <a:cubicBezTo>
                    <a:pt x="851394" y="447421"/>
                    <a:pt x="840451" y="436478"/>
                    <a:pt x="840451" y="422960"/>
                  </a:cubicBezTo>
                  <a:cubicBezTo>
                    <a:pt x="840451" y="409443"/>
                    <a:pt x="851394" y="398500"/>
                    <a:pt x="864911" y="398500"/>
                  </a:cubicBezTo>
                  <a:close/>
                  <a:moveTo>
                    <a:pt x="654798" y="398500"/>
                  </a:moveTo>
                  <a:cubicBezTo>
                    <a:pt x="668316" y="398500"/>
                    <a:pt x="679259" y="409443"/>
                    <a:pt x="679259" y="422960"/>
                  </a:cubicBezTo>
                  <a:cubicBezTo>
                    <a:pt x="679259" y="436478"/>
                    <a:pt x="668316" y="447421"/>
                    <a:pt x="654798" y="447421"/>
                  </a:cubicBezTo>
                  <a:cubicBezTo>
                    <a:pt x="641281" y="447421"/>
                    <a:pt x="630338" y="436478"/>
                    <a:pt x="630338" y="422960"/>
                  </a:cubicBezTo>
                  <a:cubicBezTo>
                    <a:pt x="630338" y="409443"/>
                    <a:pt x="641281" y="398500"/>
                    <a:pt x="654798" y="398500"/>
                  </a:cubicBezTo>
                  <a:close/>
                  <a:moveTo>
                    <a:pt x="444685" y="398500"/>
                  </a:moveTo>
                  <a:cubicBezTo>
                    <a:pt x="458203" y="398500"/>
                    <a:pt x="469146" y="409443"/>
                    <a:pt x="469146" y="422960"/>
                  </a:cubicBezTo>
                  <a:cubicBezTo>
                    <a:pt x="469146" y="436478"/>
                    <a:pt x="458203" y="447421"/>
                    <a:pt x="444685" y="447421"/>
                  </a:cubicBezTo>
                  <a:cubicBezTo>
                    <a:pt x="431168" y="447421"/>
                    <a:pt x="420225" y="436478"/>
                    <a:pt x="420225" y="422960"/>
                  </a:cubicBezTo>
                  <a:cubicBezTo>
                    <a:pt x="420225" y="409443"/>
                    <a:pt x="431168" y="398500"/>
                    <a:pt x="444685" y="398500"/>
                  </a:cubicBezTo>
                  <a:close/>
                  <a:moveTo>
                    <a:pt x="234573" y="398500"/>
                  </a:moveTo>
                  <a:cubicBezTo>
                    <a:pt x="248091" y="398500"/>
                    <a:pt x="259034" y="409443"/>
                    <a:pt x="259034" y="422960"/>
                  </a:cubicBezTo>
                  <a:cubicBezTo>
                    <a:pt x="259034" y="436478"/>
                    <a:pt x="248091" y="447421"/>
                    <a:pt x="234573" y="447421"/>
                  </a:cubicBezTo>
                  <a:cubicBezTo>
                    <a:pt x="221056" y="447421"/>
                    <a:pt x="210113" y="436478"/>
                    <a:pt x="210113" y="422960"/>
                  </a:cubicBezTo>
                  <a:cubicBezTo>
                    <a:pt x="210113" y="409443"/>
                    <a:pt x="221056" y="398500"/>
                    <a:pt x="234573" y="398500"/>
                  </a:cubicBezTo>
                  <a:close/>
                  <a:moveTo>
                    <a:pt x="24514" y="398500"/>
                  </a:moveTo>
                  <a:cubicBezTo>
                    <a:pt x="37978" y="398500"/>
                    <a:pt x="48921" y="409443"/>
                    <a:pt x="48921" y="422960"/>
                  </a:cubicBezTo>
                  <a:cubicBezTo>
                    <a:pt x="48921" y="436478"/>
                    <a:pt x="37978" y="447421"/>
                    <a:pt x="24461" y="447421"/>
                  </a:cubicBezTo>
                  <a:cubicBezTo>
                    <a:pt x="10997" y="447421"/>
                    <a:pt x="54" y="436478"/>
                    <a:pt x="54" y="422960"/>
                  </a:cubicBezTo>
                  <a:cubicBezTo>
                    <a:pt x="54" y="409443"/>
                    <a:pt x="10997" y="398500"/>
                    <a:pt x="24514" y="398500"/>
                  </a:cubicBezTo>
                  <a:close/>
                  <a:moveTo>
                    <a:pt x="1285137" y="199223"/>
                  </a:moveTo>
                  <a:cubicBezTo>
                    <a:pt x="1298601" y="199277"/>
                    <a:pt x="1309598" y="210219"/>
                    <a:pt x="1309598" y="223683"/>
                  </a:cubicBezTo>
                  <a:cubicBezTo>
                    <a:pt x="1309598" y="237201"/>
                    <a:pt x="1298655" y="248144"/>
                    <a:pt x="1285137" y="248144"/>
                  </a:cubicBezTo>
                  <a:cubicBezTo>
                    <a:pt x="1271620" y="248144"/>
                    <a:pt x="1260677" y="237201"/>
                    <a:pt x="1260677" y="223683"/>
                  </a:cubicBezTo>
                  <a:cubicBezTo>
                    <a:pt x="1260677" y="210166"/>
                    <a:pt x="1271620" y="199223"/>
                    <a:pt x="1285137" y="199223"/>
                  </a:cubicBezTo>
                  <a:close/>
                  <a:moveTo>
                    <a:pt x="1075024" y="199223"/>
                  </a:moveTo>
                  <a:cubicBezTo>
                    <a:pt x="1088542" y="199277"/>
                    <a:pt x="1099485" y="210219"/>
                    <a:pt x="1099485" y="223683"/>
                  </a:cubicBezTo>
                  <a:cubicBezTo>
                    <a:pt x="1099485" y="237201"/>
                    <a:pt x="1088542" y="248144"/>
                    <a:pt x="1075024" y="248144"/>
                  </a:cubicBezTo>
                  <a:cubicBezTo>
                    <a:pt x="1061507" y="248144"/>
                    <a:pt x="1050564" y="237201"/>
                    <a:pt x="1050564" y="223683"/>
                  </a:cubicBezTo>
                  <a:cubicBezTo>
                    <a:pt x="1050564" y="210166"/>
                    <a:pt x="1061507" y="199223"/>
                    <a:pt x="1075024" y="199223"/>
                  </a:cubicBezTo>
                  <a:close/>
                  <a:moveTo>
                    <a:pt x="864911" y="199223"/>
                  </a:moveTo>
                  <a:cubicBezTo>
                    <a:pt x="878429" y="199277"/>
                    <a:pt x="889372" y="210219"/>
                    <a:pt x="889372" y="223683"/>
                  </a:cubicBezTo>
                  <a:cubicBezTo>
                    <a:pt x="889372" y="237201"/>
                    <a:pt x="878429" y="248144"/>
                    <a:pt x="864911" y="248144"/>
                  </a:cubicBezTo>
                  <a:cubicBezTo>
                    <a:pt x="851394" y="248144"/>
                    <a:pt x="840451" y="237201"/>
                    <a:pt x="840451" y="223683"/>
                  </a:cubicBezTo>
                  <a:cubicBezTo>
                    <a:pt x="840451" y="210166"/>
                    <a:pt x="851394" y="199223"/>
                    <a:pt x="864911" y="199223"/>
                  </a:cubicBezTo>
                  <a:close/>
                  <a:moveTo>
                    <a:pt x="654798" y="199223"/>
                  </a:moveTo>
                  <a:cubicBezTo>
                    <a:pt x="668316" y="199277"/>
                    <a:pt x="679259" y="210219"/>
                    <a:pt x="679259" y="223683"/>
                  </a:cubicBezTo>
                  <a:cubicBezTo>
                    <a:pt x="679259" y="237201"/>
                    <a:pt x="668316" y="248144"/>
                    <a:pt x="654798" y="248144"/>
                  </a:cubicBezTo>
                  <a:cubicBezTo>
                    <a:pt x="641281" y="248144"/>
                    <a:pt x="630338" y="237201"/>
                    <a:pt x="630338" y="223683"/>
                  </a:cubicBezTo>
                  <a:cubicBezTo>
                    <a:pt x="630338" y="210166"/>
                    <a:pt x="641281" y="199223"/>
                    <a:pt x="654798" y="199223"/>
                  </a:cubicBezTo>
                  <a:close/>
                  <a:moveTo>
                    <a:pt x="444685" y="199223"/>
                  </a:moveTo>
                  <a:cubicBezTo>
                    <a:pt x="458203" y="199277"/>
                    <a:pt x="469146" y="210219"/>
                    <a:pt x="469146" y="223683"/>
                  </a:cubicBezTo>
                  <a:cubicBezTo>
                    <a:pt x="469146" y="237201"/>
                    <a:pt x="458203" y="248144"/>
                    <a:pt x="444685" y="248144"/>
                  </a:cubicBezTo>
                  <a:cubicBezTo>
                    <a:pt x="431168" y="248144"/>
                    <a:pt x="420225" y="237201"/>
                    <a:pt x="420225" y="223683"/>
                  </a:cubicBezTo>
                  <a:cubicBezTo>
                    <a:pt x="420225" y="210166"/>
                    <a:pt x="431168" y="199223"/>
                    <a:pt x="444685" y="199223"/>
                  </a:cubicBezTo>
                  <a:close/>
                  <a:moveTo>
                    <a:pt x="234573" y="199223"/>
                  </a:moveTo>
                  <a:cubicBezTo>
                    <a:pt x="248091" y="199277"/>
                    <a:pt x="259034" y="210219"/>
                    <a:pt x="259034" y="223683"/>
                  </a:cubicBezTo>
                  <a:cubicBezTo>
                    <a:pt x="259034" y="237201"/>
                    <a:pt x="248091" y="248144"/>
                    <a:pt x="234573" y="248144"/>
                  </a:cubicBezTo>
                  <a:cubicBezTo>
                    <a:pt x="221056" y="248144"/>
                    <a:pt x="210113" y="237201"/>
                    <a:pt x="210113" y="223683"/>
                  </a:cubicBezTo>
                  <a:cubicBezTo>
                    <a:pt x="210113" y="210166"/>
                    <a:pt x="221056" y="199223"/>
                    <a:pt x="234573" y="199223"/>
                  </a:cubicBezTo>
                  <a:close/>
                  <a:moveTo>
                    <a:pt x="24514" y="199223"/>
                  </a:moveTo>
                  <a:cubicBezTo>
                    <a:pt x="37978" y="199277"/>
                    <a:pt x="48921" y="210219"/>
                    <a:pt x="48921" y="223683"/>
                  </a:cubicBezTo>
                  <a:cubicBezTo>
                    <a:pt x="48921" y="237201"/>
                    <a:pt x="37978" y="248144"/>
                    <a:pt x="24461" y="248144"/>
                  </a:cubicBezTo>
                  <a:cubicBezTo>
                    <a:pt x="10997" y="248144"/>
                    <a:pt x="54" y="237201"/>
                    <a:pt x="54" y="223683"/>
                  </a:cubicBezTo>
                  <a:cubicBezTo>
                    <a:pt x="54" y="210166"/>
                    <a:pt x="10997" y="199223"/>
                    <a:pt x="24514" y="199223"/>
                  </a:cubicBezTo>
                  <a:close/>
                  <a:moveTo>
                    <a:pt x="1285137" y="0"/>
                  </a:moveTo>
                  <a:cubicBezTo>
                    <a:pt x="1298601" y="0"/>
                    <a:pt x="1309598" y="10943"/>
                    <a:pt x="1309598" y="24460"/>
                  </a:cubicBezTo>
                  <a:cubicBezTo>
                    <a:pt x="1309598" y="37978"/>
                    <a:pt x="1298655" y="48921"/>
                    <a:pt x="1285137" y="48921"/>
                  </a:cubicBezTo>
                  <a:cubicBezTo>
                    <a:pt x="1271620" y="48921"/>
                    <a:pt x="1260677" y="37978"/>
                    <a:pt x="1260677" y="24460"/>
                  </a:cubicBezTo>
                  <a:cubicBezTo>
                    <a:pt x="1260677" y="10943"/>
                    <a:pt x="1271620" y="0"/>
                    <a:pt x="1285137" y="0"/>
                  </a:cubicBezTo>
                  <a:close/>
                  <a:moveTo>
                    <a:pt x="1075024" y="0"/>
                  </a:moveTo>
                  <a:cubicBezTo>
                    <a:pt x="1088542" y="0"/>
                    <a:pt x="1099485" y="10943"/>
                    <a:pt x="1099485" y="24460"/>
                  </a:cubicBezTo>
                  <a:cubicBezTo>
                    <a:pt x="1099485" y="37978"/>
                    <a:pt x="1088542" y="48921"/>
                    <a:pt x="1075024" y="48921"/>
                  </a:cubicBezTo>
                  <a:cubicBezTo>
                    <a:pt x="1061507" y="48921"/>
                    <a:pt x="1050564" y="37978"/>
                    <a:pt x="1050564" y="24460"/>
                  </a:cubicBezTo>
                  <a:cubicBezTo>
                    <a:pt x="1050564" y="10943"/>
                    <a:pt x="1061507" y="0"/>
                    <a:pt x="1075024" y="0"/>
                  </a:cubicBezTo>
                  <a:close/>
                  <a:moveTo>
                    <a:pt x="864911" y="0"/>
                  </a:moveTo>
                  <a:cubicBezTo>
                    <a:pt x="878429" y="0"/>
                    <a:pt x="889372" y="10943"/>
                    <a:pt x="889372" y="24460"/>
                  </a:cubicBezTo>
                  <a:cubicBezTo>
                    <a:pt x="889372" y="37978"/>
                    <a:pt x="878429" y="48921"/>
                    <a:pt x="864911" y="48921"/>
                  </a:cubicBezTo>
                  <a:cubicBezTo>
                    <a:pt x="851394" y="48921"/>
                    <a:pt x="840451" y="37978"/>
                    <a:pt x="840451" y="24460"/>
                  </a:cubicBezTo>
                  <a:cubicBezTo>
                    <a:pt x="840451" y="10943"/>
                    <a:pt x="851394" y="0"/>
                    <a:pt x="864911" y="0"/>
                  </a:cubicBezTo>
                  <a:close/>
                  <a:moveTo>
                    <a:pt x="654798" y="0"/>
                  </a:moveTo>
                  <a:cubicBezTo>
                    <a:pt x="668316" y="0"/>
                    <a:pt x="679259" y="10943"/>
                    <a:pt x="679259" y="24460"/>
                  </a:cubicBezTo>
                  <a:cubicBezTo>
                    <a:pt x="679259" y="37978"/>
                    <a:pt x="668316" y="48921"/>
                    <a:pt x="654798" y="48921"/>
                  </a:cubicBezTo>
                  <a:cubicBezTo>
                    <a:pt x="641281" y="48921"/>
                    <a:pt x="630338" y="37978"/>
                    <a:pt x="630338" y="24460"/>
                  </a:cubicBezTo>
                  <a:cubicBezTo>
                    <a:pt x="630338" y="10943"/>
                    <a:pt x="641281" y="0"/>
                    <a:pt x="654798" y="0"/>
                  </a:cubicBezTo>
                  <a:close/>
                  <a:moveTo>
                    <a:pt x="444685" y="0"/>
                  </a:moveTo>
                  <a:cubicBezTo>
                    <a:pt x="458203" y="0"/>
                    <a:pt x="469146" y="10943"/>
                    <a:pt x="469146" y="24460"/>
                  </a:cubicBezTo>
                  <a:cubicBezTo>
                    <a:pt x="469146" y="37978"/>
                    <a:pt x="458203" y="48921"/>
                    <a:pt x="444685" y="48921"/>
                  </a:cubicBezTo>
                  <a:cubicBezTo>
                    <a:pt x="431168" y="48921"/>
                    <a:pt x="420225" y="37978"/>
                    <a:pt x="420225" y="24460"/>
                  </a:cubicBezTo>
                  <a:cubicBezTo>
                    <a:pt x="420225" y="10943"/>
                    <a:pt x="431168" y="0"/>
                    <a:pt x="444685" y="0"/>
                  </a:cubicBezTo>
                  <a:close/>
                  <a:moveTo>
                    <a:pt x="234573" y="0"/>
                  </a:moveTo>
                  <a:cubicBezTo>
                    <a:pt x="248091" y="0"/>
                    <a:pt x="259034" y="10943"/>
                    <a:pt x="259034" y="24460"/>
                  </a:cubicBezTo>
                  <a:cubicBezTo>
                    <a:pt x="259034" y="37978"/>
                    <a:pt x="248091" y="48921"/>
                    <a:pt x="234573" y="48921"/>
                  </a:cubicBezTo>
                  <a:cubicBezTo>
                    <a:pt x="221056" y="48921"/>
                    <a:pt x="210113" y="37978"/>
                    <a:pt x="210113" y="24460"/>
                  </a:cubicBezTo>
                  <a:cubicBezTo>
                    <a:pt x="210113" y="10943"/>
                    <a:pt x="221056" y="0"/>
                    <a:pt x="234573" y="0"/>
                  </a:cubicBezTo>
                  <a:close/>
                  <a:moveTo>
                    <a:pt x="24514" y="0"/>
                  </a:moveTo>
                  <a:cubicBezTo>
                    <a:pt x="37978" y="0"/>
                    <a:pt x="48921" y="10943"/>
                    <a:pt x="48921" y="24460"/>
                  </a:cubicBezTo>
                  <a:cubicBezTo>
                    <a:pt x="48921" y="37978"/>
                    <a:pt x="37978" y="48921"/>
                    <a:pt x="24461" y="48921"/>
                  </a:cubicBezTo>
                  <a:cubicBezTo>
                    <a:pt x="10997" y="48921"/>
                    <a:pt x="54" y="37924"/>
                    <a:pt x="54" y="24460"/>
                  </a:cubicBezTo>
                  <a:cubicBezTo>
                    <a:pt x="54" y="10943"/>
                    <a:pt x="10997" y="0"/>
                    <a:pt x="24514" y="0"/>
                  </a:cubicBezTo>
                  <a:close/>
                </a:path>
              </a:pathLst>
            </a:custGeom>
            <a:solidFill>
              <a:schemeClr val="accent1"/>
            </a:solidFill>
            <a:ln w="5360" cap="flat">
              <a:noFill/>
              <a:prstDash val="solid"/>
              <a:miter/>
            </a:ln>
          </p:spPr>
          <p:txBody>
            <a:bodyPr rtlCol="0" anchor="ctr"/>
            <a:lstStyle/>
            <a:p>
              <a:endParaRPr lang="zh-CN" altLang="en-US"/>
            </a:p>
          </p:txBody>
        </p:sp>
        <p:sp>
          <p:nvSpPr>
            <p:cNvPr id="39" name="任意多边形: 形状 38"/>
            <p:cNvSpPr/>
            <p:nvPr/>
          </p:nvSpPr>
          <p:spPr>
            <a:xfrm>
              <a:off x="9180280" y="1"/>
              <a:ext cx="1135063" cy="692513"/>
            </a:xfrm>
            <a:custGeom>
              <a:avLst/>
              <a:gdLst>
                <a:gd name="connsiteX0" fmla="*/ 14822 w 1135063"/>
                <a:gd name="connsiteY0" fmla="*/ 0 h 692513"/>
                <a:gd name="connsiteX1" fmla="*/ 1120241 w 1135063"/>
                <a:gd name="connsiteY1" fmla="*/ 0 h 692513"/>
                <a:gd name="connsiteX2" fmla="*/ 1123533 w 1135063"/>
                <a:gd name="connsiteY2" fmla="*/ 10605 h 692513"/>
                <a:gd name="connsiteX3" fmla="*/ 1135063 w 1135063"/>
                <a:gd name="connsiteY3" fmla="*/ 124983 h 692513"/>
                <a:gd name="connsiteX4" fmla="*/ 567531 w 1135063"/>
                <a:gd name="connsiteY4" fmla="*/ 692513 h 692513"/>
                <a:gd name="connsiteX5" fmla="*/ 0 w 1135063"/>
                <a:gd name="connsiteY5" fmla="*/ 124983 h 692513"/>
                <a:gd name="connsiteX6" fmla="*/ 11530 w 1135063"/>
                <a:gd name="connsiteY6" fmla="*/ 10605 h 692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35063" h="692513">
                  <a:moveTo>
                    <a:pt x="14822" y="0"/>
                  </a:moveTo>
                  <a:lnTo>
                    <a:pt x="1120241" y="0"/>
                  </a:lnTo>
                  <a:lnTo>
                    <a:pt x="1123533" y="10605"/>
                  </a:lnTo>
                  <a:cubicBezTo>
                    <a:pt x="1131093" y="47550"/>
                    <a:pt x="1135063" y="85803"/>
                    <a:pt x="1135063" y="124983"/>
                  </a:cubicBezTo>
                  <a:cubicBezTo>
                    <a:pt x="1135063" y="438421"/>
                    <a:pt x="880971" y="692513"/>
                    <a:pt x="567531" y="692513"/>
                  </a:cubicBezTo>
                  <a:cubicBezTo>
                    <a:pt x="254092" y="692513"/>
                    <a:pt x="0" y="438421"/>
                    <a:pt x="0" y="124983"/>
                  </a:cubicBezTo>
                  <a:cubicBezTo>
                    <a:pt x="0" y="85803"/>
                    <a:pt x="3970" y="47550"/>
                    <a:pt x="11530" y="10605"/>
                  </a:cubicBezTo>
                  <a:close/>
                </a:path>
              </a:pathLst>
            </a:custGeom>
            <a:gradFill>
              <a:gsLst>
                <a:gs pos="0">
                  <a:schemeClr val="accent1">
                    <a:lumMod val="60000"/>
                    <a:lumOff val="40000"/>
                  </a:schemeClr>
                </a:gs>
                <a:gs pos="62000">
                  <a:schemeClr val="accent1"/>
                </a:gs>
              </a:gsLst>
              <a:lin ang="2700000" scaled="1"/>
            </a:gradFill>
            <a:ln w="4342" cap="flat">
              <a:noFill/>
              <a:prstDash val="solid"/>
              <a:miter/>
            </a:ln>
            <a:effectLst>
              <a:outerShdw blurRad="292100" dist="63500" sx="103000" sy="103000" algn="tl" rotWithShape="0">
                <a:schemeClr val="accent1">
                  <a:alpha val="17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zh-CN" altLang="en-US"/>
            </a:p>
          </p:txBody>
        </p:sp>
        <p:sp>
          <p:nvSpPr>
            <p:cNvPr id="40" name="任意多边形: 形状 39"/>
            <p:cNvSpPr/>
            <p:nvPr/>
          </p:nvSpPr>
          <p:spPr>
            <a:xfrm>
              <a:off x="1" y="0"/>
              <a:ext cx="1359005" cy="2358616"/>
            </a:xfrm>
            <a:custGeom>
              <a:avLst/>
              <a:gdLst>
                <a:gd name="connsiteX0" fmla="*/ 0 w 1359005"/>
                <a:gd name="connsiteY0" fmla="*/ 0 h 2358616"/>
                <a:gd name="connsiteX1" fmla="*/ 488303 w 1359005"/>
                <a:gd name="connsiteY1" fmla="*/ 0 h 2358616"/>
                <a:gd name="connsiteX2" fmla="*/ 513678 w 1359005"/>
                <a:gd name="connsiteY2" fmla="*/ 6525 h 2358616"/>
                <a:gd name="connsiteX3" fmla="*/ 1359005 w 1359005"/>
                <a:gd name="connsiteY3" fmla="*/ 1155526 h 2358616"/>
                <a:gd name="connsiteX4" fmla="*/ 155916 w 1359005"/>
                <a:gd name="connsiteY4" fmla="*/ 2358616 h 2358616"/>
                <a:gd name="connsiteX5" fmla="*/ 32907 w 1359005"/>
                <a:gd name="connsiteY5" fmla="*/ 2352404 h 2358616"/>
                <a:gd name="connsiteX6" fmla="*/ 0 w 1359005"/>
                <a:gd name="connsiteY6" fmla="*/ 2347382 h 2358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59005" h="2358616">
                  <a:moveTo>
                    <a:pt x="0" y="0"/>
                  </a:moveTo>
                  <a:lnTo>
                    <a:pt x="488303" y="0"/>
                  </a:lnTo>
                  <a:lnTo>
                    <a:pt x="513678" y="6525"/>
                  </a:lnTo>
                  <a:cubicBezTo>
                    <a:pt x="1003418" y="158850"/>
                    <a:pt x="1359005" y="615662"/>
                    <a:pt x="1359005" y="1155526"/>
                  </a:cubicBezTo>
                  <a:cubicBezTo>
                    <a:pt x="1359005" y="1819974"/>
                    <a:pt x="820364" y="2358616"/>
                    <a:pt x="155916" y="2358616"/>
                  </a:cubicBezTo>
                  <a:cubicBezTo>
                    <a:pt x="114388" y="2358616"/>
                    <a:pt x="73351" y="2356511"/>
                    <a:pt x="32907" y="2352404"/>
                  </a:cubicBezTo>
                  <a:lnTo>
                    <a:pt x="0" y="2347382"/>
                  </a:lnTo>
                  <a:close/>
                </a:path>
              </a:pathLst>
            </a:custGeom>
            <a:gradFill>
              <a:gsLst>
                <a:gs pos="0">
                  <a:schemeClr val="accent1">
                    <a:lumMod val="60000"/>
                    <a:lumOff val="40000"/>
                  </a:schemeClr>
                </a:gs>
                <a:gs pos="62000">
                  <a:schemeClr val="accent1"/>
                </a:gs>
              </a:gsLst>
              <a:lin ang="2700000" scaled="1"/>
            </a:gradFill>
            <a:ln w="4342" cap="flat">
              <a:noFill/>
              <a:prstDash val="solid"/>
              <a:miter/>
            </a:ln>
            <a:effectLst>
              <a:outerShdw blurRad="292100" dist="63500" sx="103000" sy="103000" algn="tl" rotWithShape="0">
                <a:schemeClr val="accent1">
                  <a:alpha val="17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zh-CN" altLang="en-US"/>
            </a:p>
          </p:txBody>
        </p:sp>
        <p:sp>
          <p:nvSpPr>
            <p:cNvPr id="41" name="任意多边形: 形状 40"/>
            <p:cNvSpPr/>
            <p:nvPr/>
          </p:nvSpPr>
          <p:spPr>
            <a:xfrm>
              <a:off x="10526862" y="5456830"/>
              <a:ext cx="1665139" cy="1401170"/>
            </a:xfrm>
            <a:custGeom>
              <a:avLst/>
              <a:gdLst>
                <a:gd name="connsiteX0" fmla="*/ 993971 w 1665139"/>
                <a:gd name="connsiteY0" fmla="*/ 0 h 1401170"/>
                <a:gd name="connsiteX1" fmla="*/ 1549709 w 1665139"/>
                <a:gd name="connsiteY1" fmla="*/ 169755 h 1401170"/>
                <a:gd name="connsiteX2" fmla="*/ 1665139 w 1665139"/>
                <a:gd name="connsiteY2" fmla="*/ 264994 h 1401170"/>
                <a:gd name="connsiteX3" fmla="*/ 1665139 w 1665139"/>
                <a:gd name="connsiteY3" fmla="*/ 1401170 h 1401170"/>
                <a:gd name="connsiteX4" fmla="*/ 89130 w 1665139"/>
                <a:gd name="connsiteY4" fmla="*/ 1401170 h 1401170"/>
                <a:gd name="connsiteX5" fmla="*/ 78111 w 1665139"/>
                <a:gd name="connsiteY5" fmla="*/ 1380869 h 1401170"/>
                <a:gd name="connsiteX6" fmla="*/ 0 w 1665139"/>
                <a:gd name="connsiteY6" fmla="*/ 993971 h 1401170"/>
                <a:gd name="connsiteX7" fmla="*/ 993971 w 1665139"/>
                <a:gd name="connsiteY7" fmla="*/ 0 h 1401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5139" h="1401170">
                  <a:moveTo>
                    <a:pt x="993971" y="0"/>
                  </a:moveTo>
                  <a:cubicBezTo>
                    <a:pt x="1199828" y="0"/>
                    <a:pt x="1391070" y="62581"/>
                    <a:pt x="1549709" y="169755"/>
                  </a:cubicBezTo>
                  <a:lnTo>
                    <a:pt x="1665139" y="264994"/>
                  </a:lnTo>
                  <a:lnTo>
                    <a:pt x="1665139" y="1401170"/>
                  </a:lnTo>
                  <a:lnTo>
                    <a:pt x="89130" y="1401170"/>
                  </a:lnTo>
                  <a:lnTo>
                    <a:pt x="78111" y="1380869"/>
                  </a:lnTo>
                  <a:cubicBezTo>
                    <a:pt x="27814" y="1261952"/>
                    <a:pt x="0" y="1131209"/>
                    <a:pt x="0" y="993971"/>
                  </a:cubicBezTo>
                  <a:cubicBezTo>
                    <a:pt x="0" y="445016"/>
                    <a:pt x="445014" y="0"/>
                    <a:pt x="993971" y="0"/>
                  </a:cubicBezTo>
                  <a:close/>
                </a:path>
              </a:pathLst>
            </a:custGeom>
            <a:gradFill>
              <a:gsLst>
                <a:gs pos="0">
                  <a:schemeClr val="accent1">
                    <a:lumMod val="60000"/>
                    <a:lumOff val="40000"/>
                  </a:schemeClr>
                </a:gs>
                <a:gs pos="62000">
                  <a:schemeClr val="accent1"/>
                </a:gs>
              </a:gsLst>
              <a:lin ang="2700000" scaled="1"/>
            </a:gradFill>
            <a:ln w="4342" cap="flat">
              <a:noFill/>
              <a:prstDash val="solid"/>
              <a:miter/>
            </a:ln>
            <a:effectLst>
              <a:outerShdw blurRad="292100" dist="63500" sx="103000" sy="103000" algn="tl" rotWithShape="0">
                <a:schemeClr val="accent1">
                  <a:alpha val="17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zh-CN" altLang="en-US"/>
            </a:p>
          </p:txBody>
        </p:sp>
        <p:sp>
          <p:nvSpPr>
            <p:cNvPr id="42" name="任意多边形: 形状 41"/>
            <p:cNvSpPr/>
            <p:nvPr/>
          </p:nvSpPr>
          <p:spPr>
            <a:xfrm>
              <a:off x="3029601" y="-6760"/>
              <a:ext cx="2800174" cy="1987936"/>
            </a:xfrm>
            <a:custGeom>
              <a:avLst/>
              <a:gdLst>
                <a:gd name="connsiteX0" fmla="*/ 1175699 w 2800174"/>
                <a:gd name="connsiteY0" fmla="*/ 0 h 1987936"/>
                <a:gd name="connsiteX1" fmla="*/ 2800174 w 2800174"/>
                <a:gd name="connsiteY1" fmla="*/ 0 h 1987936"/>
                <a:gd name="connsiteX2" fmla="*/ 979757 w 2800174"/>
                <a:gd name="connsiteY2" fmla="*/ 1820417 h 1987936"/>
                <a:gd name="connsiteX3" fmla="*/ 167519 w 2800174"/>
                <a:gd name="connsiteY3" fmla="*/ 1820417 h 1987936"/>
                <a:gd name="connsiteX4" fmla="*/ 167519 w 2800174"/>
                <a:gd name="connsiteY4" fmla="*/ 1008180 h 19879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00174" h="1987936">
                  <a:moveTo>
                    <a:pt x="1175699" y="0"/>
                  </a:moveTo>
                  <a:lnTo>
                    <a:pt x="2800174" y="0"/>
                  </a:lnTo>
                  <a:lnTo>
                    <a:pt x="979757" y="1820417"/>
                  </a:lnTo>
                  <a:cubicBezTo>
                    <a:pt x="756354" y="2043776"/>
                    <a:pt x="390878" y="2043776"/>
                    <a:pt x="167519" y="1820417"/>
                  </a:cubicBezTo>
                  <a:cubicBezTo>
                    <a:pt x="-55840" y="1597058"/>
                    <a:pt x="-55840" y="1231538"/>
                    <a:pt x="167519" y="1008180"/>
                  </a:cubicBezTo>
                  <a:close/>
                </a:path>
              </a:pathLst>
            </a:custGeom>
            <a:gradFill flip="none" rotWithShape="1">
              <a:gsLst>
                <a:gs pos="0">
                  <a:schemeClr val="accent1">
                    <a:lumMod val="5000"/>
                    <a:lumOff val="95000"/>
                  </a:schemeClr>
                </a:gs>
                <a:gs pos="100000">
                  <a:schemeClr val="accent1">
                    <a:lumMod val="20000"/>
                    <a:lumOff val="80000"/>
                  </a:schemeClr>
                </a:gs>
              </a:gsLst>
              <a:lin ang="18900000" scaled="1"/>
              <a:tileRect/>
            </a:gradFill>
            <a:ln w="4342" cap="flat">
              <a:noFill/>
              <a:prstDash val="solid"/>
              <a:miter/>
            </a:ln>
            <a:effectLst>
              <a:outerShdw blurRad="292100" dist="63500" sx="103000" sy="103000" algn="tl" rotWithShape="0">
                <a:schemeClr val="accent1">
                  <a:lumMod val="50000"/>
                  <a:alpha val="17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zh-CN" altLang="en-US"/>
            </a:p>
          </p:txBody>
        </p:sp>
        <p:sp>
          <p:nvSpPr>
            <p:cNvPr id="43" name="任意多边形: 形状 42"/>
            <p:cNvSpPr/>
            <p:nvPr/>
          </p:nvSpPr>
          <p:spPr>
            <a:xfrm>
              <a:off x="9942510" y="1152123"/>
              <a:ext cx="2249490" cy="2969245"/>
            </a:xfrm>
            <a:custGeom>
              <a:avLst/>
              <a:gdLst>
                <a:gd name="connsiteX0" fmla="*/ 2249490 w 2249490"/>
                <a:gd name="connsiteY0" fmla="*/ 0 h 2969245"/>
                <a:gd name="connsiteX1" fmla="*/ 2249490 w 2249490"/>
                <a:gd name="connsiteY1" fmla="*/ 1452048 h 2969245"/>
                <a:gd name="connsiteX2" fmla="*/ 883341 w 2249490"/>
                <a:gd name="connsiteY2" fmla="*/ 2818196 h 2969245"/>
                <a:gd name="connsiteX3" fmla="*/ 151050 w 2249490"/>
                <a:gd name="connsiteY3" fmla="*/ 2818196 h 2969245"/>
                <a:gd name="connsiteX4" fmla="*/ 151050 w 2249490"/>
                <a:gd name="connsiteY4" fmla="*/ 2085904 h 2969245"/>
                <a:gd name="connsiteX5" fmla="*/ 2181531 w 2249490"/>
                <a:gd name="connsiteY5" fmla="*/ 55424 h 296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49490" h="2969245">
                  <a:moveTo>
                    <a:pt x="2249490" y="0"/>
                  </a:moveTo>
                  <a:lnTo>
                    <a:pt x="2249490" y="1452048"/>
                  </a:lnTo>
                  <a:lnTo>
                    <a:pt x="883341" y="2818196"/>
                  </a:lnTo>
                  <a:cubicBezTo>
                    <a:pt x="681943" y="3019595"/>
                    <a:pt x="352448" y="3019595"/>
                    <a:pt x="151050" y="2818196"/>
                  </a:cubicBezTo>
                  <a:cubicBezTo>
                    <a:pt x="-50350" y="2616797"/>
                    <a:pt x="-50350" y="2287246"/>
                    <a:pt x="151050" y="2085904"/>
                  </a:cubicBezTo>
                  <a:lnTo>
                    <a:pt x="2181531" y="55424"/>
                  </a:lnTo>
                  <a:close/>
                </a:path>
              </a:pathLst>
            </a:custGeom>
            <a:gradFill flip="none" rotWithShape="1">
              <a:gsLst>
                <a:gs pos="0">
                  <a:schemeClr val="accent1">
                    <a:lumMod val="5000"/>
                    <a:lumOff val="95000"/>
                  </a:schemeClr>
                </a:gs>
                <a:gs pos="100000">
                  <a:schemeClr val="accent1">
                    <a:lumMod val="20000"/>
                    <a:lumOff val="80000"/>
                  </a:schemeClr>
                </a:gs>
              </a:gsLst>
              <a:lin ang="18900000" scaled="1"/>
              <a:tileRect/>
            </a:gradFill>
            <a:ln w="4342" cap="flat">
              <a:noFill/>
              <a:prstDash val="solid"/>
              <a:miter/>
            </a:ln>
            <a:effectLst>
              <a:outerShdw blurRad="292100" dist="63500" sx="103000" sy="103000" algn="tl" rotWithShape="0">
                <a:schemeClr val="accent1">
                  <a:lumMod val="50000"/>
                  <a:alpha val="17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zh-CN" altLang="en-US"/>
            </a:p>
          </p:txBody>
        </p:sp>
        <p:sp>
          <p:nvSpPr>
            <p:cNvPr id="44" name="任意多边形: 形状 43"/>
            <p:cNvSpPr/>
            <p:nvPr/>
          </p:nvSpPr>
          <p:spPr>
            <a:xfrm rot="17049095">
              <a:off x="9124769" y="4121350"/>
              <a:ext cx="913627" cy="913627"/>
            </a:xfrm>
            <a:custGeom>
              <a:avLst/>
              <a:gdLst>
                <a:gd name="connsiteX0" fmla="*/ 913627 w 913627"/>
                <a:gd name="connsiteY0" fmla="*/ 456814 h 913627"/>
                <a:gd name="connsiteX1" fmla="*/ 456814 w 913627"/>
                <a:gd name="connsiteY1" fmla="*/ 913628 h 913627"/>
                <a:gd name="connsiteX2" fmla="*/ 0 w 913627"/>
                <a:gd name="connsiteY2" fmla="*/ 456814 h 913627"/>
                <a:gd name="connsiteX3" fmla="*/ 456814 w 913627"/>
                <a:gd name="connsiteY3" fmla="*/ 0 h 913627"/>
                <a:gd name="connsiteX4" fmla="*/ 913627 w 913627"/>
                <a:gd name="connsiteY4" fmla="*/ 456814 h 9136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3627" h="913627">
                  <a:moveTo>
                    <a:pt x="913627" y="456814"/>
                  </a:moveTo>
                  <a:cubicBezTo>
                    <a:pt x="913627" y="709105"/>
                    <a:pt x="709105" y="913628"/>
                    <a:pt x="456814" y="913628"/>
                  </a:cubicBezTo>
                  <a:cubicBezTo>
                    <a:pt x="204522" y="913628"/>
                    <a:pt x="0" y="709105"/>
                    <a:pt x="0" y="456814"/>
                  </a:cubicBezTo>
                  <a:cubicBezTo>
                    <a:pt x="0" y="204523"/>
                    <a:pt x="204522" y="0"/>
                    <a:pt x="456814" y="0"/>
                  </a:cubicBezTo>
                  <a:cubicBezTo>
                    <a:pt x="709105" y="0"/>
                    <a:pt x="913627" y="204523"/>
                    <a:pt x="913627" y="456814"/>
                  </a:cubicBezTo>
                  <a:close/>
                </a:path>
              </a:pathLst>
            </a:custGeom>
            <a:gradFill>
              <a:gsLst>
                <a:gs pos="0">
                  <a:schemeClr val="accent1">
                    <a:lumMod val="60000"/>
                    <a:lumOff val="40000"/>
                  </a:schemeClr>
                </a:gs>
                <a:gs pos="62000">
                  <a:schemeClr val="accent1"/>
                </a:gs>
              </a:gsLst>
              <a:lin ang="2700000" scaled="1"/>
            </a:gradFill>
            <a:ln w="4342" cap="flat">
              <a:noFill/>
              <a:prstDash val="solid"/>
              <a:miter/>
            </a:ln>
            <a:effectLst>
              <a:outerShdw blurRad="292100" dist="63500" sx="103000" sy="103000" algn="tl" rotWithShape="0">
                <a:schemeClr val="accent1">
                  <a:alpha val="17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zh-CN" altLang="en-US"/>
            </a:p>
          </p:txBody>
        </p:sp>
      </p:grpSp>
      <p:sp>
        <p:nvSpPr>
          <p:cNvPr id="5" name="标题 4"/>
          <p:cNvSpPr>
            <a:spLocks noGrp="1"/>
          </p:cNvSpPr>
          <p:nvPr>
            <p:ph type="title" hasCustomPrompt="1"/>
          </p:nvPr>
        </p:nvSpPr>
        <p:spPr>
          <a:xfrm>
            <a:off x="2908064" y="1910596"/>
            <a:ext cx="6363172" cy="1256906"/>
          </a:xfrm>
          <a:prstGeom prst="rect">
            <a:avLst/>
          </a:prstGeom>
        </p:spPr>
        <p:txBody>
          <a:bodyPr>
            <a:normAutofit/>
          </a:bodyPr>
          <a:lstStyle>
            <a:lvl1pPr algn="ctr">
              <a:lnSpc>
                <a:spcPct val="100000"/>
              </a:lnSpc>
              <a:defRPr sz="4000">
                <a:solidFill>
                  <a:schemeClr val="accent1"/>
                </a:solidFill>
              </a:defRPr>
            </a:lvl1pPr>
          </a:lstStyle>
          <a:p>
            <a:pPr lvl="0"/>
            <a:r>
              <a:rPr lang="en-US"/>
              <a:t>Click to add title</a:t>
            </a:r>
          </a:p>
        </p:txBody>
      </p:sp>
      <p:sp>
        <p:nvSpPr>
          <p:cNvPr id="25" name="文本占位符 24"/>
          <p:cNvSpPr>
            <a:spLocks noGrp="1"/>
          </p:cNvSpPr>
          <p:nvPr>
            <p:ph type="body" sz="quarter" idx="1" hasCustomPrompt="1"/>
          </p:nvPr>
        </p:nvSpPr>
        <p:spPr>
          <a:xfrm>
            <a:off x="2908064" y="3286105"/>
            <a:ext cx="6363172" cy="2257826"/>
          </a:xfrm>
          <a:prstGeom prst="rect">
            <a:avLst/>
          </a:prstGeom>
        </p:spPr>
        <p:txBody>
          <a:bodyPr anchor="t">
            <a:normAutofit/>
          </a:bodyPr>
          <a:lstStyle>
            <a:lvl1pPr marL="0" indent="0" algn="ctr">
              <a:lnSpc>
                <a:spcPct val="120000"/>
              </a:lnSpc>
              <a:buFont typeface="+mj-lt"/>
              <a:buNone/>
              <a:defRPr sz="2000" b="0">
                <a:solidFill>
                  <a:schemeClr val="accent1"/>
                </a:solidFill>
                <a:latin typeface="+mn-lt"/>
              </a:defRPr>
            </a:lvl1pPr>
          </a:lstStyle>
          <a:p>
            <a:pPr lvl="0"/>
            <a:r>
              <a:rPr lang="en-US"/>
              <a:t>Click to add text</a:t>
            </a:r>
          </a:p>
        </p:txBody>
      </p:sp>
      <p:sp>
        <p:nvSpPr>
          <p:cNvPr id="4" name="日期占位符 3"/>
          <p:cNvSpPr>
            <a:spLocks noGrp="1"/>
          </p:cNvSpPr>
          <p:nvPr>
            <p:ph type="dt" sz="half" idx="10"/>
          </p:nvPr>
        </p:nvSpPr>
        <p:spPr/>
        <p:txBody>
          <a:bodyPr/>
          <a:lstStyle/>
          <a:p>
            <a:fld id="{2A27A813-B2FD-42E1-9222-83B574E99074}" type="datetime1">
              <a:rPr lang="zh-CN" altLang="en-US" smtClean="0"/>
              <a:t>2024/12/20</a:t>
            </a:fld>
            <a:endParaRPr lang="en-US" altLang="zh-CN"/>
          </a:p>
        </p:txBody>
      </p:sp>
      <p:sp>
        <p:nvSpPr>
          <p:cNvPr id="6" name="页脚占位符 5"/>
          <p:cNvSpPr>
            <a:spLocks noGrp="1"/>
          </p:cNvSpPr>
          <p:nvPr>
            <p:ph type="ftr" sz="quarter" idx="11"/>
          </p:nvPr>
        </p:nvSpPr>
        <p:spPr/>
        <p:txBody>
          <a:bodyPr/>
          <a:lstStyle/>
          <a:p>
            <a:r>
              <a:rPr lang="af-ZA" altLang="zh-CN"/>
              <a:t>OfficePLUS</a:t>
            </a:r>
            <a:endParaRPr lang="zh-CN" altLang="en-US"/>
          </a:p>
        </p:txBody>
      </p:sp>
      <p:sp>
        <p:nvSpPr>
          <p:cNvPr id="8" name="灯片编号占位符 7"/>
          <p:cNvSpPr>
            <a:spLocks noGrp="1"/>
          </p:cNvSpPr>
          <p:nvPr>
            <p:ph type="sldNum" sz="quarter" idx="12"/>
          </p:nvPr>
        </p:nvSpPr>
        <p:spPr/>
        <p:txBody>
          <a:bodyPr/>
          <a:lstStyle/>
          <a:p>
            <a:fld id="{7F65B630-C7FF-41C0-9923-C5E5E29EED81}" type="slidenum">
              <a:rPr lang="en-US" altLang="zh-CN" smtClean="0"/>
              <a:pPr/>
              <a:t>‹#›</a:t>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p:cNvSpPr>
            <a:spLocks noGrp="1"/>
          </p:cNvSpPr>
          <p:nvPr>
            <p:ph type="title" hasCustomPrompt="1"/>
          </p:nvPr>
        </p:nvSpPr>
        <p:spPr/>
        <p:txBody>
          <a:bodyPr/>
          <a:lstStyle>
            <a:lvl1pPr>
              <a:defRPr/>
            </a:lvl1pPr>
          </a:lstStyle>
          <a:p>
            <a:pPr lvl="0"/>
            <a:r>
              <a:rPr lang="en-US"/>
              <a:t>Click to add title</a:t>
            </a:r>
          </a:p>
        </p:txBody>
      </p:sp>
      <p:sp>
        <p:nvSpPr>
          <p:cNvPr id="3" name="日期占位符 2"/>
          <p:cNvSpPr>
            <a:spLocks noGrp="1"/>
          </p:cNvSpPr>
          <p:nvPr>
            <p:ph type="dt" sz="half" idx="10"/>
          </p:nvPr>
        </p:nvSpPr>
        <p:spPr/>
        <p:txBody>
          <a:bodyPr/>
          <a:lstStyle/>
          <a:p>
            <a:endParaRPr lang="en-US"/>
          </a:p>
        </p:txBody>
      </p:sp>
      <p:sp>
        <p:nvSpPr>
          <p:cNvPr id="4" name="页脚占位符 3"/>
          <p:cNvSpPr>
            <a:spLocks noGrp="1"/>
          </p:cNvSpPr>
          <p:nvPr>
            <p:ph type="ftr" sz="quarter" idx="11"/>
          </p:nvPr>
        </p:nvSpPr>
        <p:spPr/>
        <p:txBody>
          <a:bodyPr/>
          <a:lstStyle/>
          <a:p>
            <a:endParaRPr lang="en-US" dirty="0"/>
          </a:p>
        </p:txBody>
      </p:sp>
      <p:sp>
        <p:nvSpPr>
          <p:cNvPr id="5" name="灯片编号占位符 4"/>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en-US"/>
          </a:p>
        </p:txBody>
      </p:sp>
      <p:sp>
        <p:nvSpPr>
          <p:cNvPr id="3" name="页脚占位符 2"/>
          <p:cNvSpPr>
            <a:spLocks noGrp="1"/>
          </p:cNvSpPr>
          <p:nvPr>
            <p:ph type="ftr" sz="quarter" idx="11"/>
          </p:nvPr>
        </p:nvSpPr>
        <p:spPr/>
        <p:txBody>
          <a:bodyPr/>
          <a:lstStyle/>
          <a:p>
            <a:endParaRPr lang="en-US" dirty="0"/>
          </a:p>
        </p:txBody>
      </p:sp>
      <p:sp>
        <p:nvSpPr>
          <p:cNvPr id="4" name="灯片编号占位符 3"/>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Closing">
    <p:bg>
      <p:bgPr>
        <a:solidFill>
          <a:schemeClr val="tx1"/>
        </a:solidFill>
        <a:effectLst/>
      </p:bgPr>
    </p:bg>
    <p:spTree>
      <p:nvGrpSpPr>
        <p:cNvPr id="1" name=""/>
        <p:cNvGrpSpPr/>
        <p:nvPr/>
      </p:nvGrpSpPr>
      <p:grpSpPr>
        <a:xfrm>
          <a:off x="0" y="0"/>
          <a:ext cx="0" cy="0"/>
          <a:chOff x="0" y="0"/>
          <a:chExt cx="0" cy="0"/>
        </a:xfrm>
      </p:grpSpPr>
      <p:grpSp>
        <p:nvGrpSpPr>
          <p:cNvPr id="28" name="组合 27"/>
          <p:cNvGrpSpPr/>
          <p:nvPr/>
        </p:nvGrpSpPr>
        <p:grpSpPr>
          <a:xfrm>
            <a:off x="0" y="0"/>
            <a:ext cx="12192001" cy="6858000"/>
            <a:chOff x="0" y="0"/>
            <a:chExt cx="12192001" cy="6858000"/>
          </a:xfrm>
        </p:grpSpPr>
        <p:sp>
          <p:nvSpPr>
            <p:cNvPr id="29" name="矩形: 圆角 28"/>
            <p:cNvSpPr/>
            <p:nvPr/>
          </p:nvSpPr>
          <p:spPr>
            <a:xfrm>
              <a:off x="441325" y="387350"/>
              <a:ext cx="11309350" cy="6083300"/>
            </a:xfrm>
            <a:prstGeom prst="roundRect">
              <a:avLst>
                <a:gd name="adj" fmla="val 4987"/>
              </a:avLst>
            </a:prstGeom>
            <a:gradFill flip="none" rotWithShape="1">
              <a:gsLst>
                <a:gs pos="9000">
                  <a:schemeClr val="accent1"/>
                </a:gs>
                <a:gs pos="100000">
                  <a:schemeClr val="accent1">
                    <a:lumMod val="60000"/>
                    <a:lumOff val="40000"/>
                  </a:schemeClr>
                </a:gs>
              </a:gsLst>
              <a:lin ang="13500000" scaled="1"/>
              <a:tileRect/>
            </a:gradFill>
            <a:ln w="4342" cap="flat">
              <a:noFill/>
              <a:prstDash val="solid"/>
              <a:miter/>
            </a:ln>
            <a:effectLst>
              <a:outerShdw blurRad="292100" dist="63500" sx="103000" sy="103000" algn="tl" rotWithShape="0">
                <a:schemeClr val="accent1">
                  <a:alpha val="17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zh-CN" altLang="en-US">
                <a:solidFill>
                  <a:schemeClr val="tx1"/>
                </a:solidFill>
              </a:endParaRPr>
            </a:p>
          </p:txBody>
        </p:sp>
        <p:sp>
          <p:nvSpPr>
            <p:cNvPr id="30" name="任意多边形: 形状 29"/>
            <p:cNvSpPr/>
            <p:nvPr/>
          </p:nvSpPr>
          <p:spPr>
            <a:xfrm>
              <a:off x="10211287" y="4868789"/>
              <a:ext cx="1309544" cy="1422298"/>
            </a:xfrm>
            <a:custGeom>
              <a:avLst/>
              <a:gdLst>
                <a:gd name="connsiteX0" fmla="*/ 1285084 w 1309544"/>
                <a:gd name="connsiteY0" fmla="*/ 1373377 h 1422298"/>
                <a:gd name="connsiteX1" fmla="*/ 1309544 w 1309544"/>
                <a:gd name="connsiteY1" fmla="*/ 1397838 h 1422298"/>
                <a:gd name="connsiteX2" fmla="*/ 1285084 w 1309544"/>
                <a:gd name="connsiteY2" fmla="*/ 1422298 h 1422298"/>
                <a:gd name="connsiteX3" fmla="*/ 1260623 w 1309544"/>
                <a:gd name="connsiteY3" fmla="*/ 1397838 h 1422298"/>
                <a:gd name="connsiteX4" fmla="*/ 1285084 w 1309544"/>
                <a:gd name="connsiteY4" fmla="*/ 1373377 h 1422298"/>
                <a:gd name="connsiteX5" fmla="*/ 1075024 w 1309544"/>
                <a:gd name="connsiteY5" fmla="*/ 1373377 h 1422298"/>
                <a:gd name="connsiteX6" fmla="*/ 1099485 w 1309544"/>
                <a:gd name="connsiteY6" fmla="*/ 1397838 h 1422298"/>
                <a:gd name="connsiteX7" fmla="*/ 1075024 w 1309544"/>
                <a:gd name="connsiteY7" fmla="*/ 1422298 h 1422298"/>
                <a:gd name="connsiteX8" fmla="*/ 1050563 w 1309544"/>
                <a:gd name="connsiteY8" fmla="*/ 1397838 h 1422298"/>
                <a:gd name="connsiteX9" fmla="*/ 1075024 w 1309544"/>
                <a:gd name="connsiteY9" fmla="*/ 1373377 h 1422298"/>
                <a:gd name="connsiteX10" fmla="*/ 864857 w 1309544"/>
                <a:gd name="connsiteY10" fmla="*/ 1373377 h 1422298"/>
                <a:gd name="connsiteX11" fmla="*/ 889318 w 1309544"/>
                <a:gd name="connsiteY11" fmla="*/ 1397838 h 1422298"/>
                <a:gd name="connsiteX12" fmla="*/ 864857 w 1309544"/>
                <a:gd name="connsiteY12" fmla="*/ 1422298 h 1422298"/>
                <a:gd name="connsiteX13" fmla="*/ 840397 w 1309544"/>
                <a:gd name="connsiteY13" fmla="*/ 1397838 h 1422298"/>
                <a:gd name="connsiteX14" fmla="*/ 864857 w 1309544"/>
                <a:gd name="connsiteY14" fmla="*/ 1373377 h 1422298"/>
                <a:gd name="connsiteX15" fmla="*/ 654799 w 1309544"/>
                <a:gd name="connsiteY15" fmla="*/ 1373377 h 1422298"/>
                <a:gd name="connsiteX16" fmla="*/ 679259 w 1309544"/>
                <a:gd name="connsiteY16" fmla="*/ 1397838 h 1422298"/>
                <a:gd name="connsiteX17" fmla="*/ 654799 w 1309544"/>
                <a:gd name="connsiteY17" fmla="*/ 1422298 h 1422298"/>
                <a:gd name="connsiteX18" fmla="*/ 630338 w 1309544"/>
                <a:gd name="connsiteY18" fmla="*/ 1397838 h 1422298"/>
                <a:gd name="connsiteX19" fmla="*/ 654799 w 1309544"/>
                <a:gd name="connsiteY19" fmla="*/ 1373377 h 1422298"/>
                <a:gd name="connsiteX20" fmla="*/ 444686 w 1309544"/>
                <a:gd name="connsiteY20" fmla="*/ 1373377 h 1422298"/>
                <a:gd name="connsiteX21" fmla="*/ 469146 w 1309544"/>
                <a:gd name="connsiteY21" fmla="*/ 1397838 h 1422298"/>
                <a:gd name="connsiteX22" fmla="*/ 444686 w 1309544"/>
                <a:gd name="connsiteY22" fmla="*/ 1422298 h 1422298"/>
                <a:gd name="connsiteX23" fmla="*/ 420225 w 1309544"/>
                <a:gd name="connsiteY23" fmla="*/ 1397838 h 1422298"/>
                <a:gd name="connsiteX24" fmla="*/ 444686 w 1309544"/>
                <a:gd name="connsiteY24" fmla="*/ 1373377 h 1422298"/>
                <a:gd name="connsiteX25" fmla="*/ 234573 w 1309544"/>
                <a:gd name="connsiteY25" fmla="*/ 1373377 h 1422298"/>
                <a:gd name="connsiteX26" fmla="*/ 259034 w 1309544"/>
                <a:gd name="connsiteY26" fmla="*/ 1397838 h 1422298"/>
                <a:gd name="connsiteX27" fmla="*/ 234573 w 1309544"/>
                <a:gd name="connsiteY27" fmla="*/ 1422298 h 1422298"/>
                <a:gd name="connsiteX28" fmla="*/ 210113 w 1309544"/>
                <a:gd name="connsiteY28" fmla="*/ 1397838 h 1422298"/>
                <a:gd name="connsiteX29" fmla="*/ 234573 w 1309544"/>
                <a:gd name="connsiteY29" fmla="*/ 1373377 h 1422298"/>
                <a:gd name="connsiteX30" fmla="*/ 24461 w 1309544"/>
                <a:gd name="connsiteY30" fmla="*/ 1373377 h 1422298"/>
                <a:gd name="connsiteX31" fmla="*/ 48921 w 1309544"/>
                <a:gd name="connsiteY31" fmla="*/ 1397838 h 1422298"/>
                <a:gd name="connsiteX32" fmla="*/ 24461 w 1309544"/>
                <a:gd name="connsiteY32" fmla="*/ 1422298 h 1422298"/>
                <a:gd name="connsiteX33" fmla="*/ 0 w 1309544"/>
                <a:gd name="connsiteY33" fmla="*/ 1397838 h 1422298"/>
                <a:gd name="connsiteX34" fmla="*/ 24461 w 1309544"/>
                <a:gd name="connsiteY34" fmla="*/ 1373377 h 1422298"/>
                <a:gd name="connsiteX35" fmla="*/ 1285084 w 1309544"/>
                <a:gd name="connsiteY35" fmla="*/ 1174100 h 1422298"/>
                <a:gd name="connsiteX36" fmla="*/ 1309544 w 1309544"/>
                <a:gd name="connsiteY36" fmla="*/ 1198560 h 1422298"/>
                <a:gd name="connsiteX37" fmla="*/ 1285084 w 1309544"/>
                <a:gd name="connsiteY37" fmla="*/ 1223021 h 1422298"/>
                <a:gd name="connsiteX38" fmla="*/ 1260623 w 1309544"/>
                <a:gd name="connsiteY38" fmla="*/ 1198560 h 1422298"/>
                <a:gd name="connsiteX39" fmla="*/ 1285084 w 1309544"/>
                <a:gd name="connsiteY39" fmla="*/ 1174100 h 1422298"/>
                <a:gd name="connsiteX40" fmla="*/ 1074969 w 1309544"/>
                <a:gd name="connsiteY40" fmla="*/ 1174100 h 1422298"/>
                <a:gd name="connsiteX41" fmla="*/ 1099430 w 1309544"/>
                <a:gd name="connsiteY41" fmla="*/ 1198560 h 1422298"/>
                <a:gd name="connsiteX42" fmla="*/ 1074969 w 1309544"/>
                <a:gd name="connsiteY42" fmla="*/ 1223021 h 1422298"/>
                <a:gd name="connsiteX43" fmla="*/ 1050510 w 1309544"/>
                <a:gd name="connsiteY43" fmla="*/ 1198560 h 1422298"/>
                <a:gd name="connsiteX44" fmla="*/ 1074969 w 1309544"/>
                <a:gd name="connsiteY44" fmla="*/ 1174100 h 1422298"/>
                <a:gd name="connsiteX45" fmla="*/ 864857 w 1309544"/>
                <a:gd name="connsiteY45" fmla="*/ 1174100 h 1422298"/>
                <a:gd name="connsiteX46" fmla="*/ 889318 w 1309544"/>
                <a:gd name="connsiteY46" fmla="*/ 1198560 h 1422298"/>
                <a:gd name="connsiteX47" fmla="*/ 864857 w 1309544"/>
                <a:gd name="connsiteY47" fmla="*/ 1223021 h 1422298"/>
                <a:gd name="connsiteX48" fmla="*/ 840397 w 1309544"/>
                <a:gd name="connsiteY48" fmla="*/ 1198560 h 1422298"/>
                <a:gd name="connsiteX49" fmla="*/ 864857 w 1309544"/>
                <a:gd name="connsiteY49" fmla="*/ 1174100 h 1422298"/>
                <a:gd name="connsiteX50" fmla="*/ 654799 w 1309544"/>
                <a:gd name="connsiteY50" fmla="*/ 1174100 h 1422298"/>
                <a:gd name="connsiteX51" fmla="*/ 679259 w 1309544"/>
                <a:gd name="connsiteY51" fmla="*/ 1198560 h 1422298"/>
                <a:gd name="connsiteX52" fmla="*/ 654799 w 1309544"/>
                <a:gd name="connsiteY52" fmla="*/ 1223021 h 1422298"/>
                <a:gd name="connsiteX53" fmla="*/ 630338 w 1309544"/>
                <a:gd name="connsiteY53" fmla="*/ 1198560 h 1422298"/>
                <a:gd name="connsiteX54" fmla="*/ 654799 w 1309544"/>
                <a:gd name="connsiteY54" fmla="*/ 1174100 h 1422298"/>
                <a:gd name="connsiteX55" fmla="*/ 444686 w 1309544"/>
                <a:gd name="connsiteY55" fmla="*/ 1174100 h 1422298"/>
                <a:gd name="connsiteX56" fmla="*/ 469146 w 1309544"/>
                <a:gd name="connsiteY56" fmla="*/ 1198560 h 1422298"/>
                <a:gd name="connsiteX57" fmla="*/ 444686 w 1309544"/>
                <a:gd name="connsiteY57" fmla="*/ 1223021 h 1422298"/>
                <a:gd name="connsiteX58" fmla="*/ 420225 w 1309544"/>
                <a:gd name="connsiteY58" fmla="*/ 1198560 h 1422298"/>
                <a:gd name="connsiteX59" fmla="*/ 444686 w 1309544"/>
                <a:gd name="connsiteY59" fmla="*/ 1174100 h 1422298"/>
                <a:gd name="connsiteX60" fmla="*/ 234573 w 1309544"/>
                <a:gd name="connsiteY60" fmla="*/ 1174100 h 1422298"/>
                <a:gd name="connsiteX61" fmla="*/ 259034 w 1309544"/>
                <a:gd name="connsiteY61" fmla="*/ 1198560 h 1422298"/>
                <a:gd name="connsiteX62" fmla="*/ 234573 w 1309544"/>
                <a:gd name="connsiteY62" fmla="*/ 1223021 h 1422298"/>
                <a:gd name="connsiteX63" fmla="*/ 210113 w 1309544"/>
                <a:gd name="connsiteY63" fmla="*/ 1198560 h 1422298"/>
                <a:gd name="connsiteX64" fmla="*/ 234573 w 1309544"/>
                <a:gd name="connsiteY64" fmla="*/ 1174100 h 1422298"/>
                <a:gd name="connsiteX65" fmla="*/ 24461 w 1309544"/>
                <a:gd name="connsiteY65" fmla="*/ 1174100 h 1422298"/>
                <a:gd name="connsiteX66" fmla="*/ 48921 w 1309544"/>
                <a:gd name="connsiteY66" fmla="*/ 1198560 h 1422298"/>
                <a:gd name="connsiteX67" fmla="*/ 24461 w 1309544"/>
                <a:gd name="connsiteY67" fmla="*/ 1223021 h 1422298"/>
                <a:gd name="connsiteX68" fmla="*/ 0 w 1309544"/>
                <a:gd name="connsiteY68" fmla="*/ 1198560 h 1422298"/>
                <a:gd name="connsiteX69" fmla="*/ 24461 w 1309544"/>
                <a:gd name="connsiteY69" fmla="*/ 1174100 h 1422298"/>
                <a:gd name="connsiteX70" fmla="*/ 1285084 w 1309544"/>
                <a:gd name="connsiteY70" fmla="*/ 974877 h 1422298"/>
                <a:gd name="connsiteX71" fmla="*/ 1309544 w 1309544"/>
                <a:gd name="connsiteY71" fmla="*/ 999337 h 1422298"/>
                <a:gd name="connsiteX72" fmla="*/ 1285084 w 1309544"/>
                <a:gd name="connsiteY72" fmla="*/ 1023798 h 1422298"/>
                <a:gd name="connsiteX73" fmla="*/ 1260623 w 1309544"/>
                <a:gd name="connsiteY73" fmla="*/ 999337 h 1422298"/>
                <a:gd name="connsiteX74" fmla="*/ 1285084 w 1309544"/>
                <a:gd name="connsiteY74" fmla="*/ 974877 h 1422298"/>
                <a:gd name="connsiteX75" fmla="*/ 1074969 w 1309544"/>
                <a:gd name="connsiteY75" fmla="*/ 974877 h 1422298"/>
                <a:gd name="connsiteX76" fmla="*/ 1099430 w 1309544"/>
                <a:gd name="connsiteY76" fmla="*/ 999337 h 1422298"/>
                <a:gd name="connsiteX77" fmla="*/ 1074969 w 1309544"/>
                <a:gd name="connsiteY77" fmla="*/ 1023798 h 1422298"/>
                <a:gd name="connsiteX78" fmla="*/ 1050510 w 1309544"/>
                <a:gd name="connsiteY78" fmla="*/ 999337 h 1422298"/>
                <a:gd name="connsiteX79" fmla="*/ 1074969 w 1309544"/>
                <a:gd name="connsiteY79" fmla="*/ 974877 h 1422298"/>
                <a:gd name="connsiteX80" fmla="*/ 864857 w 1309544"/>
                <a:gd name="connsiteY80" fmla="*/ 974877 h 1422298"/>
                <a:gd name="connsiteX81" fmla="*/ 889318 w 1309544"/>
                <a:gd name="connsiteY81" fmla="*/ 999337 h 1422298"/>
                <a:gd name="connsiteX82" fmla="*/ 864857 w 1309544"/>
                <a:gd name="connsiteY82" fmla="*/ 1023798 h 1422298"/>
                <a:gd name="connsiteX83" fmla="*/ 840397 w 1309544"/>
                <a:gd name="connsiteY83" fmla="*/ 999337 h 1422298"/>
                <a:gd name="connsiteX84" fmla="*/ 864857 w 1309544"/>
                <a:gd name="connsiteY84" fmla="*/ 974877 h 1422298"/>
                <a:gd name="connsiteX85" fmla="*/ 654799 w 1309544"/>
                <a:gd name="connsiteY85" fmla="*/ 974877 h 1422298"/>
                <a:gd name="connsiteX86" fmla="*/ 679259 w 1309544"/>
                <a:gd name="connsiteY86" fmla="*/ 999337 h 1422298"/>
                <a:gd name="connsiteX87" fmla="*/ 654799 w 1309544"/>
                <a:gd name="connsiteY87" fmla="*/ 1023798 h 1422298"/>
                <a:gd name="connsiteX88" fmla="*/ 630338 w 1309544"/>
                <a:gd name="connsiteY88" fmla="*/ 999337 h 1422298"/>
                <a:gd name="connsiteX89" fmla="*/ 654799 w 1309544"/>
                <a:gd name="connsiteY89" fmla="*/ 974877 h 1422298"/>
                <a:gd name="connsiteX90" fmla="*/ 444686 w 1309544"/>
                <a:gd name="connsiteY90" fmla="*/ 974877 h 1422298"/>
                <a:gd name="connsiteX91" fmla="*/ 469146 w 1309544"/>
                <a:gd name="connsiteY91" fmla="*/ 999337 h 1422298"/>
                <a:gd name="connsiteX92" fmla="*/ 444686 w 1309544"/>
                <a:gd name="connsiteY92" fmla="*/ 1023798 h 1422298"/>
                <a:gd name="connsiteX93" fmla="*/ 420225 w 1309544"/>
                <a:gd name="connsiteY93" fmla="*/ 999337 h 1422298"/>
                <a:gd name="connsiteX94" fmla="*/ 444686 w 1309544"/>
                <a:gd name="connsiteY94" fmla="*/ 974877 h 1422298"/>
                <a:gd name="connsiteX95" fmla="*/ 234573 w 1309544"/>
                <a:gd name="connsiteY95" fmla="*/ 974877 h 1422298"/>
                <a:gd name="connsiteX96" fmla="*/ 259034 w 1309544"/>
                <a:gd name="connsiteY96" fmla="*/ 999337 h 1422298"/>
                <a:gd name="connsiteX97" fmla="*/ 234573 w 1309544"/>
                <a:gd name="connsiteY97" fmla="*/ 1023798 h 1422298"/>
                <a:gd name="connsiteX98" fmla="*/ 210113 w 1309544"/>
                <a:gd name="connsiteY98" fmla="*/ 999337 h 1422298"/>
                <a:gd name="connsiteX99" fmla="*/ 234573 w 1309544"/>
                <a:gd name="connsiteY99" fmla="*/ 974877 h 1422298"/>
                <a:gd name="connsiteX100" fmla="*/ 24461 w 1309544"/>
                <a:gd name="connsiteY100" fmla="*/ 974877 h 1422298"/>
                <a:gd name="connsiteX101" fmla="*/ 48921 w 1309544"/>
                <a:gd name="connsiteY101" fmla="*/ 999337 h 1422298"/>
                <a:gd name="connsiteX102" fmla="*/ 24461 w 1309544"/>
                <a:gd name="connsiteY102" fmla="*/ 1023798 h 1422298"/>
                <a:gd name="connsiteX103" fmla="*/ 0 w 1309544"/>
                <a:gd name="connsiteY103" fmla="*/ 999337 h 1422298"/>
                <a:gd name="connsiteX104" fmla="*/ 24461 w 1309544"/>
                <a:gd name="connsiteY104" fmla="*/ 974877 h 1422298"/>
                <a:gd name="connsiteX105" fmla="*/ 1285084 w 1309544"/>
                <a:gd name="connsiteY105" fmla="*/ 775599 h 1422298"/>
                <a:gd name="connsiteX106" fmla="*/ 1309544 w 1309544"/>
                <a:gd name="connsiteY106" fmla="*/ 800059 h 1422298"/>
                <a:gd name="connsiteX107" fmla="*/ 1285084 w 1309544"/>
                <a:gd name="connsiteY107" fmla="*/ 824520 h 1422298"/>
                <a:gd name="connsiteX108" fmla="*/ 1260623 w 1309544"/>
                <a:gd name="connsiteY108" fmla="*/ 800059 h 1422298"/>
                <a:gd name="connsiteX109" fmla="*/ 1285084 w 1309544"/>
                <a:gd name="connsiteY109" fmla="*/ 775599 h 1422298"/>
                <a:gd name="connsiteX110" fmla="*/ 1074969 w 1309544"/>
                <a:gd name="connsiteY110" fmla="*/ 775599 h 1422298"/>
                <a:gd name="connsiteX111" fmla="*/ 1099430 w 1309544"/>
                <a:gd name="connsiteY111" fmla="*/ 800059 h 1422298"/>
                <a:gd name="connsiteX112" fmla="*/ 1074969 w 1309544"/>
                <a:gd name="connsiteY112" fmla="*/ 824520 h 1422298"/>
                <a:gd name="connsiteX113" fmla="*/ 1050510 w 1309544"/>
                <a:gd name="connsiteY113" fmla="*/ 800059 h 1422298"/>
                <a:gd name="connsiteX114" fmla="*/ 1074969 w 1309544"/>
                <a:gd name="connsiteY114" fmla="*/ 775599 h 1422298"/>
                <a:gd name="connsiteX115" fmla="*/ 864857 w 1309544"/>
                <a:gd name="connsiteY115" fmla="*/ 775599 h 1422298"/>
                <a:gd name="connsiteX116" fmla="*/ 889318 w 1309544"/>
                <a:gd name="connsiteY116" fmla="*/ 800059 h 1422298"/>
                <a:gd name="connsiteX117" fmla="*/ 864857 w 1309544"/>
                <a:gd name="connsiteY117" fmla="*/ 824520 h 1422298"/>
                <a:gd name="connsiteX118" fmla="*/ 840397 w 1309544"/>
                <a:gd name="connsiteY118" fmla="*/ 800059 h 1422298"/>
                <a:gd name="connsiteX119" fmla="*/ 864857 w 1309544"/>
                <a:gd name="connsiteY119" fmla="*/ 775599 h 1422298"/>
                <a:gd name="connsiteX120" fmla="*/ 654799 w 1309544"/>
                <a:gd name="connsiteY120" fmla="*/ 775599 h 1422298"/>
                <a:gd name="connsiteX121" fmla="*/ 679259 w 1309544"/>
                <a:gd name="connsiteY121" fmla="*/ 800059 h 1422298"/>
                <a:gd name="connsiteX122" fmla="*/ 654799 w 1309544"/>
                <a:gd name="connsiteY122" fmla="*/ 824520 h 1422298"/>
                <a:gd name="connsiteX123" fmla="*/ 630338 w 1309544"/>
                <a:gd name="connsiteY123" fmla="*/ 800059 h 1422298"/>
                <a:gd name="connsiteX124" fmla="*/ 654799 w 1309544"/>
                <a:gd name="connsiteY124" fmla="*/ 775599 h 1422298"/>
                <a:gd name="connsiteX125" fmla="*/ 444686 w 1309544"/>
                <a:gd name="connsiteY125" fmla="*/ 775599 h 1422298"/>
                <a:gd name="connsiteX126" fmla="*/ 469146 w 1309544"/>
                <a:gd name="connsiteY126" fmla="*/ 800059 h 1422298"/>
                <a:gd name="connsiteX127" fmla="*/ 444686 w 1309544"/>
                <a:gd name="connsiteY127" fmla="*/ 824520 h 1422298"/>
                <a:gd name="connsiteX128" fmla="*/ 420225 w 1309544"/>
                <a:gd name="connsiteY128" fmla="*/ 800059 h 1422298"/>
                <a:gd name="connsiteX129" fmla="*/ 444686 w 1309544"/>
                <a:gd name="connsiteY129" fmla="*/ 775599 h 1422298"/>
                <a:gd name="connsiteX130" fmla="*/ 234573 w 1309544"/>
                <a:gd name="connsiteY130" fmla="*/ 775599 h 1422298"/>
                <a:gd name="connsiteX131" fmla="*/ 259034 w 1309544"/>
                <a:gd name="connsiteY131" fmla="*/ 800059 h 1422298"/>
                <a:gd name="connsiteX132" fmla="*/ 234573 w 1309544"/>
                <a:gd name="connsiteY132" fmla="*/ 824520 h 1422298"/>
                <a:gd name="connsiteX133" fmla="*/ 210113 w 1309544"/>
                <a:gd name="connsiteY133" fmla="*/ 800059 h 1422298"/>
                <a:gd name="connsiteX134" fmla="*/ 234573 w 1309544"/>
                <a:gd name="connsiteY134" fmla="*/ 775599 h 1422298"/>
                <a:gd name="connsiteX135" fmla="*/ 24461 w 1309544"/>
                <a:gd name="connsiteY135" fmla="*/ 775599 h 1422298"/>
                <a:gd name="connsiteX136" fmla="*/ 48921 w 1309544"/>
                <a:gd name="connsiteY136" fmla="*/ 800059 h 1422298"/>
                <a:gd name="connsiteX137" fmla="*/ 24461 w 1309544"/>
                <a:gd name="connsiteY137" fmla="*/ 824520 h 1422298"/>
                <a:gd name="connsiteX138" fmla="*/ 0 w 1309544"/>
                <a:gd name="connsiteY138" fmla="*/ 800059 h 1422298"/>
                <a:gd name="connsiteX139" fmla="*/ 24461 w 1309544"/>
                <a:gd name="connsiteY139" fmla="*/ 775599 h 1422298"/>
                <a:gd name="connsiteX140" fmla="*/ 1285084 w 1309544"/>
                <a:gd name="connsiteY140" fmla="*/ 597779 h 1422298"/>
                <a:gd name="connsiteX141" fmla="*/ 1309544 w 1309544"/>
                <a:gd name="connsiteY141" fmla="*/ 622239 h 1422298"/>
                <a:gd name="connsiteX142" fmla="*/ 1285084 w 1309544"/>
                <a:gd name="connsiteY142" fmla="*/ 646700 h 1422298"/>
                <a:gd name="connsiteX143" fmla="*/ 1260623 w 1309544"/>
                <a:gd name="connsiteY143" fmla="*/ 622239 h 1422298"/>
                <a:gd name="connsiteX144" fmla="*/ 1285084 w 1309544"/>
                <a:gd name="connsiteY144" fmla="*/ 597779 h 1422298"/>
                <a:gd name="connsiteX145" fmla="*/ 1074969 w 1309544"/>
                <a:gd name="connsiteY145" fmla="*/ 597779 h 1422298"/>
                <a:gd name="connsiteX146" fmla="*/ 1099430 w 1309544"/>
                <a:gd name="connsiteY146" fmla="*/ 622239 h 1422298"/>
                <a:gd name="connsiteX147" fmla="*/ 1074969 w 1309544"/>
                <a:gd name="connsiteY147" fmla="*/ 646700 h 1422298"/>
                <a:gd name="connsiteX148" fmla="*/ 1050510 w 1309544"/>
                <a:gd name="connsiteY148" fmla="*/ 622239 h 1422298"/>
                <a:gd name="connsiteX149" fmla="*/ 1074969 w 1309544"/>
                <a:gd name="connsiteY149" fmla="*/ 597779 h 1422298"/>
                <a:gd name="connsiteX150" fmla="*/ 864857 w 1309544"/>
                <a:gd name="connsiteY150" fmla="*/ 597779 h 1422298"/>
                <a:gd name="connsiteX151" fmla="*/ 889318 w 1309544"/>
                <a:gd name="connsiteY151" fmla="*/ 622239 h 1422298"/>
                <a:gd name="connsiteX152" fmla="*/ 864857 w 1309544"/>
                <a:gd name="connsiteY152" fmla="*/ 646700 h 1422298"/>
                <a:gd name="connsiteX153" fmla="*/ 840397 w 1309544"/>
                <a:gd name="connsiteY153" fmla="*/ 622239 h 1422298"/>
                <a:gd name="connsiteX154" fmla="*/ 864857 w 1309544"/>
                <a:gd name="connsiteY154" fmla="*/ 597779 h 1422298"/>
                <a:gd name="connsiteX155" fmla="*/ 654799 w 1309544"/>
                <a:gd name="connsiteY155" fmla="*/ 597779 h 1422298"/>
                <a:gd name="connsiteX156" fmla="*/ 679259 w 1309544"/>
                <a:gd name="connsiteY156" fmla="*/ 622239 h 1422298"/>
                <a:gd name="connsiteX157" fmla="*/ 654799 w 1309544"/>
                <a:gd name="connsiteY157" fmla="*/ 646700 h 1422298"/>
                <a:gd name="connsiteX158" fmla="*/ 630338 w 1309544"/>
                <a:gd name="connsiteY158" fmla="*/ 622239 h 1422298"/>
                <a:gd name="connsiteX159" fmla="*/ 654799 w 1309544"/>
                <a:gd name="connsiteY159" fmla="*/ 597779 h 1422298"/>
                <a:gd name="connsiteX160" fmla="*/ 444686 w 1309544"/>
                <a:gd name="connsiteY160" fmla="*/ 597779 h 1422298"/>
                <a:gd name="connsiteX161" fmla="*/ 469146 w 1309544"/>
                <a:gd name="connsiteY161" fmla="*/ 622239 h 1422298"/>
                <a:gd name="connsiteX162" fmla="*/ 444686 w 1309544"/>
                <a:gd name="connsiteY162" fmla="*/ 646700 h 1422298"/>
                <a:gd name="connsiteX163" fmla="*/ 420225 w 1309544"/>
                <a:gd name="connsiteY163" fmla="*/ 622239 h 1422298"/>
                <a:gd name="connsiteX164" fmla="*/ 444686 w 1309544"/>
                <a:gd name="connsiteY164" fmla="*/ 597779 h 1422298"/>
                <a:gd name="connsiteX165" fmla="*/ 234573 w 1309544"/>
                <a:gd name="connsiteY165" fmla="*/ 597779 h 1422298"/>
                <a:gd name="connsiteX166" fmla="*/ 259034 w 1309544"/>
                <a:gd name="connsiteY166" fmla="*/ 622239 h 1422298"/>
                <a:gd name="connsiteX167" fmla="*/ 234573 w 1309544"/>
                <a:gd name="connsiteY167" fmla="*/ 646700 h 1422298"/>
                <a:gd name="connsiteX168" fmla="*/ 210113 w 1309544"/>
                <a:gd name="connsiteY168" fmla="*/ 622239 h 1422298"/>
                <a:gd name="connsiteX169" fmla="*/ 234573 w 1309544"/>
                <a:gd name="connsiteY169" fmla="*/ 597779 h 1422298"/>
                <a:gd name="connsiteX170" fmla="*/ 24461 w 1309544"/>
                <a:gd name="connsiteY170" fmla="*/ 597779 h 1422298"/>
                <a:gd name="connsiteX171" fmla="*/ 48921 w 1309544"/>
                <a:gd name="connsiteY171" fmla="*/ 622239 h 1422298"/>
                <a:gd name="connsiteX172" fmla="*/ 24461 w 1309544"/>
                <a:gd name="connsiteY172" fmla="*/ 646700 h 1422298"/>
                <a:gd name="connsiteX173" fmla="*/ 0 w 1309544"/>
                <a:gd name="connsiteY173" fmla="*/ 622239 h 1422298"/>
                <a:gd name="connsiteX174" fmla="*/ 24461 w 1309544"/>
                <a:gd name="connsiteY174" fmla="*/ 597779 h 1422298"/>
                <a:gd name="connsiteX175" fmla="*/ 1285084 w 1309544"/>
                <a:gd name="connsiteY175" fmla="*/ 398501 h 1422298"/>
                <a:gd name="connsiteX176" fmla="*/ 1309544 w 1309544"/>
                <a:gd name="connsiteY176" fmla="*/ 422961 h 1422298"/>
                <a:gd name="connsiteX177" fmla="*/ 1285084 w 1309544"/>
                <a:gd name="connsiteY177" fmla="*/ 447422 h 1422298"/>
                <a:gd name="connsiteX178" fmla="*/ 1260623 w 1309544"/>
                <a:gd name="connsiteY178" fmla="*/ 422961 h 1422298"/>
                <a:gd name="connsiteX179" fmla="*/ 1285084 w 1309544"/>
                <a:gd name="connsiteY179" fmla="*/ 398501 h 1422298"/>
                <a:gd name="connsiteX180" fmla="*/ 1074969 w 1309544"/>
                <a:gd name="connsiteY180" fmla="*/ 398501 h 1422298"/>
                <a:gd name="connsiteX181" fmla="*/ 1099430 w 1309544"/>
                <a:gd name="connsiteY181" fmla="*/ 422961 h 1422298"/>
                <a:gd name="connsiteX182" fmla="*/ 1074969 w 1309544"/>
                <a:gd name="connsiteY182" fmla="*/ 447422 h 1422298"/>
                <a:gd name="connsiteX183" fmla="*/ 1050510 w 1309544"/>
                <a:gd name="connsiteY183" fmla="*/ 422961 h 1422298"/>
                <a:gd name="connsiteX184" fmla="*/ 1074969 w 1309544"/>
                <a:gd name="connsiteY184" fmla="*/ 398501 h 1422298"/>
                <a:gd name="connsiteX185" fmla="*/ 864857 w 1309544"/>
                <a:gd name="connsiteY185" fmla="*/ 398501 h 1422298"/>
                <a:gd name="connsiteX186" fmla="*/ 889318 w 1309544"/>
                <a:gd name="connsiteY186" fmla="*/ 422961 h 1422298"/>
                <a:gd name="connsiteX187" fmla="*/ 864857 w 1309544"/>
                <a:gd name="connsiteY187" fmla="*/ 447422 h 1422298"/>
                <a:gd name="connsiteX188" fmla="*/ 840397 w 1309544"/>
                <a:gd name="connsiteY188" fmla="*/ 422961 h 1422298"/>
                <a:gd name="connsiteX189" fmla="*/ 864857 w 1309544"/>
                <a:gd name="connsiteY189" fmla="*/ 398501 h 1422298"/>
                <a:gd name="connsiteX190" fmla="*/ 654799 w 1309544"/>
                <a:gd name="connsiteY190" fmla="*/ 398501 h 1422298"/>
                <a:gd name="connsiteX191" fmla="*/ 679259 w 1309544"/>
                <a:gd name="connsiteY191" fmla="*/ 422961 h 1422298"/>
                <a:gd name="connsiteX192" fmla="*/ 654799 w 1309544"/>
                <a:gd name="connsiteY192" fmla="*/ 447422 h 1422298"/>
                <a:gd name="connsiteX193" fmla="*/ 630338 w 1309544"/>
                <a:gd name="connsiteY193" fmla="*/ 422961 h 1422298"/>
                <a:gd name="connsiteX194" fmla="*/ 654799 w 1309544"/>
                <a:gd name="connsiteY194" fmla="*/ 398501 h 1422298"/>
                <a:gd name="connsiteX195" fmla="*/ 444686 w 1309544"/>
                <a:gd name="connsiteY195" fmla="*/ 398501 h 1422298"/>
                <a:gd name="connsiteX196" fmla="*/ 469146 w 1309544"/>
                <a:gd name="connsiteY196" fmla="*/ 422961 h 1422298"/>
                <a:gd name="connsiteX197" fmla="*/ 444686 w 1309544"/>
                <a:gd name="connsiteY197" fmla="*/ 447422 h 1422298"/>
                <a:gd name="connsiteX198" fmla="*/ 420225 w 1309544"/>
                <a:gd name="connsiteY198" fmla="*/ 422961 h 1422298"/>
                <a:gd name="connsiteX199" fmla="*/ 444686 w 1309544"/>
                <a:gd name="connsiteY199" fmla="*/ 398501 h 1422298"/>
                <a:gd name="connsiteX200" fmla="*/ 234573 w 1309544"/>
                <a:gd name="connsiteY200" fmla="*/ 398501 h 1422298"/>
                <a:gd name="connsiteX201" fmla="*/ 259034 w 1309544"/>
                <a:gd name="connsiteY201" fmla="*/ 422961 h 1422298"/>
                <a:gd name="connsiteX202" fmla="*/ 234573 w 1309544"/>
                <a:gd name="connsiteY202" fmla="*/ 447422 h 1422298"/>
                <a:gd name="connsiteX203" fmla="*/ 210113 w 1309544"/>
                <a:gd name="connsiteY203" fmla="*/ 422961 h 1422298"/>
                <a:gd name="connsiteX204" fmla="*/ 234573 w 1309544"/>
                <a:gd name="connsiteY204" fmla="*/ 398501 h 1422298"/>
                <a:gd name="connsiteX205" fmla="*/ 24461 w 1309544"/>
                <a:gd name="connsiteY205" fmla="*/ 398501 h 1422298"/>
                <a:gd name="connsiteX206" fmla="*/ 48921 w 1309544"/>
                <a:gd name="connsiteY206" fmla="*/ 422961 h 1422298"/>
                <a:gd name="connsiteX207" fmla="*/ 24461 w 1309544"/>
                <a:gd name="connsiteY207" fmla="*/ 447422 h 1422298"/>
                <a:gd name="connsiteX208" fmla="*/ 0 w 1309544"/>
                <a:gd name="connsiteY208" fmla="*/ 422961 h 1422298"/>
                <a:gd name="connsiteX209" fmla="*/ 24461 w 1309544"/>
                <a:gd name="connsiteY209" fmla="*/ 398501 h 1422298"/>
                <a:gd name="connsiteX210" fmla="*/ 1285084 w 1309544"/>
                <a:gd name="connsiteY210" fmla="*/ 199224 h 1422298"/>
                <a:gd name="connsiteX211" fmla="*/ 1309544 w 1309544"/>
                <a:gd name="connsiteY211" fmla="*/ 223685 h 1422298"/>
                <a:gd name="connsiteX212" fmla="*/ 1285084 w 1309544"/>
                <a:gd name="connsiteY212" fmla="*/ 248145 h 1422298"/>
                <a:gd name="connsiteX213" fmla="*/ 1260623 w 1309544"/>
                <a:gd name="connsiteY213" fmla="*/ 223685 h 1422298"/>
                <a:gd name="connsiteX214" fmla="*/ 1285084 w 1309544"/>
                <a:gd name="connsiteY214" fmla="*/ 199224 h 1422298"/>
                <a:gd name="connsiteX215" fmla="*/ 1074969 w 1309544"/>
                <a:gd name="connsiteY215" fmla="*/ 199224 h 1422298"/>
                <a:gd name="connsiteX216" fmla="*/ 1099430 w 1309544"/>
                <a:gd name="connsiteY216" fmla="*/ 223685 h 1422298"/>
                <a:gd name="connsiteX217" fmla="*/ 1074969 w 1309544"/>
                <a:gd name="connsiteY217" fmla="*/ 248145 h 1422298"/>
                <a:gd name="connsiteX218" fmla="*/ 1050510 w 1309544"/>
                <a:gd name="connsiteY218" fmla="*/ 223685 h 1422298"/>
                <a:gd name="connsiteX219" fmla="*/ 1074969 w 1309544"/>
                <a:gd name="connsiteY219" fmla="*/ 199224 h 1422298"/>
                <a:gd name="connsiteX220" fmla="*/ 864857 w 1309544"/>
                <a:gd name="connsiteY220" fmla="*/ 199224 h 1422298"/>
                <a:gd name="connsiteX221" fmla="*/ 889318 w 1309544"/>
                <a:gd name="connsiteY221" fmla="*/ 223685 h 1422298"/>
                <a:gd name="connsiteX222" fmla="*/ 864857 w 1309544"/>
                <a:gd name="connsiteY222" fmla="*/ 248145 h 1422298"/>
                <a:gd name="connsiteX223" fmla="*/ 840397 w 1309544"/>
                <a:gd name="connsiteY223" fmla="*/ 223685 h 1422298"/>
                <a:gd name="connsiteX224" fmla="*/ 864857 w 1309544"/>
                <a:gd name="connsiteY224" fmla="*/ 199224 h 1422298"/>
                <a:gd name="connsiteX225" fmla="*/ 654799 w 1309544"/>
                <a:gd name="connsiteY225" fmla="*/ 199224 h 1422298"/>
                <a:gd name="connsiteX226" fmla="*/ 679259 w 1309544"/>
                <a:gd name="connsiteY226" fmla="*/ 223685 h 1422298"/>
                <a:gd name="connsiteX227" fmla="*/ 654799 w 1309544"/>
                <a:gd name="connsiteY227" fmla="*/ 248145 h 1422298"/>
                <a:gd name="connsiteX228" fmla="*/ 630338 w 1309544"/>
                <a:gd name="connsiteY228" fmla="*/ 223685 h 1422298"/>
                <a:gd name="connsiteX229" fmla="*/ 654799 w 1309544"/>
                <a:gd name="connsiteY229" fmla="*/ 199224 h 1422298"/>
                <a:gd name="connsiteX230" fmla="*/ 444686 w 1309544"/>
                <a:gd name="connsiteY230" fmla="*/ 199224 h 1422298"/>
                <a:gd name="connsiteX231" fmla="*/ 469146 w 1309544"/>
                <a:gd name="connsiteY231" fmla="*/ 223685 h 1422298"/>
                <a:gd name="connsiteX232" fmla="*/ 444686 w 1309544"/>
                <a:gd name="connsiteY232" fmla="*/ 248145 h 1422298"/>
                <a:gd name="connsiteX233" fmla="*/ 420225 w 1309544"/>
                <a:gd name="connsiteY233" fmla="*/ 223685 h 1422298"/>
                <a:gd name="connsiteX234" fmla="*/ 444686 w 1309544"/>
                <a:gd name="connsiteY234" fmla="*/ 199224 h 1422298"/>
                <a:gd name="connsiteX235" fmla="*/ 234573 w 1309544"/>
                <a:gd name="connsiteY235" fmla="*/ 199224 h 1422298"/>
                <a:gd name="connsiteX236" fmla="*/ 259034 w 1309544"/>
                <a:gd name="connsiteY236" fmla="*/ 223685 h 1422298"/>
                <a:gd name="connsiteX237" fmla="*/ 234573 w 1309544"/>
                <a:gd name="connsiteY237" fmla="*/ 248145 h 1422298"/>
                <a:gd name="connsiteX238" fmla="*/ 210113 w 1309544"/>
                <a:gd name="connsiteY238" fmla="*/ 223685 h 1422298"/>
                <a:gd name="connsiteX239" fmla="*/ 234573 w 1309544"/>
                <a:gd name="connsiteY239" fmla="*/ 199224 h 1422298"/>
                <a:gd name="connsiteX240" fmla="*/ 24461 w 1309544"/>
                <a:gd name="connsiteY240" fmla="*/ 199224 h 1422298"/>
                <a:gd name="connsiteX241" fmla="*/ 48921 w 1309544"/>
                <a:gd name="connsiteY241" fmla="*/ 223685 h 1422298"/>
                <a:gd name="connsiteX242" fmla="*/ 24461 w 1309544"/>
                <a:gd name="connsiteY242" fmla="*/ 248145 h 1422298"/>
                <a:gd name="connsiteX243" fmla="*/ 0 w 1309544"/>
                <a:gd name="connsiteY243" fmla="*/ 223685 h 1422298"/>
                <a:gd name="connsiteX244" fmla="*/ 24461 w 1309544"/>
                <a:gd name="connsiteY244" fmla="*/ 199224 h 1422298"/>
                <a:gd name="connsiteX245" fmla="*/ 1285084 w 1309544"/>
                <a:gd name="connsiteY245" fmla="*/ 0 h 1422298"/>
                <a:gd name="connsiteX246" fmla="*/ 1309544 w 1309544"/>
                <a:gd name="connsiteY246" fmla="*/ 24460 h 1422298"/>
                <a:gd name="connsiteX247" fmla="*/ 1285084 w 1309544"/>
                <a:gd name="connsiteY247" fmla="*/ 48921 h 1422298"/>
                <a:gd name="connsiteX248" fmla="*/ 1260623 w 1309544"/>
                <a:gd name="connsiteY248" fmla="*/ 24460 h 1422298"/>
                <a:gd name="connsiteX249" fmla="*/ 1285084 w 1309544"/>
                <a:gd name="connsiteY249" fmla="*/ 0 h 1422298"/>
                <a:gd name="connsiteX250" fmla="*/ 1074969 w 1309544"/>
                <a:gd name="connsiteY250" fmla="*/ 0 h 1422298"/>
                <a:gd name="connsiteX251" fmla="*/ 1099430 w 1309544"/>
                <a:gd name="connsiteY251" fmla="*/ 24460 h 1422298"/>
                <a:gd name="connsiteX252" fmla="*/ 1074969 w 1309544"/>
                <a:gd name="connsiteY252" fmla="*/ 48921 h 1422298"/>
                <a:gd name="connsiteX253" fmla="*/ 1050510 w 1309544"/>
                <a:gd name="connsiteY253" fmla="*/ 24460 h 1422298"/>
                <a:gd name="connsiteX254" fmla="*/ 1074969 w 1309544"/>
                <a:gd name="connsiteY254" fmla="*/ 0 h 1422298"/>
                <a:gd name="connsiteX255" fmla="*/ 864857 w 1309544"/>
                <a:gd name="connsiteY255" fmla="*/ 0 h 1422298"/>
                <a:gd name="connsiteX256" fmla="*/ 889318 w 1309544"/>
                <a:gd name="connsiteY256" fmla="*/ 24460 h 1422298"/>
                <a:gd name="connsiteX257" fmla="*/ 864857 w 1309544"/>
                <a:gd name="connsiteY257" fmla="*/ 48921 h 1422298"/>
                <a:gd name="connsiteX258" fmla="*/ 840397 w 1309544"/>
                <a:gd name="connsiteY258" fmla="*/ 24460 h 1422298"/>
                <a:gd name="connsiteX259" fmla="*/ 864857 w 1309544"/>
                <a:gd name="connsiteY259" fmla="*/ 0 h 1422298"/>
                <a:gd name="connsiteX260" fmla="*/ 654799 w 1309544"/>
                <a:gd name="connsiteY260" fmla="*/ 0 h 1422298"/>
                <a:gd name="connsiteX261" fmla="*/ 679259 w 1309544"/>
                <a:gd name="connsiteY261" fmla="*/ 24460 h 1422298"/>
                <a:gd name="connsiteX262" fmla="*/ 654799 w 1309544"/>
                <a:gd name="connsiteY262" fmla="*/ 48921 h 1422298"/>
                <a:gd name="connsiteX263" fmla="*/ 630338 w 1309544"/>
                <a:gd name="connsiteY263" fmla="*/ 24460 h 1422298"/>
                <a:gd name="connsiteX264" fmla="*/ 654799 w 1309544"/>
                <a:gd name="connsiteY264" fmla="*/ 0 h 1422298"/>
                <a:gd name="connsiteX265" fmla="*/ 444686 w 1309544"/>
                <a:gd name="connsiteY265" fmla="*/ 0 h 1422298"/>
                <a:gd name="connsiteX266" fmla="*/ 469146 w 1309544"/>
                <a:gd name="connsiteY266" fmla="*/ 24460 h 1422298"/>
                <a:gd name="connsiteX267" fmla="*/ 444686 w 1309544"/>
                <a:gd name="connsiteY267" fmla="*/ 48921 h 1422298"/>
                <a:gd name="connsiteX268" fmla="*/ 420225 w 1309544"/>
                <a:gd name="connsiteY268" fmla="*/ 24460 h 1422298"/>
                <a:gd name="connsiteX269" fmla="*/ 444686 w 1309544"/>
                <a:gd name="connsiteY269" fmla="*/ 0 h 1422298"/>
                <a:gd name="connsiteX270" fmla="*/ 234573 w 1309544"/>
                <a:gd name="connsiteY270" fmla="*/ 0 h 1422298"/>
                <a:gd name="connsiteX271" fmla="*/ 259034 w 1309544"/>
                <a:gd name="connsiteY271" fmla="*/ 24460 h 1422298"/>
                <a:gd name="connsiteX272" fmla="*/ 234573 w 1309544"/>
                <a:gd name="connsiteY272" fmla="*/ 48921 h 1422298"/>
                <a:gd name="connsiteX273" fmla="*/ 210113 w 1309544"/>
                <a:gd name="connsiteY273" fmla="*/ 24460 h 1422298"/>
                <a:gd name="connsiteX274" fmla="*/ 234573 w 1309544"/>
                <a:gd name="connsiteY274" fmla="*/ 0 h 1422298"/>
                <a:gd name="connsiteX275" fmla="*/ 24461 w 1309544"/>
                <a:gd name="connsiteY275" fmla="*/ 0 h 1422298"/>
                <a:gd name="connsiteX276" fmla="*/ 48921 w 1309544"/>
                <a:gd name="connsiteY276" fmla="*/ 24460 h 1422298"/>
                <a:gd name="connsiteX277" fmla="*/ 24461 w 1309544"/>
                <a:gd name="connsiteY277" fmla="*/ 48921 h 1422298"/>
                <a:gd name="connsiteX278" fmla="*/ 0 w 1309544"/>
                <a:gd name="connsiteY278" fmla="*/ 24460 h 1422298"/>
                <a:gd name="connsiteX279" fmla="*/ 24461 w 1309544"/>
                <a:gd name="connsiteY279" fmla="*/ 0 h 1422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Lst>
              <a:rect l="l" t="t" r="r" b="b"/>
              <a:pathLst>
                <a:path w="1309544" h="1422298">
                  <a:moveTo>
                    <a:pt x="1285084" y="1373377"/>
                  </a:moveTo>
                  <a:cubicBezTo>
                    <a:pt x="1298601" y="1373377"/>
                    <a:pt x="1309544" y="1384320"/>
                    <a:pt x="1309544" y="1397838"/>
                  </a:cubicBezTo>
                  <a:cubicBezTo>
                    <a:pt x="1309544" y="1411355"/>
                    <a:pt x="1298601" y="1422298"/>
                    <a:pt x="1285084" y="1422298"/>
                  </a:cubicBezTo>
                  <a:cubicBezTo>
                    <a:pt x="1271566" y="1422298"/>
                    <a:pt x="1260623" y="1411355"/>
                    <a:pt x="1260623" y="1397838"/>
                  </a:cubicBezTo>
                  <a:cubicBezTo>
                    <a:pt x="1260623" y="1384320"/>
                    <a:pt x="1271566" y="1373377"/>
                    <a:pt x="1285084" y="1373377"/>
                  </a:cubicBezTo>
                  <a:close/>
                  <a:moveTo>
                    <a:pt x="1075024" y="1373377"/>
                  </a:moveTo>
                  <a:cubicBezTo>
                    <a:pt x="1088532" y="1373377"/>
                    <a:pt x="1099485" y="1384328"/>
                    <a:pt x="1099485" y="1397838"/>
                  </a:cubicBezTo>
                  <a:cubicBezTo>
                    <a:pt x="1099485" y="1411347"/>
                    <a:pt x="1088534" y="1422298"/>
                    <a:pt x="1075024" y="1422298"/>
                  </a:cubicBezTo>
                  <a:cubicBezTo>
                    <a:pt x="1061515" y="1422298"/>
                    <a:pt x="1050563" y="1411347"/>
                    <a:pt x="1050563" y="1397838"/>
                  </a:cubicBezTo>
                  <a:cubicBezTo>
                    <a:pt x="1050563" y="1384328"/>
                    <a:pt x="1061514" y="1373377"/>
                    <a:pt x="1075024" y="1373377"/>
                  </a:cubicBezTo>
                  <a:close/>
                  <a:moveTo>
                    <a:pt x="864857" y="1373377"/>
                  </a:moveTo>
                  <a:cubicBezTo>
                    <a:pt x="878375" y="1373377"/>
                    <a:pt x="889318" y="1384320"/>
                    <a:pt x="889318" y="1397838"/>
                  </a:cubicBezTo>
                  <a:cubicBezTo>
                    <a:pt x="889318" y="1411355"/>
                    <a:pt x="878375" y="1422298"/>
                    <a:pt x="864857" y="1422298"/>
                  </a:cubicBezTo>
                  <a:cubicBezTo>
                    <a:pt x="851339" y="1422298"/>
                    <a:pt x="840397" y="1411355"/>
                    <a:pt x="840397" y="1397838"/>
                  </a:cubicBezTo>
                  <a:cubicBezTo>
                    <a:pt x="840397" y="1384320"/>
                    <a:pt x="851339" y="1373377"/>
                    <a:pt x="864857" y="1373377"/>
                  </a:cubicBezTo>
                  <a:close/>
                  <a:moveTo>
                    <a:pt x="654799" y="1373377"/>
                  </a:moveTo>
                  <a:cubicBezTo>
                    <a:pt x="668316" y="1373377"/>
                    <a:pt x="679259" y="1384320"/>
                    <a:pt x="679259" y="1397838"/>
                  </a:cubicBezTo>
                  <a:cubicBezTo>
                    <a:pt x="679259" y="1411355"/>
                    <a:pt x="668316" y="1422298"/>
                    <a:pt x="654799" y="1422298"/>
                  </a:cubicBezTo>
                  <a:cubicBezTo>
                    <a:pt x="641281" y="1422298"/>
                    <a:pt x="630338" y="1411355"/>
                    <a:pt x="630338" y="1397838"/>
                  </a:cubicBezTo>
                  <a:cubicBezTo>
                    <a:pt x="630338" y="1384320"/>
                    <a:pt x="641281" y="1373377"/>
                    <a:pt x="654799" y="1373377"/>
                  </a:cubicBezTo>
                  <a:close/>
                  <a:moveTo>
                    <a:pt x="444686" y="1373377"/>
                  </a:moveTo>
                  <a:cubicBezTo>
                    <a:pt x="458203" y="1373377"/>
                    <a:pt x="469146" y="1384320"/>
                    <a:pt x="469146" y="1397838"/>
                  </a:cubicBezTo>
                  <a:cubicBezTo>
                    <a:pt x="469146" y="1411355"/>
                    <a:pt x="458203" y="1422298"/>
                    <a:pt x="444686" y="1422298"/>
                  </a:cubicBezTo>
                  <a:cubicBezTo>
                    <a:pt x="431168" y="1422298"/>
                    <a:pt x="420225" y="1411355"/>
                    <a:pt x="420225" y="1397838"/>
                  </a:cubicBezTo>
                  <a:cubicBezTo>
                    <a:pt x="420225" y="1384320"/>
                    <a:pt x="431168" y="1373377"/>
                    <a:pt x="444686" y="1373377"/>
                  </a:cubicBezTo>
                  <a:close/>
                  <a:moveTo>
                    <a:pt x="234573" y="1373377"/>
                  </a:moveTo>
                  <a:cubicBezTo>
                    <a:pt x="248091" y="1373377"/>
                    <a:pt x="259034" y="1384320"/>
                    <a:pt x="259034" y="1397838"/>
                  </a:cubicBezTo>
                  <a:cubicBezTo>
                    <a:pt x="259034" y="1411355"/>
                    <a:pt x="248091" y="1422298"/>
                    <a:pt x="234573" y="1422298"/>
                  </a:cubicBezTo>
                  <a:cubicBezTo>
                    <a:pt x="221055" y="1422298"/>
                    <a:pt x="210113" y="1411355"/>
                    <a:pt x="210113" y="1397838"/>
                  </a:cubicBezTo>
                  <a:cubicBezTo>
                    <a:pt x="210113" y="1384320"/>
                    <a:pt x="221055" y="1373377"/>
                    <a:pt x="234573" y="1373377"/>
                  </a:cubicBezTo>
                  <a:close/>
                  <a:moveTo>
                    <a:pt x="24461" y="1373377"/>
                  </a:moveTo>
                  <a:cubicBezTo>
                    <a:pt x="37978" y="1373377"/>
                    <a:pt x="48921" y="1384320"/>
                    <a:pt x="48921" y="1397838"/>
                  </a:cubicBezTo>
                  <a:cubicBezTo>
                    <a:pt x="48921" y="1411355"/>
                    <a:pt x="37978" y="1422298"/>
                    <a:pt x="24461" y="1422298"/>
                  </a:cubicBezTo>
                  <a:cubicBezTo>
                    <a:pt x="10943" y="1422298"/>
                    <a:pt x="0" y="1411355"/>
                    <a:pt x="0" y="1397838"/>
                  </a:cubicBezTo>
                  <a:cubicBezTo>
                    <a:pt x="0" y="1384320"/>
                    <a:pt x="10943" y="1373377"/>
                    <a:pt x="24461" y="1373377"/>
                  </a:cubicBezTo>
                  <a:close/>
                  <a:moveTo>
                    <a:pt x="1285084" y="1174100"/>
                  </a:moveTo>
                  <a:cubicBezTo>
                    <a:pt x="1298601" y="1174100"/>
                    <a:pt x="1309544" y="1185043"/>
                    <a:pt x="1309544" y="1198560"/>
                  </a:cubicBezTo>
                  <a:cubicBezTo>
                    <a:pt x="1309544" y="1212078"/>
                    <a:pt x="1298601" y="1223021"/>
                    <a:pt x="1285084" y="1223021"/>
                  </a:cubicBezTo>
                  <a:cubicBezTo>
                    <a:pt x="1271566" y="1223021"/>
                    <a:pt x="1260623" y="1212078"/>
                    <a:pt x="1260623" y="1198560"/>
                  </a:cubicBezTo>
                  <a:cubicBezTo>
                    <a:pt x="1260623" y="1185043"/>
                    <a:pt x="1271566" y="1174100"/>
                    <a:pt x="1285084" y="1174100"/>
                  </a:cubicBezTo>
                  <a:close/>
                  <a:moveTo>
                    <a:pt x="1074969" y="1174100"/>
                  </a:moveTo>
                  <a:cubicBezTo>
                    <a:pt x="1088487" y="1174100"/>
                    <a:pt x="1099430" y="1185043"/>
                    <a:pt x="1099430" y="1198560"/>
                  </a:cubicBezTo>
                  <a:cubicBezTo>
                    <a:pt x="1099430" y="1212078"/>
                    <a:pt x="1088487" y="1223021"/>
                    <a:pt x="1074969" y="1223021"/>
                  </a:cubicBezTo>
                  <a:cubicBezTo>
                    <a:pt x="1061453" y="1223021"/>
                    <a:pt x="1050510" y="1212078"/>
                    <a:pt x="1050510" y="1198560"/>
                  </a:cubicBezTo>
                  <a:cubicBezTo>
                    <a:pt x="1050510" y="1185043"/>
                    <a:pt x="1061453" y="1174100"/>
                    <a:pt x="1074969" y="1174100"/>
                  </a:cubicBezTo>
                  <a:close/>
                  <a:moveTo>
                    <a:pt x="864857" y="1174100"/>
                  </a:moveTo>
                  <a:cubicBezTo>
                    <a:pt x="878375" y="1174100"/>
                    <a:pt x="889318" y="1185043"/>
                    <a:pt x="889318" y="1198560"/>
                  </a:cubicBezTo>
                  <a:cubicBezTo>
                    <a:pt x="889318" y="1212078"/>
                    <a:pt x="878375" y="1223021"/>
                    <a:pt x="864857" y="1223021"/>
                  </a:cubicBezTo>
                  <a:cubicBezTo>
                    <a:pt x="851339" y="1223021"/>
                    <a:pt x="840397" y="1212078"/>
                    <a:pt x="840397" y="1198560"/>
                  </a:cubicBezTo>
                  <a:cubicBezTo>
                    <a:pt x="840397" y="1185043"/>
                    <a:pt x="851339" y="1174100"/>
                    <a:pt x="864857" y="1174100"/>
                  </a:cubicBezTo>
                  <a:close/>
                  <a:moveTo>
                    <a:pt x="654799" y="1174100"/>
                  </a:moveTo>
                  <a:cubicBezTo>
                    <a:pt x="668316" y="1174100"/>
                    <a:pt x="679259" y="1185043"/>
                    <a:pt x="679259" y="1198560"/>
                  </a:cubicBezTo>
                  <a:cubicBezTo>
                    <a:pt x="679259" y="1212078"/>
                    <a:pt x="668316" y="1223021"/>
                    <a:pt x="654799" y="1223021"/>
                  </a:cubicBezTo>
                  <a:cubicBezTo>
                    <a:pt x="641281" y="1223021"/>
                    <a:pt x="630338" y="1212078"/>
                    <a:pt x="630338" y="1198560"/>
                  </a:cubicBezTo>
                  <a:cubicBezTo>
                    <a:pt x="630338" y="1185043"/>
                    <a:pt x="641281" y="1174100"/>
                    <a:pt x="654799" y="1174100"/>
                  </a:cubicBezTo>
                  <a:close/>
                  <a:moveTo>
                    <a:pt x="444686" y="1174100"/>
                  </a:moveTo>
                  <a:cubicBezTo>
                    <a:pt x="458203" y="1174100"/>
                    <a:pt x="469146" y="1185043"/>
                    <a:pt x="469146" y="1198560"/>
                  </a:cubicBezTo>
                  <a:cubicBezTo>
                    <a:pt x="469146" y="1212078"/>
                    <a:pt x="458203" y="1223021"/>
                    <a:pt x="444686" y="1223021"/>
                  </a:cubicBezTo>
                  <a:cubicBezTo>
                    <a:pt x="431168" y="1223021"/>
                    <a:pt x="420225" y="1212078"/>
                    <a:pt x="420225" y="1198560"/>
                  </a:cubicBezTo>
                  <a:cubicBezTo>
                    <a:pt x="420225" y="1185043"/>
                    <a:pt x="431168" y="1174100"/>
                    <a:pt x="444686" y="1174100"/>
                  </a:cubicBezTo>
                  <a:close/>
                  <a:moveTo>
                    <a:pt x="234573" y="1174100"/>
                  </a:moveTo>
                  <a:cubicBezTo>
                    <a:pt x="248091" y="1174100"/>
                    <a:pt x="259034" y="1185043"/>
                    <a:pt x="259034" y="1198560"/>
                  </a:cubicBezTo>
                  <a:cubicBezTo>
                    <a:pt x="259034" y="1212078"/>
                    <a:pt x="248091" y="1223021"/>
                    <a:pt x="234573" y="1223021"/>
                  </a:cubicBezTo>
                  <a:cubicBezTo>
                    <a:pt x="221055" y="1223021"/>
                    <a:pt x="210113" y="1212078"/>
                    <a:pt x="210113" y="1198560"/>
                  </a:cubicBezTo>
                  <a:cubicBezTo>
                    <a:pt x="210113" y="1185043"/>
                    <a:pt x="221055" y="1174100"/>
                    <a:pt x="234573" y="1174100"/>
                  </a:cubicBezTo>
                  <a:close/>
                  <a:moveTo>
                    <a:pt x="24461" y="1174100"/>
                  </a:moveTo>
                  <a:cubicBezTo>
                    <a:pt x="37978" y="1174100"/>
                    <a:pt x="48921" y="1185043"/>
                    <a:pt x="48921" y="1198560"/>
                  </a:cubicBezTo>
                  <a:cubicBezTo>
                    <a:pt x="48921" y="1212078"/>
                    <a:pt x="37978" y="1223021"/>
                    <a:pt x="24461" y="1223021"/>
                  </a:cubicBezTo>
                  <a:cubicBezTo>
                    <a:pt x="10943" y="1223021"/>
                    <a:pt x="0" y="1212078"/>
                    <a:pt x="0" y="1198560"/>
                  </a:cubicBezTo>
                  <a:cubicBezTo>
                    <a:pt x="0" y="1185043"/>
                    <a:pt x="10943" y="1174100"/>
                    <a:pt x="24461" y="1174100"/>
                  </a:cubicBezTo>
                  <a:close/>
                  <a:moveTo>
                    <a:pt x="1285084" y="974877"/>
                  </a:moveTo>
                  <a:cubicBezTo>
                    <a:pt x="1298601" y="974877"/>
                    <a:pt x="1309544" y="985820"/>
                    <a:pt x="1309544" y="999337"/>
                  </a:cubicBezTo>
                  <a:cubicBezTo>
                    <a:pt x="1309544" y="1012855"/>
                    <a:pt x="1298601" y="1023798"/>
                    <a:pt x="1285084" y="1023798"/>
                  </a:cubicBezTo>
                  <a:cubicBezTo>
                    <a:pt x="1271566" y="1023798"/>
                    <a:pt x="1260623" y="1012855"/>
                    <a:pt x="1260623" y="999337"/>
                  </a:cubicBezTo>
                  <a:cubicBezTo>
                    <a:pt x="1260623" y="985820"/>
                    <a:pt x="1271566" y="974877"/>
                    <a:pt x="1285084" y="974877"/>
                  </a:cubicBezTo>
                  <a:close/>
                  <a:moveTo>
                    <a:pt x="1074969" y="974877"/>
                  </a:moveTo>
                  <a:cubicBezTo>
                    <a:pt x="1088487" y="974877"/>
                    <a:pt x="1099430" y="985820"/>
                    <a:pt x="1099430" y="999337"/>
                  </a:cubicBezTo>
                  <a:cubicBezTo>
                    <a:pt x="1099430" y="1012855"/>
                    <a:pt x="1088487" y="1023798"/>
                    <a:pt x="1074969" y="1023798"/>
                  </a:cubicBezTo>
                  <a:cubicBezTo>
                    <a:pt x="1061453" y="1023798"/>
                    <a:pt x="1050510" y="1012855"/>
                    <a:pt x="1050510" y="999337"/>
                  </a:cubicBezTo>
                  <a:cubicBezTo>
                    <a:pt x="1050510" y="985820"/>
                    <a:pt x="1061453" y="974877"/>
                    <a:pt x="1074969" y="974877"/>
                  </a:cubicBezTo>
                  <a:close/>
                  <a:moveTo>
                    <a:pt x="864857" y="974877"/>
                  </a:moveTo>
                  <a:cubicBezTo>
                    <a:pt x="878375" y="974877"/>
                    <a:pt x="889318" y="985820"/>
                    <a:pt x="889318" y="999337"/>
                  </a:cubicBezTo>
                  <a:cubicBezTo>
                    <a:pt x="889318" y="1012855"/>
                    <a:pt x="878375" y="1023798"/>
                    <a:pt x="864857" y="1023798"/>
                  </a:cubicBezTo>
                  <a:cubicBezTo>
                    <a:pt x="851339" y="1023798"/>
                    <a:pt x="840397" y="1012855"/>
                    <a:pt x="840397" y="999337"/>
                  </a:cubicBezTo>
                  <a:cubicBezTo>
                    <a:pt x="840397" y="985820"/>
                    <a:pt x="851339" y="974877"/>
                    <a:pt x="864857" y="974877"/>
                  </a:cubicBezTo>
                  <a:close/>
                  <a:moveTo>
                    <a:pt x="654799" y="974877"/>
                  </a:moveTo>
                  <a:cubicBezTo>
                    <a:pt x="668316" y="974877"/>
                    <a:pt x="679259" y="985820"/>
                    <a:pt x="679259" y="999337"/>
                  </a:cubicBezTo>
                  <a:cubicBezTo>
                    <a:pt x="679259" y="1012855"/>
                    <a:pt x="668316" y="1023798"/>
                    <a:pt x="654799" y="1023798"/>
                  </a:cubicBezTo>
                  <a:cubicBezTo>
                    <a:pt x="641281" y="1023798"/>
                    <a:pt x="630338" y="1012855"/>
                    <a:pt x="630338" y="999337"/>
                  </a:cubicBezTo>
                  <a:cubicBezTo>
                    <a:pt x="630338" y="985820"/>
                    <a:pt x="641281" y="974877"/>
                    <a:pt x="654799" y="974877"/>
                  </a:cubicBezTo>
                  <a:close/>
                  <a:moveTo>
                    <a:pt x="444686" y="974877"/>
                  </a:moveTo>
                  <a:cubicBezTo>
                    <a:pt x="458203" y="974877"/>
                    <a:pt x="469146" y="985820"/>
                    <a:pt x="469146" y="999337"/>
                  </a:cubicBezTo>
                  <a:cubicBezTo>
                    <a:pt x="469146" y="1012855"/>
                    <a:pt x="458203" y="1023798"/>
                    <a:pt x="444686" y="1023798"/>
                  </a:cubicBezTo>
                  <a:cubicBezTo>
                    <a:pt x="431168" y="1023798"/>
                    <a:pt x="420225" y="1012855"/>
                    <a:pt x="420225" y="999337"/>
                  </a:cubicBezTo>
                  <a:cubicBezTo>
                    <a:pt x="420225" y="985820"/>
                    <a:pt x="431168" y="974877"/>
                    <a:pt x="444686" y="974877"/>
                  </a:cubicBezTo>
                  <a:close/>
                  <a:moveTo>
                    <a:pt x="234573" y="974877"/>
                  </a:moveTo>
                  <a:cubicBezTo>
                    <a:pt x="248091" y="974877"/>
                    <a:pt x="259034" y="985820"/>
                    <a:pt x="259034" y="999337"/>
                  </a:cubicBezTo>
                  <a:cubicBezTo>
                    <a:pt x="259034" y="1012855"/>
                    <a:pt x="248091" y="1023798"/>
                    <a:pt x="234573" y="1023798"/>
                  </a:cubicBezTo>
                  <a:cubicBezTo>
                    <a:pt x="221055" y="1023798"/>
                    <a:pt x="210113" y="1012855"/>
                    <a:pt x="210113" y="999337"/>
                  </a:cubicBezTo>
                  <a:cubicBezTo>
                    <a:pt x="210113" y="985820"/>
                    <a:pt x="221055" y="974877"/>
                    <a:pt x="234573" y="974877"/>
                  </a:cubicBezTo>
                  <a:close/>
                  <a:moveTo>
                    <a:pt x="24461" y="974877"/>
                  </a:moveTo>
                  <a:cubicBezTo>
                    <a:pt x="37978" y="974877"/>
                    <a:pt x="48921" y="985820"/>
                    <a:pt x="48921" y="999337"/>
                  </a:cubicBezTo>
                  <a:cubicBezTo>
                    <a:pt x="48921" y="1012855"/>
                    <a:pt x="37978" y="1023798"/>
                    <a:pt x="24461" y="1023798"/>
                  </a:cubicBezTo>
                  <a:cubicBezTo>
                    <a:pt x="10943" y="1023798"/>
                    <a:pt x="0" y="1012855"/>
                    <a:pt x="0" y="999337"/>
                  </a:cubicBezTo>
                  <a:cubicBezTo>
                    <a:pt x="0" y="985820"/>
                    <a:pt x="10943" y="974877"/>
                    <a:pt x="24461" y="974877"/>
                  </a:cubicBezTo>
                  <a:close/>
                  <a:moveTo>
                    <a:pt x="1285084" y="775599"/>
                  </a:moveTo>
                  <a:cubicBezTo>
                    <a:pt x="1298601" y="775599"/>
                    <a:pt x="1309544" y="786542"/>
                    <a:pt x="1309544" y="800059"/>
                  </a:cubicBezTo>
                  <a:cubicBezTo>
                    <a:pt x="1309544" y="813577"/>
                    <a:pt x="1298601" y="824520"/>
                    <a:pt x="1285084" y="824520"/>
                  </a:cubicBezTo>
                  <a:cubicBezTo>
                    <a:pt x="1271566" y="824520"/>
                    <a:pt x="1260623" y="813577"/>
                    <a:pt x="1260623" y="800059"/>
                  </a:cubicBezTo>
                  <a:cubicBezTo>
                    <a:pt x="1260623" y="786542"/>
                    <a:pt x="1271566" y="775599"/>
                    <a:pt x="1285084" y="775599"/>
                  </a:cubicBezTo>
                  <a:close/>
                  <a:moveTo>
                    <a:pt x="1074969" y="775599"/>
                  </a:moveTo>
                  <a:cubicBezTo>
                    <a:pt x="1088487" y="775599"/>
                    <a:pt x="1099430" y="786542"/>
                    <a:pt x="1099430" y="800059"/>
                  </a:cubicBezTo>
                  <a:cubicBezTo>
                    <a:pt x="1099430" y="813577"/>
                    <a:pt x="1088487" y="824520"/>
                    <a:pt x="1074969" y="824520"/>
                  </a:cubicBezTo>
                  <a:cubicBezTo>
                    <a:pt x="1061453" y="824520"/>
                    <a:pt x="1050510" y="813577"/>
                    <a:pt x="1050510" y="800059"/>
                  </a:cubicBezTo>
                  <a:cubicBezTo>
                    <a:pt x="1050510" y="786542"/>
                    <a:pt x="1061453" y="775599"/>
                    <a:pt x="1074969" y="775599"/>
                  </a:cubicBezTo>
                  <a:close/>
                  <a:moveTo>
                    <a:pt x="864857" y="775599"/>
                  </a:moveTo>
                  <a:cubicBezTo>
                    <a:pt x="878375" y="775599"/>
                    <a:pt x="889318" y="786542"/>
                    <a:pt x="889318" y="800059"/>
                  </a:cubicBezTo>
                  <a:cubicBezTo>
                    <a:pt x="889318" y="813577"/>
                    <a:pt x="878375" y="824520"/>
                    <a:pt x="864857" y="824520"/>
                  </a:cubicBezTo>
                  <a:cubicBezTo>
                    <a:pt x="851339" y="824520"/>
                    <a:pt x="840397" y="813577"/>
                    <a:pt x="840397" y="800059"/>
                  </a:cubicBezTo>
                  <a:cubicBezTo>
                    <a:pt x="840397" y="786542"/>
                    <a:pt x="851339" y="775599"/>
                    <a:pt x="864857" y="775599"/>
                  </a:cubicBezTo>
                  <a:close/>
                  <a:moveTo>
                    <a:pt x="654799" y="775599"/>
                  </a:moveTo>
                  <a:cubicBezTo>
                    <a:pt x="668316" y="775599"/>
                    <a:pt x="679259" y="786542"/>
                    <a:pt x="679259" y="800059"/>
                  </a:cubicBezTo>
                  <a:cubicBezTo>
                    <a:pt x="679259" y="813577"/>
                    <a:pt x="668316" y="824520"/>
                    <a:pt x="654799" y="824520"/>
                  </a:cubicBezTo>
                  <a:cubicBezTo>
                    <a:pt x="641281" y="824520"/>
                    <a:pt x="630338" y="813577"/>
                    <a:pt x="630338" y="800059"/>
                  </a:cubicBezTo>
                  <a:cubicBezTo>
                    <a:pt x="630338" y="786542"/>
                    <a:pt x="641281" y="775599"/>
                    <a:pt x="654799" y="775599"/>
                  </a:cubicBezTo>
                  <a:close/>
                  <a:moveTo>
                    <a:pt x="444686" y="775599"/>
                  </a:moveTo>
                  <a:cubicBezTo>
                    <a:pt x="458203" y="775599"/>
                    <a:pt x="469146" y="786542"/>
                    <a:pt x="469146" y="800059"/>
                  </a:cubicBezTo>
                  <a:cubicBezTo>
                    <a:pt x="469146" y="813577"/>
                    <a:pt x="458203" y="824520"/>
                    <a:pt x="444686" y="824520"/>
                  </a:cubicBezTo>
                  <a:cubicBezTo>
                    <a:pt x="431168" y="824520"/>
                    <a:pt x="420225" y="813577"/>
                    <a:pt x="420225" y="800059"/>
                  </a:cubicBezTo>
                  <a:cubicBezTo>
                    <a:pt x="420225" y="786542"/>
                    <a:pt x="431168" y="775599"/>
                    <a:pt x="444686" y="775599"/>
                  </a:cubicBezTo>
                  <a:close/>
                  <a:moveTo>
                    <a:pt x="234573" y="775599"/>
                  </a:moveTo>
                  <a:cubicBezTo>
                    <a:pt x="248091" y="775599"/>
                    <a:pt x="259034" y="786542"/>
                    <a:pt x="259034" y="800059"/>
                  </a:cubicBezTo>
                  <a:cubicBezTo>
                    <a:pt x="259034" y="813577"/>
                    <a:pt x="248091" y="824520"/>
                    <a:pt x="234573" y="824520"/>
                  </a:cubicBezTo>
                  <a:cubicBezTo>
                    <a:pt x="221055" y="824520"/>
                    <a:pt x="210113" y="813577"/>
                    <a:pt x="210113" y="800059"/>
                  </a:cubicBezTo>
                  <a:cubicBezTo>
                    <a:pt x="210113" y="786542"/>
                    <a:pt x="221055" y="775599"/>
                    <a:pt x="234573" y="775599"/>
                  </a:cubicBezTo>
                  <a:close/>
                  <a:moveTo>
                    <a:pt x="24461" y="775599"/>
                  </a:moveTo>
                  <a:cubicBezTo>
                    <a:pt x="37978" y="775599"/>
                    <a:pt x="48921" y="786542"/>
                    <a:pt x="48921" y="800059"/>
                  </a:cubicBezTo>
                  <a:cubicBezTo>
                    <a:pt x="48921" y="813577"/>
                    <a:pt x="37978" y="824520"/>
                    <a:pt x="24461" y="824520"/>
                  </a:cubicBezTo>
                  <a:cubicBezTo>
                    <a:pt x="10943" y="824520"/>
                    <a:pt x="0" y="813577"/>
                    <a:pt x="0" y="800059"/>
                  </a:cubicBezTo>
                  <a:cubicBezTo>
                    <a:pt x="0" y="786542"/>
                    <a:pt x="10943" y="775599"/>
                    <a:pt x="24461" y="775599"/>
                  </a:cubicBezTo>
                  <a:close/>
                  <a:moveTo>
                    <a:pt x="1285084" y="597779"/>
                  </a:moveTo>
                  <a:cubicBezTo>
                    <a:pt x="1298601" y="597779"/>
                    <a:pt x="1309544" y="608722"/>
                    <a:pt x="1309544" y="622239"/>
                  </a:cubicBezTo>
                  <a:cubicBezTo>
                    <a:pt x="1309544" y="635757"/>
                    <a:pt x="1298601" y="646700"/>
                    <a:pt x="1285084" y="646700"/>
                  </a:cubicBezTo>
                  <a:cubicBezTo>
                    <a:pt x="1271566" y="646700"/>
                    <a:pt x="1260623" y="635757"/>
                    <a:pt x="1260623" y="622239"/>
                  </a:cubicBezTo>
                  <a:cubicBezTo>
                    <a:pt x="1260623" y="608722"/>
                    <a:pt x="1271566" y="597779"/>
                    <a:pt x="1285084" y="597779"/>
                  </a:cubicBezTo>
                  <a:close/>
                  <a:moveTo>
                    <a:pt x="1074969" y="597779"/>
                  </a:moveTo>
                  <a:cubicBezTo>
                    <a:pt x="1088487" y="597779"/>
                    <a:pt x="1099430" y="608722"/>
                    <a:pt x="1099430" y="622239"/>
                  </a:cubicBezTo>
                  <a:cubicBezTo>
                    <a:pt x="1099430" y="635757"/>
                    <a:pt x="1088487" y="646700"/>
                    <a:pt x="1074969" y="646700"/>
                  </a:cubicBezTo>
                  <a:cubicBezTo>
                    <a:pt x="1061453" y="646700"/>
                    <a:pt x="1050510" y="635757"/>
                    <a:pt x="1050510" y="622239"/>
                  </a:cubicBezTo>
                  <a:cubicBezTo>
                    <a:pt x="1050510" y="608722"/>
                    <a:pt x="1061453" y="597779"/>
                    <a:pt x="1074969" y="597779"/>
                  </a:cubicBezTo>
                  <a:close/>
                  <a:moveTo>
                    <a:pt x="864857" y="597779"/>
                  </a:moveTo>
                  <a:cubicBezTo>
                    <a:pt x="878375" y="597779"/>
                    <a:pt x="889318" y="608722"/>
                    <a:pt x="889318" y="622239"/>
                  </a:cubicBezTo>
                  <a:cubicBezTo>
                    <a:pt x="889318" y="635757"/>
                    <a:pt x="878375" y="646700"/>
                    <a:pt x="864857" y="646700"/>
                  </a:cubicBezTo>
                  <a:cubicBezTo>
                    <a:pt x="851339" y="646700"/>
                    <a:pt x="840397" y="635757"/>
                    <a:pt x="840397" y="622239"/>
                  </a:cubicBezTo>
                  <a:cubicBezTo>
                    <a:pt x="840397" y="608722"/>
                    <a:pt x="851339" y="597779"/>
                    <a:pt x="864857" y="597779"/>
                  </a:cubicBezTo>
                  <a:close/>
                  <a:moveTo>
                    <a:pt x="654799" y="597779"/>
                  </a:moveTo>
                  <a:cubicBezTo>
                    <a:pt x="668316" y="597779"/>
                    <a:pt x="679259" y="608722"/>
                    <a:pt x="679259" y="622239"/>
                  </a:cubicBezTo>
                  <a:cubicBezTo>
                    <a:pt x="679259" y="635757"/>
                    <a:pt x="668316" y="646700"/>
                    <a:pt x="654799" y="646700"/>
                  </a:cubicBezTo>
                  <a:cubicBezTo>
                    <a:pt x="641281" y="646700"/>
                    <a:pt x="630338" y="635757"/>
                    <a:pt x="630338" y="622239"/>
                  </a:cubicBezTo>
                  <a:cubicBezTo>
                    <a:pt x="630338" y="608722"/>
                    <a:pt x="641281" y="597779"/>
                    <a:pt x="654799" y="597779"/>
                  </a:cubicBezTo>
                  <a:close/>
                  <a:moveTo>
                    <a:pt x="444686" y="597779"/>
                  </a:moveTo>
                  <a:cubicBezTo>
                    <a:pt x="458203" y="597779"/>
                    <a:pt x="469146" y="608722"/>
                    <a:pt x="469146" y="622239"/>
                  </a:cubicBezTo>
                  <a:cubicBezTo>
                    <a:pt x="469146" y="635757"/>
                    <a:pt x="458203" y="646700"/>
                    <a:pt x="444686" y="646700"/>
                  </a:cubicBezTo>
                  <a:cubicBezTo>
                    <a:pt x="431168" y="646700"/>
                    <a:pt x="420225" y="635757"/>
                    <a:pt x="420225" y="622239"/>
                  </a:cubicBezTo>
                  <a:cubicBezTo>
                    <a:pt x="420225" y="608722"/>
                    <a:pt x="431168" y="597779"/>
                    <a:pt x="444686" y="597779"/>
                  </a:cubicBezTo>
                  <a:close/>
                  <a:moveTo>
                    <a:pt x="234573" y="597779"/>
                  </a:moveTo>
                  <a:cubicBezTo>
                    <a:pt x="248091" y="597779"/>
                    <a:pt x="259034" y="608722"/>
                    <a:pt x="259034" y="622239"/>
                  </a:cubicBezTo>
                  <a:cubicBezTo>
                    <a:pt x="259034" y="635757"/>
                    <a:pt x="248091" y="646700"/>
                    <a:pt x="234573" y="646700"/>
                  </a:cubicBezTo>
                  <a:cubicBezTo>
                    <a:pt x="221055" y="646700"/>
                    <a:pt x="210113" y="635757"/>
                    <a:pt x="210113" y="622239"/>
                  </a:cubicBezTo>
                  <a:cubicBezTo>
                    <a:pt x="210113" y="608722"/>
                    <a:pt x="221055" y="597779"/>
                    <a:pt x="234573" y="597779"/>
                  </a:cubicBezTo>
                  <a:close/>
                  <a:moveTo>
                    <a:pt x="24461" y="597779"/>
                  </a:moveTo>
                  <a:cubicBezTo>
                    <a:pt x="37978" y="597779"/>
                    <a:pt x="48921" y="608722"/>
                    <a:pt x="48921" y="622239"/>
                  </a:cubicBezTo>
                  <a:cubicBezTo>
                    <a:pt x="48921" y="635757"/>
                    <a:pt x="37978" y="646700"/>
                    <a:pt x="24461" y="646700"/>
                  </a:cubicBezTo>
                  <a:cubicBezTo>
                    <a:pt x="10943" y="646700"/>
                    <a:pt x="0" y="635757"/>
                    <a:pt x="0" y="622239"/>
                  </a:cubicBezTo>
                  <a:cubicBezTo>
                    <a:pt x="0" y="608722"/>
                    <a:pt x="10943" y="597779"/>
                    <a:pt x="24461" y="597779"/>
                  </a:cubicBezTo>
                  <a:close/>
                  <a:moveTo>
                    <a:pt x="1285084" y="398501"/>
                  </a:moveTo>
                  <a:cubicBezTo>
                    <a:pt x="1298601" y="398501"/>
                    <a:pt x="1309544" y="409444"/>
                    <a:pt x="1309544" y="422961"/>
                  </a:cubicBezTo>
                  <a:cubicBezTo>
                    <a:pt x="1309544" y="436479"/>
                    <a:pt x="1298601" y="447422"/>
                    <a:pt x="1285084" y="447422"/>
                  </a:cubicBezTo>
                  <a:cubicBezTo>
                    <a:pt x="1271566" y="447422"/>
                    <a:pt x="1260623" y="436479"/>
                    <a:pt x="1260623" y="422961"/>
                  </a:cubicBezTo>
                  <a:cubicBezTo>
                    <a:pt x="1260623" y="409444"/>
                    <a:pt x="1271566" y="398501"/>
                    <a:pt x="1285084" y="398501"/>
                  </a:cubicBezTo>
                  <a:close/>
                  <a:moveTo>
                    <a:pt x="1074969" y="398501"/>
                  </a:moveTo>
                  <a:cubicBezTo>
                    <a:pt x="1088487" y="398501"/>
                    <a:pt x="1099430" y="409444"/>
                    <a:pt x="1099430" y="422961"/>
                  </a:cubicBezTo>
                  <a:cubicBezTo>
                    <a:pt x="1099430" y="436479"/>
                    <a:pt x="1088487" y="447422"/>
                    <a:pt x="1074969" y="447422"/>
                  </a:cubicBezTo>
                  <a:cubicBezTo>
                    <a:pt x="1061453" y="447422"/>
                    <a:pt x="1050510" y="436479"/>
                    <a:pt x="1050510" y="422961"/>
                  </a:cubicBezTo>
                  <a:cubicBezTo>
                    <a:pt x="1050510" y="409444"/>
                    <a:pt x="1061453" y="398501"/>
                    <a:pt x="1074969" y="398501"/>
                  </a:cubicBezTo>
                  <a:close/>
                  <a:moveTo>
                    <a:pt x="864857" y="398501"/>
                  </a:moveTo>
                  <a:cubicBezTo>
                    <a:pt x="878375" y="398501"/>
                    <a:pt x="889318" y="409444"/>
                    <a:pt x="889318" y="422961"/>
                  </a:cubicBezTo>
                  <a:cubicBezTo>
                    <a:pt x="889318" y="436479"/>
                    <a:pt x="878375" y="447422"/>
                    <a:pt x="864857" y="447422"/>
                  </a:cubicBezTo>
                  <a:cubicBezTo>
                    <a:pt x="851339" y="447422"/>
                    <a:pt x="840397" y="436479"/>
                    <a:pt x="840397" y="422961"/>
                  </a:cubicBezTo>
                  <a:cubicBezTo>
                    <a:pt x="840397" y="409444"/>
                    <a:pt x="851339" y="398501"/>
                    <a:pt x="864857" y="398501"/>
                  </a:cubicBezTo>
                  <a:close/>
                  <a:moveTo>
                    <a:pt x="654799" y="398501"/>
                  </a:moveTo>
                  <a:cubicBezTo>
                    <a:pt x="668316" y="398501"/>
                    <a:pt x="679259" y="409444"/>
                    <a:pt x="679259" y="422961"/>
                  </a:cubicBezTo>
                  <a:cubicBezTo>
                    <a:pt x="679259" y="436479"/>
                    <a:pt x="668316" y="447422"/>
                    <a:pt x="654799" y="447422"/>
                  </a:cubicBezTo>
                  <a:cubicBezTo>
                    <a:pt x="641281" y="447422"/>
                    <a:pt x="630338" y="436479"/>
                    <a:pt x="630338" y="422961"/>
                  </a:cubicBezTo>
                  <a:cubicBezTo>
                    <a:pt x="630338" y="409444"/>
                    <a:pt x="641281" y="398501"/>
                    <a:pt x="654799" y="398501"/>
                  </a:cubicBezTo>
                  <a:close/>
                  <a:moveTo>
                    <a:pt x="444686" y="398501"/>
                  </a:moveTo>
                  <a:cubicBezTo>
                    <a:pt x="458203" y="398501"/>
                    <a:pt x="469146" y="409444"/>
                    <a:pt x="469146" y="422961"/>
                  </a:cubicBezTo>
                  <a:cubicBezTo>
                    <a:pt x="469146" y="436479"/>
                    <a:pt x="458203" y="447422"/>
                    <a:pt x="444686" y="447422"/>
                  </a:cubicBezTo>
                  <a:cubicBezTo>
                    <a:pt x="431168" y="447422"/>
                    <a:pt x="420225" y="436479"/>
                    <a:pt x="420225" y="422961"/>
                  </a:cubicBezTo>
                  <a:cubicBezTo>
                    <a:pt x="420225" y="409444"/>
                    <a:pt x="431168" y="398501"/>
                    <a:pt x="444686" y="398501"/>
                  </a:cubicBezTo>
                  <a:close/>
                  <a:moveTo>
                    <a:pt x="234573" y="398501"/>
                  </a:moveTo>
                  <a:cubicBezTo>
                    <a:pt x="248091" y="398501"/>
                    <a:pt x="259034" y="409444"/>
                    <a:pt x="259034" y="422961"/>
                  </a:cubicBezTo>
                  <a:cubicBezTo>
                    <a:pt x="259034" y="436479"/>
                    <a:pt x="248091" y="447422"/>
                    <a:pt x="234573" y="447422"/>
                  </a:cubicBezTo>
                  <a:cubicBezTo>
                    <a:pt x="221055" y="447422"/>
                    <a:pt x="210113" y="436479"/>
                    <a:pt x="210113" y="422961"/>
                  </a:cubicBezTo>
                  <a:cubicBezTo>
                    <a:pt x="210113" y="409444"/>
                    <a:pt x="221055" y="398501"/>
                    <a:pt x="234573" y="398501"/>
                  </a:cubicBezTo>
                  <a:close/>
                  <a:moveTo>
                    <a:pt x="24461" y="398501"/>
                  </a:moveTo>
                  <a:cubicBezTo>
                    <a:pt x="37978" y="398501"/>
                    <a:pt x="48921" y="409444"/>
                    <a:pt x="48921" y="422961"/>
                  </a:cubicBezTo>
                  <a:cubicBezTo>
                    <a:pt x="48921" y="436479"/>
                    <a:pt x="37978" y="447422"/>
                    <a:pt x="24461" y="447422"/>
                  </a:cubicBezTo>
                  <a:cubicBezTo>
                    <a:pt x="10943" y="447422"/>
                    <a:pt x="0" y="436479"/>
                    <a:pt x="0" y="422961"/>
                  </a:cubicBezTo>
                  <a:cubicBezTo>
                    <a:pt x="0" y="409444"/>
                    <a:pt x="10943" y="398501"/>
                    <a:pt x="24461" y="398501"/>
                  </a:cubicBezTo>
                  <a:close/>
                  <a:moveTo>
                    <a:pt x="1285084" y="199224"/>
                  </a:moveTo>
                  <a:cubicBezTo>
                    <a:pt x="1298601" y="199278"/>
                    <a:pt x="1309544" y="210221"/>
                    <a:pt x="1309544" y="223685"/>
                  </a:cubicBezTo>
                  <a:cubicBezTo>
                    <a:pt x="1309544" y="237202"/>
                    <a:pt x="1298601" y="248145"/>
                    <a:pt x="1285084" y="248145"/>
                  </a:cubicBezTo>
                  <a:cubicBezTo>
                    <a:pt x="1271566" y="248145"/>
                    <a:pt x="1260623" y="237202"/>
                    <a:pt x="1260623" y="223685"/>
                  </a:cubicBezTo>
                  <a:cubicBezTo>
                    <a:pt x="1260623" y="210167"/>
                    <a:pt x="1271566" y="199224"/>
                    <a:pt x="1285084" y="199224"/>
                  </a:cubicBezTo>
                  <a:close/>
                  <a:moveTo>
                    <a:pt x="1074969" y="199224"/>
                  </a:moveTo>
                  <a:cubicBezTo>
                    <a:pt x="1088487" y="199224"/>
                    <a:pt x="1099430" y="210221"/>
                    <a:pt x="1099430" y="223685"/>
                  </a:cubicBezTo>
                  <a:cubicBezTo>
                    <a:pt x="1099430" y="237202"/>
                    <a:pt x="1088487" y="248145"/>
                    <a:pt x="1074969" y="248145"/>
                  </a:cubicBezTo>
                  <a:cubicBezTo>
                    <a:pt x="1061453" y="248145"/>
                    <a:pt x="1050510" y="237202"/>
                    <a:pt x="1050510" y="223685"/>
                  </a:cubicBezTo>
                  <a:cubicBezTo>
                    <a:pt x="1050510" y="210167"/>
                    <a:pt x="1061453" y="199224"/>
                    <a:pt x="1074969" y="199224"/>
                  </a:cubicBezTo>
                  <a:close/>
                  <a:moveTo>
                    <a:pt x="864857" y="199224"/>
                  </a:moveTo>
                  <a:cubicBezTo>
                    <a:pt x="878375" y="199278"/>
                    <a:pt x="889318" y="210221"/>
                    <a:pt x="889318" y="223685"/>
                  </a:cubicBezTo>
                  <a:cubicBezTo>
                    <a:pt x="889318" y="237202"/>
                    <a:pt x="878375" y="248145"/>
                    <a:pt x="864857" y="248145"/>
                  </a:cubicBezTo>
                  <a:cubicBezTo>
                    <a:pt x="851339" y="248145"/>
                    <a:pt x="840397" y="237202"/>
                    <a:pt x="840397" y="223685"/>
                  </a:cubicBezTo>
                  <a:cubicBezTo>
                    <a:pt x="840397" y="210167"/>
                    <a:pt x="851339" y="199224"/>
                    <a:pt x="864857" y="199224"/>
                  </a:cubicBezTo>
                  <a:close/>
                  <a:moveTo>
                    <a:pt x="654799" y="199224"/>
                  </a:moveTo>
                  <a:cubicBezTo>
                    <a:pt x="668316" y="199278"/>
                    <a:pt x="679259" y="210221"/>
                    <a:pt x="679259" y="223685"/>
                  </a:cubicBezTo>
                  <a:cubicBezTo>
                    <a:pt x="679259" y="237202"/>
                    <a:pt x="668316" y="248145"/>
                    <a:pt x="654799" y="248145"/>
                  </a:cubicBezTo>
                  <a:cubicBezTo>
                    <a:pt x="641281" y="248145"/>
                    <a:pt x="630338" y="237202"/>
                    <a:pt x="630338" y="223685"/>
                  </a:cubicBezTo>
                  <a:cubicBezTo>
                    <a:pt x="630338" y="210167"/>
                    <a:pt x="641281" y="199224"/>
                    <a:pt x="654799" y="199224"/>
                  </a:cubicBezTo>
                  <a:close/>
                  <a:moveTo>
                    <a:pt x="444686" y="199224"/>
                  </a:moveTo>
                  <a:cubicBezTo>
                    <a:pt x="458203" y="199278"/>
                    <a:pt x="469146" y="210221"/>
                    <a:pt x="469146" y="223685"/>
                  </a:cubicBezTo>
                  <a:cubicBezTo>
                    <a:pt x="469146" y="237202"/>
                    <a:pt x="458203" y="248145"/>
                    <a:pt x="444686" y="248145"/>
                  </a:cubicBezTo>
                  <a:cubicBezTo>
                    <a:pt x="431168" y="248145"/>
                    <a:pt x="420225" y="237202"/>
                    <a:pt x="420225" y="223685"/>
                  </a:cubicBezTo>
                  <a:cubicBezTo>
                    <a:pt x="420225" y="210167"/>
                    <a:pt x="431168" y="199224"/>
                    <a:pt x="444686" y="199224"/>
                  </a:cubicBezTo>
                  <a:close/>
                  <a:moveTo>
                    <a:pt x="234573" y="199224"/>
                  </a:moveTo>
                  <a:cubicBezTo>
                    <a:pt x="248091" y="199278"/>
                    <a:pt x="259034" y="210221"/>
                    <a:pt x="259034" y="223685"/>
                  </a:cubicBezTo>
                  <a:cubicBezTo>
                    <a:pt x="259034" y="237202"/>
                    <a:pt x="248091" y="248145"/>
                    <a:pt x="234573" y="248145"/>
                  </a:cubicBezTo>
                  <a:cubicBezTo>
                    <a:pt x="221055" y="248145"/>
                    <a:pt x="210113" y="237202"/>
                    <a:pt x="210113" y="223685"/>
                  </a:cubicBezTo>
                  <a:cubicBezTo>
                    <a:pt x="210113" y="210167"/>
                    <a:pt x="221055" y="199224"/>
                    <a:pt x="234573" y="199224"/>
                  </a:cubicBezTo>
                  <a:close/>
                  <a:moveTo>
                    <a:pt x="24461" y="199224"/>
                  </a:moveTo>
                  <a:cubicBezTo>
                    <a:pt x="37978" y="199278"/>
                    <a:pt x="48921" y="210221"/>
                    <a:pt x="48921" y="223685"/>
                  </a:cubicBezTo>
                  <a:cubicBezTo>
                    <a:pt x="48921" y="237202"/>
                    <a:pt x="37978" y="248145"/>
                    <a:pt x="24461" y="248145"/>
                  </a:cubicBezTo>
                  <a:cubicBezTo>
                    <a:pt x="10943" y="248145"/>
                    <a:pt x="0" y="237202"/>
                    <a:pt x="0" y="223685"/>
                  </a:cubicBezTo>
                  <a:cubicBezTo>
                    <a:pt x="0" y="210167"/>
                    <a:pt x="10943" y="199224"/>
                    <a:pt x="24461" y="199224"/>
                  </a:cubicBezTo>
                  <a:close/>
                  <a:moveTo>
                    <a:pt x="1285084" y="0"/>
                  </a:moveTo>
                  <a:cubicBezTo>
                    <a:pt x="1298601" y="0"/>
                    <a:pt x="1309544" y="10943"/>
                    <a:pt x="1309544" y="24460"/>
                  </a:cubicBezTo>
                  <a:cubicBezTo>
                    <a:pt x="1309544" y="37978"/>
                    <a:pt x="1298601" y="48921"/>
                    <a:pt x="1285084" y="48921"/>
                  </a:cubicBezTo>
                  <a:cubicBezTo>
                    <a:pt x="1271566" y="48921"/>
                    <a:pt x="1260623" y="37978"/>
                    <a:pt x="1260623" y="24460"/>
                  </a:cubicBezTo>
                  <a:cubicBezTo>
                    <a:pt x="1260623" y="10943"/>
                    <a:pt x="1271566" y="0"/>
                    <a:pt x="1285084" y="0"/>
                  </a:cubicBezTo>
                  <a:close/>
                  <a:moveTo>
                    <a:pt x="1074969" y="0"/>
                  </a:moveTo>
                  <a:cubicBezTo>
                    <a:pt x="1088487" y="0"/>
                    <a:pt x="1099430" y="10943"/>
                    <a:pt x="1099430" y="24460"/>
                  </a:cubicBezTo>
                  <a:cubicBezTo>
                    <a:pt x="1099430" y="37978"/>
                    <a:pt x="1088487" y="48921"/>
                    <a:pt x="1074969" y="48921"/>
                  </a:cubicBezTo>
                  <a:cubicBezTo>
                    <a:pt x="1061453" y="48921"/>
                    <a:pt x="1050510" y="37978"/>
                    <a:pt x="1050510" y="24460"/>
                  </a:cubicBezTo>
                  <a:cubicBezTo>
                    <a:pt x="1050510" y="10943"/>
                    <a:pt x="1061453" y="0"/>
                    <a:pt x="1074969" y="0"/>
                  </a:cubicBezTo>
                  <a:close/>
                  <a:moveTo>
                    <a:pt x="864857" y="0"/>
                  </a:moveTo>
                  <a:cubicBezTo>
                    <a:pt x="878375" y="0"/>
                    <a:pt x="889318" y="10943"/>
                    <a:pt x="889318" y="24460"/>
                  </a:cubicBezTo>
                  <a:cubicBezTo>
                    <a:pt x="889318" y="37978"/>
                    <a:pt x="878375" y="48921"/>
                    <a:pt x="864857" y="48921"/>
                  </a:cubicBezTo>
                  <a:cubicBezTo>
                    <a:pt x="851339" y="48921"/>
                    <a:pt x="840397" y="37978"/>
                    <a:pt x="840397" y="24460"/>
                  </a:cubicBezTo>
                  <a:cubicBezTo>
                    <a:pt x="840397" y="10943"/>
                    <a:pt x="851339" y="0"/>
                    <a:pt x="864857" y="0"/>
                  </a:cubicBezTo>
                  <a:close/>
                  <a:moveTo>
                    <a:pt x="654799" y="0"/>
                  </a:moveTo>
                  <a:cubicBezTo>
                    <a:pt x="668316" y="0"/>
                    <a:pt x="679259" y="10943"/>
                    <a:pt x="679259" y="24460"/>
                  </a:cubicBezTo>
                  <a:cubicBezTo>
                    <a:pt x="679259" y="37978"/>
                    <a:pt x="668316" y="48921"/>
                    <a:pt x="654799" y="48921"/>
                  </a:cubicBezTo>
                  <a:cubicBezTo>
                    <a:pt x="641281" y="48921"/>
                    <a:pt x="630338" y="37978"/>
                    <a:pt x="630338" y="24460"/>
                  </a:cubicBezTo>
                  <a:cubicBezTo>
                    <a:pt x="630338" y="10943"/>
                    <a:pt x="641281" y="0"/>
                    <a:pt x="654799" y="0"/>
                  </a:cubicBezTo>
                  <a:close/>
                  <a:moveTo>
                    <a:pt x="444686" y="0"/>
                  </a:moveTo>
                  <a:cubicBezTo>
                    <a:pt x="458203" y="0"/>
                    <a:pt x="469146" y="10943"/>
                    <a:pt x="469146" y="24460"/>
                  </a:cubicBezTo>
                  <a:cubicBezTo>
                    <a:pt x="469146" y="37978"/>
                    <a:pt x="458203" y="48921"/>
                    <a:pt x="444686" y="48921"/>
                  </a:cubicBezTo>
                  <a:cubicBezTo>
                    <a:pt x="431168" y="48921"/>
                    <a:pt x="420225" y="37978"/>
                    <a:pt x="420225" y="24460"/>
                  </a:cubicBezTo>
                  <a:cubicBezTo>
                    <a:pt x="420225" y="10943"/>
                    <a:pt x="431168" y="0"/>
                    <a:pt x="444686" y="0"/>
                  </a:cubicBezTo>
                  <a:close/>
                  <a:moveTo>
                    <a:pt x="234573" y="0"/>
                  </a:moveTo>
                  <a:cubicBezTo>
                    <a:pt x="248091" y="0"/>
                    <a:pt x="259034" y="10943"/>
                    <a:pt x="259034" y="24460"/>
                  </a:cubicBezTo>
                  <a:cubicBezTo>
                    <a:pt x="259034" y="37978"/>
                    <a:pt x="248091" y="48921"/>
                    <a:pt x="234573" y="48921"/>
                  </a:cubicBezTo>
                  <a:cubicBezTo>
                    <a:pt x="221055" y="48921"/>
                    <a:pt x="210113" y="37978"/>
                    <a:pt x="210113" y="24460"/>
                  </a:cubicBezTo>
                  <a:cubicBezTo>
                    <a:pt x="210113" y="10943"/>
                    <a:pt x="221055" y="0"/>
                    <a:pt x="234573" y="0"/>
                  </a:cubicBezTo>
                  <a:close/>
                  <a:moveTo>
                    <a:pt x="24461" y="0"/>
                  </a:moveTo>
                  <a:cubicBezTo>
                    <a:pt x="37978" y="0"/>
                    <a:pt x="48921" y="10943"/>
                    <a:pt x="48921" y="24460"/>
                  </a:cubicBezTo>
                  <a:cubicBezTo>
                    <a:pt x="48921" y="37978"/>
                    <a:pt x="37978" y="48921"/>
                    <a:pt x="24461" y="48921"/>
                  </a:cubicBezTo>
                  <a:cubicBezTo>
                    <a:pt x="10943" y="48921"/>
                    <a:pt x="0" y="37978"/>
                    <a:pt x="0" y="24460"/>
                  </a:cubicBezTo>
                  <a:cubicBezTo>
                    <a:pt x="0" y="10943"/>
                    <a:pt x="10943" y="0"/>
                    <a:pt x="24461" y="0"/>
                  </a:cubicBezTo>
                  <a:close/>
                </a:path>
              </a:pathLst>
            </a:custGeom>
            <a:solidFill>
              <a:schemeClr val="tx1"/>
            </a:solidFill>
            <a:ln w="5360" cap="flat">
              <a:noFill/>
              <a:prstDash val="solid"/>
              <a:miter/>
            </a:ln>
          </p:spPr>
          <p:txBody>
            <a:bodyPr rtlCol="0" anchor="ctr"/>
            <a:lstStyle/>
            <a:p>
              <a:endParaRPr lang="zh-CN" altLang="en-US"/>
            </a:p>
          </p:txBody>
        </p:sp>
        <p:sp>
          <p:nvSpPr>
            <p:cNvPr id="31" name="任意多边形: 形状 30"/>
            <p:cNvSpPr/>
            <p:nvPr/>
          </p:nvSpPr>
          <p:spPr>
            <a:xfrm>
              <a:off x="0" y="4246677"/>
              <a:ext cx="2540000" cy="2611323"/>
            </a:xfrm>
            <a:custGeom>
              <a:avLst/>
              <a:gdLst>
                <a:gd name="connsiteX0" fmla="*/ 1565300 w 2148799"/>
                <a:gd name="connsiteY0" fmla="*/ 0 h 2209137"/>
                <a:gd name="connsiteX1" fmla="*/ 1978391 w 2148799"/>
                <a:gd name="connsiteY1" fmla="*/ 170408 h 2209137"/>
                <a:gd name="connsiteX2" fmla="*/ 1978391 w 2148799"/>
                <a:gd name="connsiteY2" fmla="*/ 996590 h 2209137"/>
                <a:gd name="connsiteX3" fmla="*/ 765844 w 2148799"/>
                <a:gd name="connsiteY3" fmla="*/ 2209137 h 2209137"/>
                <a:gd name="connsiteX4" fmla="*/ 0 w 2148799"/>
                <a:gd name="connsiteY4" fmla="*/ 2209137 h 2209137"/>
                <a:gd name="connsiteX5" fmla="*/ 0 w 2148799"/>
                <a:gd name="connsiteY5" fmla="*/ 1322618 h 2209137"/>
                <a:gd name="connsiteX6" fmla="*/ 1152209 w 2148799"/>
                <a:gd name="connsiteY6" fmla="*/ 170408 h 2209137"/>
                <a:gd name="connsiteX7" fmla="*/ 1565300 w 2148799"/>
                <a:gd name="connsiteY7" fmla="*/ 0 h 220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48799" h="2209137">
                  <a:moveTo>
                    <a:pt x="1565300" y="0"/>
                  </a:moveTo>
                  <a:cubicBezTo>
                    <a:pt x="1715043" y="0"/>
                    <a:pt x="1864785" y="56803"/>
                    <a:pt x="1978391" y="170408"/>
                  </a:cubicBezTo>
                  <a:cubicBezTo>
                    <a:pt x="2205602" y="397620"/>
                    <a:pt x="2205602" y="769379"/>
                    <a:pt x="1978391" y="996590"/>
                  </a:cubicBezTo>
                  <a:lnTo>
                    <a:pt x="765844" y="2209137"/>
                  </a:lnTo>
                  <a:lnTo>
                    <a:pt x="0" y="2209137"/>
                  </a:lnTo>
                  <a:lnTo>
                    <a:pt x="0" y="1322618"/>
                  </a:lnTo>
                  <a:lnTo>
                    <a:pt x="1152209" y="170408"/>
                  </a:lnTo>
                  <a:cubicBezTo>
                    <a:pt x="1265815" y="56803"/>
                    <a:pt x="1415558" y="0"/>
                    <a:pt x="1565300" y="0"/>
                  </a:cubicBezTo>
                  <a:close/>
                </a:path>
              </a:pathLst>
            </a:custGeom>
            <a:gradFill flip="none" rotWithShape="1">
              <a:gsLst>
                <a:gs pos="0">
                  <a:schemeClr val="accent1">
                    <a:lumMod val="5000"/>
                    <a:lumOff val="95000"/>
                  </a:schemeClr>
                </a:gs>
                <a:gs pos="100000">
                  <a:schemeClr val="accent1">
                    <a:lumMod val="20000"/>
                    <a:lumOff val="80000"/>
                  </a:schemeClr>
                </a:gs>
              </a:gsLst>
              <a:lin ang="8100000" scaled="1"/>
              <a:tileRect/>
            </a:gradFill>
            <a:ln w="4342" cap="flat">
              <a:noFill/>
              <a:prstDash val="solid"/>
              <a:miter/>
            </a:ln>
            <a:effectLst>
              <a:outerShdw blurRad="292100" dist="63500" sx="103000" sy="103000" algn="tl" rotWithShape="0">
                <a:schemeClr val="accent1">
                  <a:lumMod val="50000"/>
                  <a:alpha val="17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zh-CN" altLang="en-US"/>
            </a:p>
          </p:txBody>
        </p:sp>
        <p:sp>
          <p:nvSpPr>
            <p:cNvPr id="32" name="任意多边形: 形状 31"/>
            <p:cNvSpPr/>
            <p:nvPr/>
          </p:nvSpPr>
          <p:spPr>
            <a:xfrm>
              <a:off x="971360" y="1098140"/>
              <a:ext cx="1309598" cy="1422244"/>
            </a:xfrm>
            <a:custGeom>
              <a:avLst/>
              <a:gdLst>
                <a:gd name="connsiteX0" fmla="*/ 1285137 w 1309598"/>
                <a:gd name="connsiteY0" fmla="*/ 1373323 h 1422244"/>
                <a:gd name="connsiteX1" fmla="*/ 1309598 w 1309598"/>
                <a:gd name="connsiteY1" fmla="*/ 1397783 h 1422244"/>
                <a:gd name="connsiteX2" fmla="*/ 1285137 w 1309598"/>
                <a:gd name="connsiteY2" fmla="*/ 1422244 h 1422244"/>
                <a:gd name="connsiteX3" fmla="*/ 1260677 w 1309598"/>
                <a:gd name="connsiteY3" fmla="*/ 1397783 h 1422244"/>
                <a:gd name="connsiteX4" fmla="*/ 1285137 w 1309598"/>
                <a:gd name="connsiteY4" fmla="*/ 1373323 h 1422244"/>
                <a:gd name="connsiteX5" fmla="*/ 1075024 w 1309598"/>
                <a:gd name="connsiteY5" fmla="*/ 1373323 h 1422244"/>
                <a:gd name="connsiteX6" fmla="*/ 1099485 w 1309598"/>
                <a:gd name="connsiteY6" fmla="*/ 1397783 h 1422244"/>
                <a:gd name="connsiteX7" fmla="*/ 1075024 w 1309598"/>
                <a:gd name="connsiteY7" fmla="*/ 1422244 h 1422244"/>
                <a:gd name="connsiteX8" fmla="*/ 1050564 w 1309598"/>
                <a:gd name="connsiteY8" fmla="*/ 1397783 h 1422244"/>
                <a:gd name="connsiteX9" fmla="*/ 1075024 w 1309598"/>
                <a:gd name="connsiteY9" fmla="*/ 1373323 h 1422244"/>
                <a:gd name="connsiteX10" fmla="*/ 864911 w 1309598"/>
                <a:gd name="connsiteY10" fmla="*/ 1373323 h 1422244"/>
                <a:gd name="connsiteX11" fmla="*/ 889372 w 1309598"/>
                <a:gd name="connsiteY11" fmla="*/ 1397783 h 1422244"/>
                <a:gd name="connsiteX12" fmla="*/ 864911 w 1309598"/>
                <a:gd name="connsiteY12" fmla="*/ 1422244 h 1422244"/>
                <a:gd name="connsiteX13" fmla="*/ 840451 w 1309598"/>
                <a:gd name="connsiteY13" fmla="*/ 1397783 h 1422244"/>
                <a:gd name="connsiteX14" fmla="*/ 864911 w 1309598"/>
                <a:gd name="connsiteY14" fmla="*/ 1373323 h 1422244"/>
                <a:gd name="connsiteX15" fmla="*/ 654798 w 1309598"/>
                <a:gd name="connsiteY15" fmla="*/ 1373323 h 1422244"/>
                <a:gd name="connsiteX16" fmla="*/ 679259 w 1309598"/>
                <a:gd name="connsiteY16" fmla="*/ 1397783 h 1422244"/>
                <a:gd name="connsiteX17" fmla="*/ 654798 w 1309598"/>
                <a:gd name="connsiteY17" fmla="*/ 1422244 h 1422244"/>
                <a:gd name="connsiteX18" fmla="*/ 630338 w 1309598"/>
                <a:gd name="connsiteY18" fmla="*/ 1397783 h 1422244"/>
                <a:gd name="connsiteX19" fmla="*/ 654798 w 1309598"/>
                <a:gd name="connsiteY19" fmla="*/ 1373323 h 1422244"/>
                <a:gd name="connsiteX20" fmla="*/ 444685 w 1309598"/>
                <a:gd name="connsiteY20" fmla="*/ 1373323 h 1422244"/>
                <a:gd name="connsiteX21" fmla="*/ 469146 w 1309598"/>
                <a:gd name="connsiteY21" fmla="*/ 1397783 h 1422244"/>
                <a:gd name="connsiteX22" fmla="*/ 444685 w 1309598"/>
                <a:gd name="connsiteY22" fmla="*/ 1422244 h 1422244"/>
                <a:gd name="connsiteX23" fmla="*/ 420225 w 1309598"/>
                <a:gd name="connsiteY23" fmla="*/ 1397783 h 1422244"/>
                <a:gd name="connsiteX24" fmla="*/ 444685 w 1309598"/>
                <a:gd name="connsiteY24" fmla="*/ 1373323 h 1422244"/>
                <a:gd name="connsiteX25" fmla="*/ 234573 w 1309598"/>
                <a:gd name="connsiteY25" fmla="*/ 1373323 h 1422244"/>
                <a:gd name="connsiteX26" fmla="*/ 259034 w 1309598"/>
                <a:gd name="connsiteY26" fmla="*/ 1397783 h 1422244"/>
                <a:gd name="connsiteX27" fmla="*/ 234573 w 1309598"/>
                <a:gd name="connsiteY27" fmla="*/ 1422244 h 1422244"/>
                <a:gd name="connsiteX28" fmla="*/ 210113 w 1309598"/>
                <a:gd name="connsiteY28" fmla="*/ 1397783 h 1422244"/>
                <a:gd name="connsiteX29" fmla="*/ 234573 w 1309598"/>
                <a:gd name="connsiteY29" fmla="*/ 1373323 h 1422244"/>
                <a:gd name="connsiteX30" fmla="*/ 24460 w 1309598"/>
                <a:gd name="connsiteY30" fmla="*/ 1373323 h 1422244"/>
                <a:gd name="connsiteX31" fmla="*/ 48921 w 1309598"/>
                <a:gd name="connsiteY31" fmla="*/ 1397783 h 1422244"/>
                <a:gd name="connsiteX32" fmla="*/ 24460 w 1309598"/>
                <a:gd name="connsiteY32" fmla="*/ 1422244 h 1422244"/>
                <a:gd name="connsiteX33" fmla="*/ 0 w 1309598"/>
                <a:gd name="connsiteY33" fmla="*/ 1397783 h 1422244"/>
                <a:gd name="connsiteX34" fmla="*/ 24460 w 1309598"/>
                <a:gd name="connsiteY34" fmla="*/ 1373323 h 1422244"/>
                <a:gd name="connsiteX35" fmla="*/ 1285137 w 1309598"/>
                <a:gd name="connsiteY35" fmla="*/ 1174099 h 1422244"/>
                <a:gd name="connsiteX36" fmla="*/ 1309598 w 1309598"/>
                <a:gd name="connsiteY36" fmla="*/ 1198559 h 1422244"/>
                <a:gd name="connsiteX37" fmla="*/ 1285137 w 1309598"/>
                <a:gd name="connsiteY37" fmla="*/ 1223020 h 1422244"/>
                <a:gd name="connsiteX38" fmla="*/ 1260677 w 1309598"/>
                <a:gd name="connsiteY38" fmla="*/ 1198559 h 1422244"/>
                <a:gd name="connsiteX39" fmla="*/ 1285137 w 1309598"/>
                <a:gd name="connsiteY39" fmla="*/ 1174099 h 1422244"/>
                <a:gd name="connsiteX40" fmla="*/ 1075024 w 1309598"/>
                <a:gd name="connsiteY40" fmla="*/ 1174099 h 1422244"/>
                <a:gd name="connsiteX41" fmla="*/ 1099485 w 1309598"/>
                <a:gd name="connsiteY41" fmla="*/ 1198559 h 1422244"/>
                <a:gd name="connsiteX42" fmla="*/ 1075024 w 1309598"/>
                <a:gd name="connsiteY42" fmla="*/ 1223020 h 1422244"/>
                <a:gd name="connsiteX43" fmla="*/ 1050564 w 1309598"/>
                <a:gd name="connsiteY43" fmla="*/ 1198559 h 1422244"/>
                <a:gd name="connsiteX44" fmla="*/ 1075024 w 1309598"/>
                <a:gd name="connsiteY44" fmla="*/ 1174099 h 1422244"/>
                <a:gd name="connsiteX45" fmla="*/ 864911 w 1309598"/>
                <a:gd name="connsiteY45" fmla="*/ 1174099 h 1422244"/>
                <a:gd name="connsiteX46" fmla="*/ 889372 w 1309598"/>
                <a:gd name="connsiteY46" fmla="*/ 1198559 h 1422244"/>
                <a:gd name="connsiteX47" fmla="*/ 864911 w 1309598"/>
                <a:gd name="connsiteY47" fmla="*/ 1223020 h 1422244"/>
                <a:gd name="connsiteX48" fmla="*/ 840451 w 1309598"/>
                <a:gd name="connsiteY48" fmla="*/ 1198559 h 1422244"/>
                <a:gd name="connsiteX49" fmla="*/ 864911 w 1309598"/>
                <a:gd name="connsiteY49" fmla="*/ 1174099 h 1422244"/>
                <a:gd name="connsiteX50" fmla="*/ 654798 w 1309598"/>
                <a:gd name="connsiteY50" fmla="*/ 1174099 h 1422244"/>
                <a:gd name="connsiteX51" fmla="*/ 679259 w 1309598"/>
                <a:gd name="connsiteY51" fmla="*/ 1198559 h 1422244"/>
                <a:gd name="connsiteX52" fmla="*/ 654798 w 1309598"/>
                <a:gd name="connsiteY52" fmla="*/ 1223020 h 1422244"/>
                <a:gd name="connsiteX53" fmla="*/ 630338 w 1309598"/>
                <a:gd name="connsiteY53" fmla="*/ 1198559 h 1422244"/>
                <a:gd name="connsiteX54" fmla="*/ 654798 w 1309598"/>
                <a:gd name="connsiteY54" fmla="*/ 1174099 h 1422244"/>
                <a:gd name="connsiteX55" fmla="*/ 444685 w 1309598"/>
                <a:gd name="connsiteY55" fmla="*/ 1174099 h 1422244"/>
                <a:gd name="connsiteX56" fmla="*/ 469146 w 1309598"/>
                <a:gd name="connsiteY56" fmla="*/ 1198559 h 1422244"/>
                <a:gd name="connsiteX57" fmla="*/ 444685 w 1309598"/>
                <a:gd name="connsiteY57" fmla="*/ 1223020 h 1422244"/>
                <a:gd name="connsiteX58" fmla="*/ 420225 w 1309598"/>
                <a:gd name="connsiteY58" fmla="*/ 1198559 h 1422244"/>
                <a:gd name="connsiteX59" fmla="*/ 444685 w 1309598"/>
                <a:gd name="connsiteY59" fmla="*/ 1174099 h 1422244"/>
                <a:gd name="connsiteX60" fmla="*/ 234573 w 1309598"/>
                <a:gd name="connsiteY60" fmla="*/ 1174099 h 1422244"/>
                <a:gd name="connsiteX61" fmla="*/ 259034 w 1309598"/>
                <a:gd name="connsiteY61" fmla="*/ 1198559 h 1422244"/>
                <a:gd name="connsiteX62" fmla="*/ 234573 w 1309598"/>
                <a:gd name="connsiteY62" fmla="*/ 1223020 h 1422244"/>
                <a:gd name="connsiteX63" fmla="*/ 210113 w 1309598"/>
                <a:gd name="connsiteY63" fmla="*/ 1198559 h 1422244"/>
                <a:gd name="connsiteX64" fmla="*/ 234573 w 1309598"/>
                <a:gd name="connsiteY64" fmla="*/ 1174099 h 1422244"/>
                <a:gd name="connsiteX65" fmla="*/ 24514 w 1309598"/>
                <a:gd name="connsiteY65" fmla="*/ 1174099 h 1422244"/>
                <a:gd name="connsiteX66" fmla="*/ 48921 w 1309598"/>
                <a:gd name="connsiteY66" fmla="*/ 1198559 h 1422244"/>
                <a:gd name="connsiteX67" fmla="*/ 24461 w 1309598"/>
                <a:gd name="connsiteY67" fmla="*/ 1223020 h 1422244"/>
                <a:gd name="connsiteX68" fmla="*/ 54 w 1309598"/>
                <a:gd name="connsiteY68" fmla="*/ 1198559 h 1422244"/>
                <a:gd name="connsiteX69" fmla="*/ 24514 w 1309598"/>
                <a:gd name="connsiteY69" fmla="*/ 1174099 h 1422244"/>
                <a:gd name="connsiteX70" fmla="*/ 1285137 w 1309598"/>
                <a:gd name="connsiteY70" fmla="*/ 974822 h 1422244"/>
                <a:gd name="connsiteX71" fmla="*/ 1309598 w 1309598"/>
                <a:gd name="connsiteY71" fmla="*/ 999282 h 1422244"/>
                <a:gd name="connsiteX72" fmla="*/ 1285137 w 1309598"/>
                <a:gd name="connsiteY72" fmla="*/ 1023743 h 1422244"/>
                <a:gd name="connsiteX73" fmla="*/ 1260677 w 1309598"/>
                <a:gd name="connsiteY73" fmla="*/ 999282 h 1422244"/>
                <a:gd name="connsiteX74" fmla="*/ 1285137 w 1309598"/>
                <a:gd name="connsiteY74" fmla="*/ 974822 h 1422244"/>
                <a:gd name="connsiteX75" fmla="*/ 1075024 w 1309598"/>
                <a:gd name="connsiteY75" fmla="*/ 974822 h 1422244"/>
                <a:gd name="connsiteX76" fmla="*/ 1099485 w 1309598"/>
                <a:gd name="connsiteY76" fmla="*/ 999282 h 1422244"/>
                <a:gd name="connsiteX77" fmla="*/ 1075024 w 1309598"/>
                <a:gd name="connsiteY77" fmla="*/ 1023743 h 1422244"/>
                <a:gd name="connsiteX78" fmla="*/ 1050564 w 1309598"/>
                <a:gd name="connsiteY78" fmla="*/ 999282 h 1422244"/>
                <a:gd name="connsiteX79" fmla="*/ 1075024 w 1309598"/>
                <a:gd name="connsiteY79" fmla="*/ 974822 h 1422244"/>
                <a:gd name="connsiteX80" fmla="*/ 864911 w 1309598"/>
                <a:gd name="connsiteY80" fmla="*/ 974822 h 1422244"/>
                <a:gd name="connsiteX81" fmla="*/ 889372 w 1309598"/>
                <a:gd name="connsiteY81" fmla="*/ 999282 h 1422244"/>
                <a:gd name="connsiteX82" fmla="*/ 864911 w 1309598"/>
                <a:gd name="connsiteY82" fmla="*/ 1023743 h 1422244"/>
                <a:gd name="connsiteX83" fmla="*/ 840451 w 1309598"/>
                <a:gd name="connsiteY83" fmla="*/ 999282 h 1422244"/>
                <a:gd name="connsiteX84" fmla="*/ 864911 w 1309598"/>
                <a:gd name="connsiteY84" fmla="*/ 974822 h 1422244"/>
                <a:gd name="connsiteX85" fmla="*/ 654798 w 1309598"/>
                <a:gd name="connsiteY85" fmla="*/ 974822 h 1422244"/>
                <a:gd name="connsiteX86" fmla="*/ 679259 w 1309598"/>
                <a:gd name="connsiteY86" fmla="*/ 999282 h 1422244"/>
                <a:gd name="connsiteX87" fmla="*/ 654798 w 1309598"/>
                <a:gd name="connsiteY87" fmla="*/ 1023743 h 1422244"/>
                <a:gd name="connsiteX88" fmla="*/ 630338 w 1309598"/>
                <a:gd name="connsiteY88" fmla="*/ 999282 h 1422244"/>
                <a:gd name="connsiteX89" fmla="*/ 654798 w 1309598"/>
                <a:gd name="connsiteY89" fmla="*/ 974822 h 1422244"/>
                <a:gd name="connsiteX90" fmla="*/ 444685 w 1309598"/>
                <a:gd name="connsiteY90" fmla="*/ 974822 h 1422244"/>
                <a:gd name="connsiteX91" fmla="*/ 469146 w 1309598"/>
                <a:gd name="connsiteY91" fmla="*/ 999282 h 1422244"/>
                <a:gd name="connsiteX92" fmla="*/ 444685 w 1309598"/>
                <a:gd name="connsiteY92" fmla="*/ 1023743 h 1422244"/>
                <a:gd name="connsiteX93" fmla="*/ 420225 w 1309598"/>
                <a:gd name="connsiteY93" fmla="*/ 999282 h 1422244"/>
                <a:gd name="connsiteX94" fmla="*/ 444685 w 1309598"/>
                <a:gd name="connsiteY94" fmla="*/ 974822 h 1422244"/>
                <a:gd name="connsiteX95" fmla="*/ 234573 w 1309598"/>
                <a:gd name="connsiteY95" fmla="*/ 974822 h 1422244"/>
                <a:gd name="connsiteX96" fmla="*/ 259034 w 1309598"/>
                <a:gd name="connsiteY96" fmla="*/ 999282 h 1422244"/>
                <a:gd name="connsiteX97" fmla="*/ 234573 w 1309598"/>
                <a:gd name="connsiteY97" fmla="*/ 1023743 h 1422244"/>
                <a:gd name="connsiteX98" fmla="*/ 210113 w 1309598"/>
                <a:gd name="connsiteY98" fmla="*/ 999282 h 1422244"/>
                <a:gd name="connsiteX99" fmla="*/ 234573 w 1309598"/>
                <a:gd name="connsiteY99" fmla="*/ 974822 h 1422244"/>
                <a:gd name="connsiteX100" fmla="*/ 24460 w 1309598"/>
                <a:gd name="connsiteY100" fmla="*/ 974822 h 1422244"/>
                <a:gd name="connsiteX101" fmla="*/ 48921 w 1309598"/>
                <a:gd name="connsiteY101" fmla="*/ 999282 h 1422244"/>
                <a:gd name="connsiteX102" fmla="*/ 24460 w 1309598"/>
                <a:gd name="connsiteY102" fmla="*/ 1023743 h 1422244"/>
                <a:gd name="connsiteX103" fmla="*/ 0 w 1309598"/>
                <a:gd name="connsiteY103" fmla="*/ 999282 h 1422244"/>
                <a:gd name="connsiteX104" fmla="*/ 24460 w 1309598"/>
                <a:gd name="connsiteY104" fmla="*/ 974822 h 1422244"/>
                <a:gd name="connsiteX105" fmla="*/ 1285137 w 1309598"/>
                <a:gd name="connsiteY105" fmla="*/ 775598 h 1422244"/>
                <a:gd name="connsiteX106" fmla="*/ 1309598 w 1309598"/>
                <a:gd name="connsiteY106" fmla="*/ 800058 h 1422244"/>
                <a:gd name="connsiteX107" fmla="*/ 1285137 w 1309598"/>
                <a:gd name="connsiteY107" fmla="*/ 824519 h 1422244"/>
                <a:gd name="connsiteX108" fmla="*/ 1260677 w 1309598"/>
                <a:gd name="connsiteY108" fmla="*/ 800058 h 1422244"/>
                <a:gd name="connsiteX109" fmla="*/ 1285137 w 1309598"/>
                <a:gd name="connsiteY109" fmla="*/ 775598 h 1422244"/>
                <a:gd name="connsiteX110" fmla="*/ 1075024 w 1309598"/>
                <a:gd name="connsiteY110" fmla="*/ 775598 h 1422244"/>
                <a:gd name="connsiteX111" fmla="*/ 1099485 w 1309598"/>
                <a:gd name="connsiteY111" fmla="*/ 800058 h 1422244"/>
                <a:gd name="connsiteX112" fmla="*/ 1075024 w 1309598"/>
                <a:gd name="connsiteY112" fmla="*/ 824519 h 1422244"/>
                <a:gd name="connsiteX113" fmla="*/ 1050564 w 1309598"/>
                <a:gd name="connsiteY113" fmla="*/ 800058 h 1422244"/>
                <a:gd name="connsiteX114" fmla="*/ 1075024 w 1309598"/>
                <a:gd name="connsiteY114" fmla="*/ 775598 h 1422244"/>
                <a:gd name="connsiteX115" fmla="*/ 864911 w 1309598"/>
                <a:gd name="connsiteY115" fmla="*/ 775598 h 1422244"/>
                <a:gd name="connsiteX116" fmla="*/ 889372 w 1309598"/>
                <a:gd name="connsiteY116" fmla="*/ 800058 h 1422244"/>
                <a:gd name="connsiteX117" fmla="*/ 864911 w 1309598"/>
                <a:gd name="connsiteY117" fmla="*/ 824519 h 1422244"/>
                <a:gd name="connsiteX118" fmla="*/ 840451 w 1309598"/>
                <a:gd name="connsiteY118" fmla="*/ 800058 h 1422244"/>
                <a:gd name="connsiteX119" fmla="*/ 864911 w 1309598"/>
                <a:gd name="connsiteY119" fmla="*/ 775598 h 1422244"/>
                <a:gd name="connsiteX120" fmla="*/ 654798 w 1309598"/>
                <a:gd name="connsiteY120" fmla="*/ 775598 h 1422244"/>
                <a:gd name="connsiteX121" fmla="*/ 679259 w 1309598"/>
                <a:gd name="connsiteY121" fmla="*/ 800058 h 1422244"/>
                <a:gd name="connsiteX122" fmla="*/ 654798 w 1309598"/>
                <a:gd name="connsiteY122" fmla="*/ 824519 h 1422244"/>
                <a:gd name="connsiteX123" fmla="*/ 630338 w 1309598"/>
                <a:gd name="connsiteY123" fmla="*/ 800058 h 1422244"/>
                <a:gd name="connsiteX124" fmla="*/ 654798 w 1309598"/>
                <a:gd name="connsiteY124" fmla="*/ 775598 h 1422244"/>
                <a:gd name="connsiteX125" fmla="*/ 444685 w 1309598"/>
                <a:gd name="connsiteY125" fmla="*/ 775598 h 1422244"/>
                <a:gd name="connsiteX126" fmla="*/ 469146 w 1309598"/>
                <a:gd name="connsiteY126" fmla="*/ 800058 h 1422244"/>
                <a:gd name="connsiteX127" fmla="*/ 444685 w 1309598"/>
                <a:gd name="connsiteY127" fmla="*/ 824519 h 1422244"/>
                <a:gd name="connsiteX128" fmla="*/ 420225 w 1309598"/>
                <a:gd name="connsiteY128" fmla="*/ 800058 h 1422244"/>
                <a:gd name="connsiteX129" fmla="*/ 444685 w 1309598"/>
                <a:gd name="connsiteY129" fmla="*/ 775598 h 1422244"/>
                <a:gd name="connsiteX130" fmla="*/ 234573 w 1309598"/>
                <a:gd name="connsiteY130" fmla="*/ 775598 h 1422244"/>
                <a:gd name="connsiteX131" fmla="*/ 259034 w 1309598"/>
                <a:gd name="connsiteY131" fmla="*/ 800058 h 1422244"/>
                <a:gd name="connsiteX132" fmla="*/ 234573 w 1309598"/>
                <a:gd name="connsiteY132" fmla="*/ 824519 h 1422244"/>
                <a:gd name="connsiteX133" fmla="*/ 210113 w 1309598"/>
                <a:gd name="connsiteY133" fmla="*/ 800058 h 1422244"/>
                <a:gd name="connsiteX134" fmla="*/ 234573 w 1309598"/>
                <a:gd name="connsiteY134" fmla="*/ 775598 h 1422244"/>
                <a:gd name="connsiteX135" fmla="*/ 24460 w 1309598"/>
                <a:gd name="connsiteY135" fmla="*/ 775598 h 1422244"/>
                <a:gd name="connsiteX136" fmla="*/ 48921 w 1309598"/>
                <a:gd name="connsiteY136" fmla="*/ 800058 h 1422244"/>
                <a:gd name="connsiteX137" fmla="*/ 24460 w 1309598"/>
                <a:gd name="connsiteY137" fmla="*/ 824519 h 1422244"/>
                <a:gd name="connsiteX138" fmla="*/ 0 w 1309598"/>
                <a:gd name="connsiteY138" fmla="*/ 800058 h 1422244"/>
                <a:gd name="connsiteX139" fmla="*/ 24460 w 1309598"/>
                <a:gd name="connsiteY139" fmla="*/ 775598 h 1422244"/>
                <a:gd name="connsiteX140" fmla="*/ 1285137 w 1309598"/>
                <a:gd name="connsiteY140" fmla="*/ 597778 h 1422244"/>
                <a:gd name="connsiteX141" fmla="*/ 1309598 w 1309598"/>
                <a:gd name="connsiteY141" fmla="*/ 622238 h 1422244"/>
                <a:gd name="connsiteX142" fmla="*/ 1285137 w 1309598"/>
                <a:gd name="connsiteY142" fmla="*/ 646699 h 1422244"/>
                <a:gd name="connsiteX143" fmla="*/ 1260677 w 1309598"/>
                <a:gd name="connsiteY143" fmla="*/ 622238 h 1422244"/>
                <a:gd name="connsiteX144" fmla="*/ 1285137 w 1309598"/>
                <a:gd name="connsiteY144" fmla="*/ 597778 h 1422244"/>
                <a:gd name="connsiteX145" fmla="*/ 1075024 w 1309598"/>
                <a:gd name="connsiteY145" fmla="*/ 597778 h 1422244"/>
                <a:gd name="connsiteX146" fmla="*/ 1099485 w 1309598"/>
                <a:gd name="connsiteY146" fmla="*/ 622238 h 1422244"/>
                <a:gd name="connsiteX147" fmla="*/ 1075024 w 1309598"/>
                <a:gd name="connsiteY147" fmla="*/ 646699 h 1422244"/>
                <a:gd name="connsiteX148" fmla="*/ 1050564 w 1309598"/>
                <a:gd name="connsiteY148" fmla="*/ 622238 h 1422244"/>
                <a:gd name="connsiteX149" fmla="*/ 1075024 w 1309598"/>
                <a:gd name="connsiteY149" fmla="*/ 597778 h 1422244"/>
                <a:gd name="connsiteX150" fmla="*/ 864911 w 1309598"/>
                <a:gd name="connsiteY150" fmla="*/ 597778 h 1422244"/>
                <a:gd name="connsiteX151" fmla="*/ 889372 w 1309598"/>
                <a:gd name="connsiteY151" fmla="*/ 622238 h 1422244"/>
                <a:gd name="connsiteX152" fmla="*/ 864911 w 1309598"/>
                <a:gd name="connsiteY152" fmla="*/ 646699 h 1422244"/>
                <a:gd name="connsiteX153" fmla="*/ 840451 w 1309598"/>
                <a:gd name="connsiteY153" fmla="*/ 622238 h 1422244"/>
                <a:gd name="connsiteX154" fmla="*/ 864911 w 1309598"/>
                <a:gd name="connsiteY154" fmla="*/ 597778 h 1422244"/>
                <a:gd name="connsiteX155" fmla="*/ 654798 w 1309598"/>
                <a:gd name="connsiteY155" fmla="*/ 597778 h 1422244"/>
                <a:gd name="connsiteX156" fmla="*/ 679259 w 1309598"/>
                <a:gd name="connsiteY156" fmla="*/ 622238 h 1422244"/>
                <a:gd name="connsiteX157" fmla="*/ 654798 w 1309598"/>
                <a:gd name="connsiteY157" fmla="*/ 646699 h 1422244"/>
                <a:gd name="connsiteX158" fmla="*/ 630338 w 1309598"/>
                <a:gd name="connsiteY158" fmla="*/ 622238 h 1422244"/>
                <a:gd name="connsiteX159" fmla="*/ 654798 w 1309598"/>
                <a:gd name="connsiteY159" fmla="*/ 597778 h 1422244"/>
                <a:gd name="connsiteX160" fmla="*/ 444685 w 1309598"/>
                <a:gd name="connsiteY160" fmla="*/ 597778 h 1422244"/>
                <a:gd name="connsiteX161" fmla="*/ 469146 w 1309598"/>
                <a:gd name="connsiteY161" fmla="*/ 622238 h 1422244"/>
                <a:gd name="connsiteX162" fmla="*/ 444685 w 1309598"/>
                <a:gd name="connsiteY162" fmla="*/ 646699 h 1422244"/>
                <a:gd name="connsiteX163" fmla="*/ 420225 w 1309598"/>
                <a:gd name="connsiteY163" fmla="*/ 622238 h 1422244"/>
                <a:gd name="connsiteX164" fmla="*/ 444685 w 1309598"/>
                <a:gd name="connsiteY164" fmla="*/ 597778 h 1422244"/>
                <a:gd name="connsiteX165" fmla="*/ 234573 w 1309598"/>
                <a:gd name="connsiteY165" fmla="*/ 597778 h 1422244"/>
                <a:gd name="connsiteX166" fmla="*/ 259034 w 1309598"/>
                <a:gd name="connsiteY166" fmla="*/ 622238 h 1422244"/>
                <a:gd name="connsiteX167" fmla="*/ 234573 w 1309598"/>
                <a:gd name="connsiteY167" fmla="*/ 646699 h 1422244"/>
                <a:gd name="connsiteX168" fmla="*/ 210113 w 1309598"/>
                <a:gd name="connsiteY168" fmla="*/ 622238 h 1422244"/>
                <a:gd name="connsiteX169" fmla="*/ 234573 w 1309598"/>
                <a:gd name="connsiteY169" fmla="*/ 597778 h 1422244"/>
                <a:gd name="connsiteX170" fmla="*/ 24514 w 1309598"/>
                <a:gd name="connsiteY170" fmla="*/ 597778 h 1422244"/>
                <a:gd name="connsiteX171" fmla="*/ 48921 w 1309598"/>
                <a:gd name="connsiteY171" fmla="*/ 622238 h 1422244"/>
                <a:gd name="connsiteX172" fmla="*/ 24461 w 1309598"/>
                <a:gd name="connsiteY172" fmla="*/ 646699 h 1422244"/>
                <a:gd name="connsiteX173" fmla="*/ 54 w 1309598"/>
                <a:gd name="connsiteY173" fmla="*/ 622238 h 1422244"/>
                <a:gd name="connsiteX174" fmla="*/ 24514 w 1309598"/>
                <a:gd name="connsiteY174" fmla="*/ 597778 h 1422244"/>
                <a:gd name="connsiteX175" fmla="*/ 1285137 w 1309598"/>
                <a:gd name="connsiteY175" fmla="*/ 398500 h 1422244"/>
                <a:gd name="connsiteX176" fmla="*/ 1309598 w 1309598"/>
                <a:gd name="connsiteY176" fmla="*/ 422960 h 1422244"/>
                <a:gd name="connsiteX177" fmla="*/ 1285137 w 1309598"/>
                <a:gd name="connsiteY177" fmla="*/ 447421 h 1422244"/>
                <a:gd name="connsiteX178" fmla="*/ 1260677 w 1309598"/>
                <a:gd name="connsiteY178" fmla="*/ 422960 h 1422244"/>
                <a:gd name="connsiteX179" fmla="*/ 1285137 w 1309598"/>
                <a:gd name="connsiteY179" fmla="*/ 398500 h 1422244"/>
                <a:gd name="connsiteX180" fmla="*/ 1075024 w 1309598"/>
                <a:gd name="connsiteY180" fmla="*/ 398500 h 1422244"/>
                <a:gd name="connsiteX181" fmla="*/ 1099485 w 1309598"/>
                <a:gd name="connsiteY181" fmla="*/ 422960 h 1422244"/>
                <a:gd name="connsiteX182" fmla="*/ 1075024 w 1309598"/>
                <a:gd name="connsiteY182" fmla="*/ 447421 h 1422244"/>
                <a:gd name="connsiteX183" fmla="*/ 1050564 w 1309598"/>
                <a:gd name="connsiteY183" fmla="*/ 422960 h 1422244"/>
                <a:gd name="connsiteX184" fmla="*/ 1075024 w 1309598"/>
                <a:gd name="connsiteY184" fmla="*/ 398500 h 1422244"/>
                <a:gd name="connsiteX185" fmla="*/ 864911 w 1309598"/>
                <a:gd name="connsiteY185" fmla="*/ 398500 h 1422244"/>
                <a:gd name="connsiteX186" fmla="*/ 889372 w 1309598"/>
                <a:gd name="connsiteY186" fmla="*/ 422960 h 1422244"/>
                <a:gd name="connsiteX187" fmla="*/ 864911 w 1309598"/>
                <a:gd name="connsiteY187" fmla="*/ 447421 h 1422244"/>
                <a:gd name="connsiteX188" fmla="*/ 840451 w 1309598"/>
                <a:gd name="connsiteY188" fmla="*/ 422960 h 1422244"/>
                <a:gd name="connsiteX189" fmla="*/ 864911 w 1309598"/>
                <a:gd name="connsiteY189" fmla="*/ 398500 h 1422244"/>
                <a:gd name="connsiteX190" fmla="*/ 654798 w 1309598"/>
                <a:gd name="connsiteY190" fmla="*/ 398500 h 1422244"/>
                <a:gd name="connsiteX191" fmla="*/ 679259 w 1309598"/>
                <a:gd name="connsiteY191" fmla="*/ 422960 h 1422244"/>
                <a:gd name="connsiteX192" fmla="*/ 654798 w 1309598"/>
                <a:gd name="connsiteY192" fmla="*/ 447421 h 1422244"/>
                <a:gd name="connsiteX193" fmla="*/ 630338 w 1309598"/>
                <a:gd name="connsiteY193" fmla="*/ 422960 h 1422244"/>
                <a:gd name="connsiteX194" fmla="*/ 654798 w 1309598"/>
                <a:gd name="connsiteY194" fmla="*/ 398500 h 1422244"/>
                <a:gd name="connsiteX195" fmla="*/ 444685 w 1309598"/>
                <a:gd name="connsiteY195" fmla="*/ 398500 h 1422244"/>
                <a:gd name="connsiteX196" fmla="*/ 469146 w 1309598"/>
                <a:gd name="connsiteY196" fmla="*/ 422960 h 1422244"/>
                <a:gd name="connsiteX197" fmla="*/ 444685 w 1309598"/>
                <a:gd name="connsiteY197" fmla="*/ 447421 h 1422244"/>
                <a:gd name="connsiteX198" fmla="*/ 420225 w 1309598"/>
                <a:gd name="connsiteY198" fmla="*/ 422960 h 1422244"/>
                <a:gd name="connsiteX199" fmla="*/ 444685 w 1309598"/>
                <a:gd name="connsiteY199" fmla="*/ 398500 h 1422244"/>
                <a:gd name="connsiteX200" fmla="*/ 234573 w 1309598"/>
                <a:gd name="connsiteY200" fmla="*/ 398500 h 1422244"/>
                <a:gd name="connsiteX201" fmla="*/ 259034 w 1309598"/>
                <a:gd name="connsiteY201" fmla="*/ 422960 h 1422244"/>
                <a:gd name="connsiteX202" fmla="*/ 234573 w 1309598"/>
                <a:gd name="connsiteY202" fmla="*/ 447421 h 1422244"/>
                <a:gd name="connsiteX203" fmla="*/ 210113 w 1309598"/>
                <a:gd name="connsiteY203" fmla="*/ 422960 h 1422244"/>
                <a:gd name="connsiteX204" fmla="*/ 234573 w 1309598"/>
                <a:gd name="connsiteY204" fmla="*/ 398500 h 1422244"/>
                <a:gd name="connsiteX205" fmla="*/ 24514 w 1309598"/>
                <a:gd name="connsiteY205" fmla="*/ 398500 h 1422244"/>
                <a:gd name="connsiteX206" fmla="*/ 48921 w 1309598"/>
                <a:gd name="connsiteY206" fmla="*/ 422960 h 1422244"/>
                <a:gd name="connsiteX207" fmla="*/ 24461 w 1309598"/>
                <a:gd name="connsiteY207" fmla="*/ 447421 h 1422244"/>
                <a:gd name="connsiteX208" fmla="*/ 54 w 1309598"/>
                <a:gd name="connsiteY208" fmla="*/ 422960 h 1422244"/>
                <a:gd name="connsiteX209" fmla="*/ 24514 w 1309598"/>
                <a:gd name="connsiteY209" fmla="*/ 398500 h 1422244"/>
                <a:gd name="connsiteX210" fmla="*/ 1285137 w 1309598"/>
                <a:gd name="connsiteY210" fmla="*/ 199223 h 1422244"/>
                <a:gd name="connsiteX211" fmla="*/ 1309598 w 1309598"/>
                <a:gd name="connsiteY211" fmla="*/ 223683 h 1422244"/>
                <a:gd name="connsiteX212" fmla="*/ 1285137 w 1309598"/>
                <a:gd name="connsiteY212" fmla="*/ 248144 h 1422244"/>
                <a:gd name="connsiteX213" fmla="*/ 1260677 w 1309598"/>
                <a:gd name="connsiteY213" fmla="*/ 223683 h 1422244"/>
                <a:gd name="connsiteX214" fmla="*/ 1285137 w 1309598"/>
                <a:gd name="connsiteY214" fmla="*/ 199223 h 1422244"/>
                <a:gd name="connsiteX215" fmla="*/ 1075024 w 1309598"/>
                <a:gd name="connsiteY215" fmla="*/ 199223 h 1422244"/>
                <a:gd name="connsiteX216" fmla="*/ 1099485 w 1309598"/>
                <a:gd name="connsiteY216" fmla="*/ 223683 h 1422244"/>
                <a:gd name="connsiteX217" fmla="*/ 1075024 w 1309598"/>
                <a:gd name="connsiteY217" fmla="*/ 248144 h 1422244"/>
                <a:gd name="connsiteX218" fmla="*/ 1050564 w 1309598"/>
                <a:gd name="connsiteY218" fmla="*/ 223683 h 1422244"/>
                <a:gd name="connsiteX219" fmla="*/ 1075024 w 1309598"/>
                <a:gd name="connsiteY219" fmla="*/ 199223 h 1422244"/>
                <a:gd name="connsiteX220" fmla="*/ 864911 w 1309598"/>
                <a:gd name="connsiteY220" fmla="*/ 199223 h 1422244"/>
                <a:gd name="connsiteX221" fmla="*/ 889372 w 1309598"/>
                <a:gd name="connsiteY221" fmla="*/ 223683 h 1422244"/>
                <a:gd name="connsiteX222" fmla="*/ 864911 w 1309598"/>
                <a:gd name="connsiteY222" fmla="*/ 248144 h 1422244"/>
                <a:gd name="connsiteX223" fmla="*/ 840451 w 1309598"/>
                <a:gd name="connsiteY223" fmla="*/ 223683 h 1422244"/>
                <a:gd name="connsiteX224" fmla="*/ 864911 w 1309598"/>
                <a:gd name="connsiteY224" fmla="*/ 199223 h 1422244"/>
                <a:gd name="connsiteX225" fmla="*/ 654798 w 1309598"/>
                <a:gd name="connsiteY225" fmla="*/ 199223 h 1422244"/>
                <a:gd name="connsiteX226" fmla="*/ 679259 w 1309598"/>
                <a:gd name="connsiteY226" fmla="*/ 223683 h 1422244"/>
                <a:gd name="connsiteX227" fmla="*/ 654798 w 1309598"/>
                <a:gd name="connsiteY227" fmla="*/ 248144 h 1422244"/>
                <a:gd name="connsiteX228" fmla="*/ 630338 w 1309598"/>
                <a:gd name="connsiteY228" fmla="*/ 223683 h 1422244"/>
                <a:gd name="connsiteX229" fmla="*/ 654798 w 1309598"/>
                <a:gd name="connsiteY229" fmla="*/ 199223 h 1422244"/>
                <a:gd name="connsiteX230" fmla="*/ 444685 w 1309598"/>
                <a:gd name="connsiteY230" fmla="*/ 199223 h 1422244"/>
                <a:gd name="connsiteX231" fmla="*/ 469146 w 1309598"/>
                <a:gd name="connsiteY231" fmla="*/ 223683 h 1422244"/>
                <a:gd name="connsiteX232" fmla="*/ 444685 w 1309598"/>
                <a:gd name="connsiteY232" fmla="*/ 248144 h 1422244"/>
                <a:gd name="connsiteX233" fmla="*/ 420225 w 1309598"/>
                <a:gd name="connsiteY233" fmla="*/ 223683 h 1422244"/>
                <a:gd name="connsiteX234" fmla="*/ 444685 w 1309598"/>
                <a:gd name="connsiteY234" fmla="*/ 199223 h 1422244"/>
                <a:gd name="connsiteX235" fmla="*/ 234573 w 1309598"/>
                <a:gd name="connsiteY235" fmla="*/ 199223 h 1422244"/>
                <a:gd name="connsiteX236" fmla="*/ 259034 w 1309598"/>
                <a:gd name="connsiteY236" fmla="*/ 223683 h 1422244"/>
                <a:gd name="connsiteX237" fmla="*/ 234573 w 1309598"/>
                <a:gd name="connsiteY237" fmla="*/ 248144 h 1422244"/>
                <a:gd name="connsiteX238" fmla="*/ 210113 w 1309598"/>
                <a:gd name="connsiteY238" fmla="*/ 223683 h 1422244"/>
                <a:gd name="connsiteX239" fmla="*/ 234573 w 1309598"/>
                <a:gd name="connsiteY239" fmla="*/ 199223 h 1422244"/>
                <a:gd name="connsiteX240" fmla="*/ 24514 w 1309598"/>
                <a:gd name="connsiteY240" fmla="*/ 199223 h 1422244"/>
                <a:gd name="connsiteX241" fmla="*/ 48921 w 1309598"/>
                <a:gd name="connsiteY241" fmla="*/ 223683 h 1422244"/>
                <a:gd name="connsiteX242" fmla="*/ 24461 w 1309598"/>
                <a:gd name="connsiteY242" fmla="*/ 248144 h 1422244"/>
                <a:gd name="connsiteX243" fmla="*/ 54 w 1309598"/>
                <a:gd name="connsiteY243" fmla="*/ 223683 h 1422244"/>
                <a:gd name="connsiteX244" fmla="*/ 24514 w 1309598"/>
                <a:gd name="connsiteY244" fmla="*/ 199223 h 1422244"/>
                <a:gd name="connsiteX245" fmla="*/ 1285137 w 1309598"/>
                <a:gd name="connsiteY245" fmla="*/ 0 h 1422244"/>
                <a:gd name="connsiteX246" fmla="*/ 1309598 w 1309598"/>
                <a:gd name="connsiteY246" fmla="*/ 24460 h 1422244"/>
                <a:gd name="connsiteX247" fmla="*/ 1285137 w 1309598"/>
                <a:gd name="connsiteY247" fmla="*/ 48921 h 1422244"/>
                <a:gd name="connsiteX248" fmla="*/ 1260677 w 1309598"/>
                <a:gd name="connsiteY248" fmla="*/ 24460 h 1422244"/>
                <a:gd name="connsiteX249" fmla="*/ 1285137 w 1309598"/>
                <a:gd name="connsiteY249" fmla="*/ 0 h 1422244"/>
                <a:gd name="connsiteX250" fmla="*/ 1075024 w 1309598"/>
                <a:gd name="connsiteY250" fmla="*/ 0 h 1422244"/>
                <a:gd name="connsiteX251" fmla="*/ 1099485 w 1309598"/>
                <a:gd name="connsiteY251" fmla="*/ 24460 h 1422244"/>
                <a:gd name="connsiteX252" fmla="*/ 1075024 w 1309598"/>
                <a:gd name="connsiteY252" fmla="*/ 48921 h 1422244"/>
                <a:gd name="connsiteX253" fmla="*/ 1050564 w 1309598"/>
                <a:gd name="connsiteY253" fmla="*/ 24460 h 1422244"/>
                <a:gd name="connsiteX254" fmla="*/ 1075024 w 1309598"/>
                <a:gd name="connsiteY254" fmla="*/ 0 h 1422244"/>
                <a:gd name="connsiteX255" fmla="*/ 864911 w 1309598"/>
                <a:gd name="connsiteY255" fmla="*/ 0 h 1422244"/>
                <a:gd name="connsiteX256" fmla="*/ 889372 w 1309598"/>
                <a:gd name="connsiteY256" fmla="*/ 24460 h 1422244"/>
                <a:gd name="connsiteX257" fmla="*/ 864911 w 1309598"/>
                <a:gd name="connsiteY257" fmla="*/ 48921 h 1422244"/>
                <a:gd name="connsiteX258" fmla="*/ 840451 w 1309598"/>
                <a:gd name="connsiteY258" fmla="*/ 24460 h 1422244"/>
                <a:gd name="connsiteX259" fmla="*/ 864911 w 1309598"/>
                <a:gd name="connsiteY259" fmla="*/ 0 h 1422244"/>
                <a:gd name="connsiteX260" fmla="*/ 654798 w 1309598"/>
                <a:gd name="connsiteY260" fmla="*/ 0 h 1422244"/>
                <a:gd name="connsiteX261" fmla="*/ 679259 w 1309598"/>
                <a:gd name="connsiteY261" fmla="*/ 24460 h 1422244"/>
                <a:gd name="connsiteX262" fmla="*/ 654798 w 1309598"/>
                <a:gd name="connsiteY262" fmla="*/ 48921 h 1422244"/>
                <a:gd name="connsiteX263" fmla="*/ 630338 w 1309598"/>
                <a:gd name="connsiteY263" fmla="*/ 24460 h 1422244"/>
                <a:gd name="connsiteX264" fmla="*/ 654798 w 1309598"/>
                <a:gd name="connsiteY264" fmla="*/ 0 h 1422244"/>
                <a:gd name="connsiteX265" fmla="*/ 444685 w 1309598"/>
                <a:gd name="connsiteY265" fmla="*/ 0 h 1422244"/>
                <a:gd name="connsiteX266" fmla="*/ 469146 w 1309598"/>
                <a:gd name="connsiteY266" fmla="*/ 24460 h 1422244"/>
                <a:gd name="connsiteX267" fmla="*/ 444685 w 1309598"/>
                <a:gd name="connsiteY267" fmla="*/ 48921 h 1422244"/>
                <a:gd name="connsiteX268" fmla="*/ 420225 w 1309598"/>
                <a:gd name="connsiteY268" fmla="*/ 24460 h 1422244"/>
                <a:gd name="connsiteX269" fmla="*/ 444685 w 1309598"/>
                <a:gd name="connsiteY269" fmla="*/ 0 h 1422244"/>
                <a:gd name="connsiteX270" fmla="*/ 234573 w 1309598"/>
                <a:gd name="connsiteY270" fmla="*/ 0 h 1422244"/>
                <a:gd name="connsiteX271" fmla="*/ 259034 w 1309598"/>
                <a:gd name="connsiteY271" fmla="*/ 24460 h 1422244"/>
                <a:gd name="connsiteX272" fmla="*/ 234573 w 1309598"/>
                <a:gd name="connsiteY272" fmla="*/ 48921 h 1422244"/>
                <a:gd name="connsiteX273" fmla="*/ 210113 w 1309598"/>
                <a:gd name="connsiteY273" fmla="*/ 24460 h 1422244"/>
                <a:gd name="connsiteX274" fmla="*/ 234573 w 1309598"/>
                <a:gd name="connsiteY274" fmla="*/ 0 h 1422244"/>
                <a:gd name="connsiteX275" fmla="*/ 24514 w 1309598"/>
                <a:gd name="connsiteY275" fmla="*/ 0 h 1422244"/>
                <a:gd name="connsiteX276" fmla="*/ 48921 w 1309598"/>
                <a:gd name="connsiteY276" fmla="*/ 24460 h 1422244"/>
                <a:gd name="connsiteX277" fmla="*/ 24461 w 1309598"/>
                <a:gd name="connsiteY277" fmla="*/ 48921 h 1422244"/>
                <a:gd name="connsiteX278" fmla="*/ 54 w 1309598"/>
                <a:gd name="connsiteY278" fmla="*/ 24460 h 1422244"/>
                <a:gd name="connsiteX279" fmla="*/ 24514 w 1309598"/>
                <a:gd name="connsiteY279" fmla="*/ 0 h 1422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Lst>
              <a:rect l="l" t="t" r="r" b="b"/>
              <a:pathLst>
                <a:path w="1309598" h="1422244">
                  <a:moveTo>
                    <a:pt x="1285137" y="1373323"/>
                  </a:moveTo>
                  <a:cubicBezTo>
                    <a:pt x="1298601" y="1373377"/>
                    <a:pt x="1309598" y="1384320"/>
                    <a:pt x="1309598" y="1397783"/>
                  </a:cubicBezTo>
                  <a:cubicBezTo>
                    <a:pt x="1309598" y="1411301"/>
                    <a:pt x="1298655" y="1422244"/>
                    <a:pt x="1285137" y="1422244"/>
                  </a:cubicBezTo>
                  <a:cubicBezTo>
                    <a:pt x="1271620" y="1422244"/>
                    <a:pt x="1260677" y="1411301"/>
                    <a:pt x="1260677" y="1397783"/>
                  </a:cubicBezTo>
                  <a:cubicBezTo>
                    <a:pt x="1260677" y="1384266"/>
                    <a:pt x="1271620" y="1373323"/>
                    <a:pt x="1285137" y="1373323"/>
                  </a:cubicBezTo>
                  <a:close/>
                  <a:moveTo>
                    <a:pt x="1075024" y="1373323"/>
                  </a:moveTo>
                  <a:cubicBezTo>
                    <a:pt x="1088542" y="1373377"/>
                    <a:pt x="1099485" y="1384320"/>
                    <a:pt x="1099485" y="1397783"/>
                  </a:cubicBezTo>
                  <a:cubicBezTo>
                    <a:pt x="1099485" y="1411301"/>
                    <a:pt x="1088542" y="1422244"/>
                    <a:pt x="1075024" y="1422244"/>
                  </a:cubicBezTo>
                  <a:cubicBezTo>
                    <a:pt x="1061507" y="1422244"/>
                    <a:pt x="1050564" y="1411301"/>
                    <a:pt x="1050564" y="1397783"/>
                  </a:cubicBezTo>
                  <a:cubicBezTo>
                    <a:pt x="1050564" y="1384266"/>
                    <a:pt x="1061507" y="1373323"/>
                    <a:pt x="1075024" y="1373323"/>
                  </a:cubicBezTo>
                  <a:close/>
                  <a:moveTo>
                    <a:pt x="864911" y="1373323"/>
                  </a:moveTo>
                  <a:cubicBezTo>
                    <a:pt x="878429" y="1373377"/>
                    <a:pt x="889372" y="1384320"/>
                    <a:pt x="889372" y="1397783"/>
                  </a:cubicBezTo>
                  <a:cubicBezTo>
                    <a:pt x="889372" y="1411301"/>
                    <a:pt x="878429" y="1422244"/>
                    <a:pt x="864911" y="1422244"/>
                  </a:cubicBezTo>
                  <a:cubicBezTo>
                    <a:pt x="851394" y="1422244"/>
                    <a:pt x="840451" y="1411301"/>
                    <a:pt x="840451" y="1397783"/>
                  </a:cubicBezTo>
                  <a:cubicBezTo>
                    <a:pt x="840451" y="1384266"/>
                    <a:pt x="851394" y="1373323"/>
                    <a:pt x="864911" y="1373323"/>
                  </a:cubicBezTo>
                  <a:close/>
                  <a:moveTo>
                    <a:pt x="654798" y="1373323"/>
                  </a:moveTo>
                  <a:cubicBezTo>
                    <a:pt x="668316" y="1373377"/>
                    <a:pt x="679259" y="1384320"/>
                    <a:pt x="679259" y="1397783"/>
                  </a:cubicBezTo>
                  <a:cubicBezTo>
                    <a:pt x="679259" y="1411301"/>
                    <a:pt x="668316" y="1422244"/>
                    <a:pt x="654798" y="1422244"/>
                  </a:cubicBezTo>
                  <a:cubicBezTo>
                    <a:pt x="641281" y="1422244"/>
                    <a:pt x="630338" y="1411301"/>
                    <a:pt x="630338" y="1397783"/>
                  </a:cubicBezTo>
                  <a:cubicBezTo>
                    <a:pt x="630338" y="1384266"/>
                    <a:pt x="641281" y="1373323"/>
                    <a:pt x="654798" y="1373323"/>
                  </a:cubicBezTo>
                  <a:close/>
                  <a:moveTo>
                    <a:pt x="444685" y="1373323"/>
                  </a:moveTo>
                  <a:cubicBezTo>
                    <a:pt x="458203" y="1373377"/>
                    <a:pt x="469146" y="1384320"/>
                    <a:pt x="469146" y="1397783"/>
                  </a:cubicBezTo>
                  <a:cubicBezTo>
                    <a:pt x="469146" y="1411301"/>
                    <a:pt x="458203" y="1422244"/>
                    <a:pt x="444685" y="1422244"/>
                  </a:cubicBezTo>
                  <a:cubicBezTo>
                    <a:pt x="431168" y="1422244"/>
                    <a:pt x="420225" y="1411301"/>
                    <a:pt x="420225" y="1397783"/>
                  </a:cubicBezTo>
                  <a:cubicBezTo>
                    <a:pt x="420225" y="1384266"/>
                    <a:pt x="431168" y="1373323"/>
                    <a:pt x="444685" y="1373323"/>
                  </a:cubicBezTo>
                  <a:close/>
                  <a:moveTo>
                    <a:pt x="234573" y="1373323"/>
                  </a:moveTo>
                  <a:cubicBezTo>
                    <a:pt x="248091" y="1373377"/>
                    <a:pt x="259034" y="1384320"/>
                    <a:pt x="259034" y="1397783"/>
                  </a:cubicBezTo>
                  <a:cubicBezTo>
                    <a:pt x="259034" y="1411301"/>
                    <a:pt x="248091" y="1422244"/>
                    <a:pt x="234573" y="1422244"/>
                  </a:cubicBezTo>
                  <a:cubicBezTo>
                    <a:pt x="221056" y="1422244"/>
                    <a:pt x="210113" y="1411301"/>
                    <a:pt x="210113" y="1397783"/>
                  </a:cubicBezTo>
                  <a:cubicBezTo>
                    <a:pt x="210113" y="1384266"/>
                    <a:pt x="221056" y="1373323"/>
                    <a:pt x="234573" y="1373323"/>
                  </a:cubicBezTo>
                  <a:close/>
                  <a:moveTo>
                    <a:pt x="24460" y="1373323"/>
                  </a:moveTo>
                  <a:cubicBezTo>
                    <a:pt x="37978" y="1373377"/>
                    <a:pt x="48921" y="1384320"/>
                    <a:pt x="48921" y="1397783"/>
                  </a:cubicBezTo>
                  <a:cubicBezTo>
                    <a:pt x="48921" y="1411301"/>
                    <a:pt x="37978" y="1422244"/>
                    <a:pt x="24460" y="1422244"/>
                  </a:cubicBezTo>
                  <a:cubicBezTo>
                    <a:pt x="10943" y="1422244"/>
                    <a:pt x="0" y="1411301"/>
                    <a:pt x="0" y="1397783"/>
                  </a:cubicBezTo>
                  <a:cubicBezTo>
                    <a:pt x="0" y="1384266"/>
                    <a:pt x="10943" y="1373323"/>
                    <a:pt x="24460" y="1373323"/>
                  </a:cubicBezTo>
                  <a:close/>
                  <a:moveTo>
                    <a:pt x="1285137" y="1174099"/>
                  </a:moveTo>
                  <a:cubicBezTo>
                    <a:pt x="1298601" y="1174099"/>
                    <a:pt x="1309598" y="1185042"/>
                    <a:pt x="1309598" y="1198559"/>
                  </a:cubicBezTo>
                  <a:cubicBezTo>
                    <a:pt x="1309598" y="1212077"/>
                    <a:pt x="1298655" y="1223020"/>
                    <a:pt x="1285137" y="1223020"/>
                  </a:cubicBezTo>
                  <a:cubicBezTo>
                    <a:pt x="1271620" y="1223020"/>
                    <a:pt x="1260677" y="1212077"/>
                    <a:pt x="1260677" y="1198559"/>
                  </a:cubicBezTo>
                  <a:cubicBezTo>
                    <a:pt x="1260677" y="1185042"/>
                    <a:pt x="1271620" y="1174099"/>
                    <a:pt x="1285137" y="1174099"/>
                  </a:cubicBezTo>
                  <a:close/>
                  <a:moveTo>
                    <a:pt x="1075024" y="1174099"/>
                  </a:moveTo>
                  <a:cubicBezTo>
                    <a:pt x="1088542" y="1174099"/>
                    <a:pt x="1099485" y="1185042"/>
                    <a:pt x="1099485" y="1198559"/>
                  </a:cubicBezTo>
                  <a:cubicBezTo>
                    <a:pt x="1099485" y="1212077"/>
                    <a:pt x="1088542" y="1223020"/>
                    <a:pt x="1075024" y="1223020"/>
                  </a:cubicBezTo>
                  <a:cubicBezTo>
                    <a:pt x="1061507" y="1223020"/>
                    <a:pt x="1050564" y="1212077"/>
                    <a:pt x="1050564" y="1198559"/>
                  </a:cubicBezTo>
                  <a:cubicBezTo>
                    <a:pt x="1050564" y="1185042"/>
                    <a:pt x="1061507" y="1174099"/>
                    <a:pt x="1075024" y="1174099"/>
                  </a:cubicBezTo>
                  <a:close/>
                  <a:moveTo>
                    <a:pt x="864911" y="1174099"/>
                  </a:moveTo>
                  <a:cubicBezTo>
                    <a:pt x="878429" y="1174099"/>
                    <a:pt x="889372" y="1185042"/>
                    <a:pt x="889372" y="1198559"/>
                  </a:cubicBezTo>
                  <a:cubicBezTo>
                    <a:pt x="889372" y="1212077"/>
                    <a:pt x="878429" y="1223020"/>
                    <a:pt x="864911" y="1223020"/>
                  </a:cubicBezTo>
                  <a:cubicBezTo>
                    <a:pt x="851394" y="1223020"/>
                    <a:pt x="840451" y="1212077"/>
                    <a:pt x="840451" y="1198559"/>
                  </a:cubicBezTo>
                  <a:cubicBezTo>
                    <a:pt x="840451" y="1185042"/>
                    <a:pt x="851394" y="1174099"/>
                    <a:pt x="864911" y="1174099"/>
                  </a:cubicBezTo>
                  <a:close/>
                  <a:moveTo>
                    <a:pt x="654798" y="1174099"/>
                  </a:moveTo>
                  <a:cubicBezTo>
                    <a:pt x="668316" y="1174099"/>
                    <a:pt x="679259" y="1185042"/>
                    <a:pt x="679259" y="1198559"/>
                  </a:cubicBezTo>
                  <a:cubicBezTo>
                    <a:pt x="679259" y="1212077"/>
                    <a:pt x="668316" y="1223020"/>
                    <a:pt x="654798" y="1223020"/>
                  </a:cubicBezTo>
                  <a:cubicBezTo>
                    <a:pt x="641281" y="1223020"/>
                    <a:pt x="630338" y="1212077"/>
                    <a:pt x="630338" y="1198559"/>
                  </a:cubicBezTo>
                  <a:cubicBezTo>
                    <a:pt x="630338" y="1185042"/>
                    <a:pt x="641281" y="1174099"/>
                    <a:pt x="654798" y="1174099"/>
                  </a:cubicBezTo>
                  <a:close/>
                  <a:moveTo>
                    <a:pt x="444685" y="1174099"/>
                  </a:moveTo>
                  <a:cubicBezTo>
                    <a:pt x="458203" y="1174099"/>
                    <a:pt x="469146" y="1185042"/>
                    <a:pt x="469146" y="1198559"/>
                  </a:cubicBezTo>
                  <a:cubicBezTo>
                    <a:pt x="469146" y="1212077"/>
                    <a:pt x="458203" y="1223020"/>
                    <a:pt x="444685" y="1223020"/>
                  </a:cubicBezTo>
                  <a:cubicBezTo>
                    <a:pt x="431168" y="1223020"/>
                    <a:pt x="420225" y="1212077"/>
                    <a:pt x="420225" y="1198559"/>
                  </a:cubicBezTo>
                  <a:cubicBezTo>
                    <a:pt x="420225" y="1185042"/>
                    <a:pt x="431168" y="1174099"/>
                    <a:pt x="444685" y="1174099"/>
                  </a:cubicBezTo>
                  <a:close/>
                  <a:moveTo>
                    <a:pt x="234573" y="1174099"/>
                  </a:moveTo>
                  <a:cubicBezTo>
                    <a:pt x="248091" y="1174099"/>
                    <a:pt x="259034" y="1185042"/>
                    <a:pt x="259034" y="1198559"/>
                  </a:cubicBezTo>
                  <a:cubicBezTo>
                    <a:pt x="259034" y="1212077"/>
                    <a:pt x="248091" y="1223020"/>
                    <a:pt x="234573" y="1223020"/>
                  </a:cubicBezTo>
                  <a:cubicBezTo>
                    <a:pt x="221056" y="1223020"/>
                    <a:pt x="210113" y="1212077"/>
                    <a:pt x="210113" y="1198559"/>
                  </a:cubicBezTo>
                  <a:cubicBezTo>
                    <a:pt x="210113" y="1185042"/>
                    <a:pt x="221056" y="1174099"/>
                    <a:pt x="234573" y="1174099"/>
                  </a:cubicBezTo>
                  <a:close/>
                  <a:moveTo>
                    <a:pt x="24514" y="1174099"/>
                  </a:moveTo>
                  <a:cubicBezTo>
                    <a:pt x="37978" y="1174099"/>
                    <a:pt x="48921" y="1185042"/>
                    <a:pt x="48921" y="1198559"/>
                  </a:cubicBezTo>
                  <a:cubicBezTo>
                    <a:pt x="48921" y="1212077"/>
                    <a:pt x="37978" y="1223020"/>
                    <a:pt x="24461" y="1223020"/>
                  </a:cubicBezTo>
                  <a:cubicBezTo>
                    <a:pt x="10997" y="1223020"/>
                    <a:pt x="54" y="1212077"/>
                    <a:pt x="54" y="1198559"/>
                  </a:cubicBezTo>
                  <a:cubicBezTo>
                    <a:pt x="54" y="1185042"/>
                    <a:pt x="10997" y="1174099"/>
                    <a:pt x="24514" y="1174099"/>
                  </a:cubicBezTo>
                  <a:close/>
                  <a:moveTo>
                    <a:pt x="1285137" y="974822"/>
                  </a:moveTo>
                  <a:cubicBezTo>
                    <a:pt x="1298601" y="974876"/>
                    <a:pt x="1309598" y="985818"/>
                    <a:pt x="1309598" y="999282"/>
                  </a:cubicBezTo>
                  <a:cubicBezTo>
                    <a:pt x="1309598" y="1012800"/>
                    <a:pt x="1298655" y="1023743"/>
                    <a:pt x="1285137" y="1023743"/>
                  </a:cubicBezTo>
                  <a:cubicBezTo>
                    <a:pt x="1271620" y="1023743"/>
                    <a:pt x="1260677" y="1012800"/>
                    <a:pt x="1260677" y="999282"/>
                  </a:cubicBezTo>
                  <a:cubicBezTo>
                    <a:pt x="1260677" y="985765"/>
                    <a:pt x="1271620" y="974822"/>
                    <a:pt x="1285137" y="974822"/>
                  </a:cubicBezTo>
                  <a:close/>
                  <a:moveTo>
                    <a:pt x="1075024" y="974822"/>
                  </a:moveTo>
                  <a:cubicBezTo>
                    <a:pt x="1088542" y="974876"/>
                    <a:pt x="1099485" y="985818"/>
                    <a:pt x="1099485" y="999282"/>
                  </a:cubicBezTo>
                  <a:cubicBezTo>
                    <a:pt x="1099485" y="1012800"/>
                    <a:pt x="1088542" y="1023743"/>
                    <a:pt x="1075024" y="1023743"/>
                  </a:cubicBezTo>
                  <a:cubicBezTo>
                    <a:pt x="1061507" y="1023743"/>
                    <a:pt x="1050564" y="1012800"/>
                    <a:pt x="1050564" y="999282"/>
                  </a:cubicBezTo>
                  <a:cubicBezTo>
                    <a:pt x="1050564" y="985765"/>
                    <a:pt x="1061507" y="974822"/>
                    <a:pt x="1075024" y="974822"/>
                  </a:cubicBezTo>
                  <a:close/>
                  <a:moveTo>
                    <a:pt x="864911" y="974822"/>
                  </a:moveTo>
                  <a:cubicBezTo>
                    <a:pt x="878429" y="974876"/>
                    <a:pt x="889372" y="985818"/>
                    <a:pt x="889372" y="999282"/>
                  </a:cubicBezTo>
                  <a:cubicBezTo>
                    <a:pt x="889372" y="1012800"/>
                    <a:pt x="878429" y="1023743"/>
                    <a:pt x="864911" y="1023743"/>
                  </a:cubicBezTo>
                  <a:cubicBezTo>
                    <a:pt x="851394" y="1023743"/>
                    <a:pt x="840451" y="1012800"/>
                    <a:pt x="840451" y="999282"/>
                  </a:cubicBezTo>
                  <a:cubicBezTo>
                    <a:pt x="840451" y="985765"/>
                    <a:pt x="851394" y="974822"/>
                    <a:pt x="864911" y="974822"/>
                  </a:cubicBezTo>
                  <a:close/>
                  <a:moveTo>
                    <a:pt x="654798" y="974822"/>
                  </a:moveTo>
                  <a:cubicBezTo>
                    <a:pt x="668316" y="974876"/>
                    <a:pt x="679259" y="985818"/>
                    <a:pt x="679259" y="999282"/>
                  </a:cubicBezTo>
                  <a:cubicBezTo>
                    <a:pt x="679259" y="1012800"/>
                    <a:pt x="668316" y="1023743"/>
                    <a:pt x="654798" y="1023743"/>
                  </a:cubicBezTo>
                  <a:cubicBezTo>
                    <a:pt x="641281" y="1023743"/>
                    <a:pt x="630338" y="1012800"/>
                    <a:pt x="630338" y="999282"/>
                  </a:cubicBezTo>
                  <a:cubicBezTo>
                    <a:pt x="630338" y="985765"/>
                    <a:pt x="641281" y="974822"/>
                    <a:pt x="654798" y="974822"/>
                  </a:cubicBezTo>
                  <a:close/>
                  <a:moveTo>
                    <a:pt x="444685" y="974822"/>
                  </a:moveTo>
                  <a:cubicBezTo>
                    <a:pt x="458203" y="974876"/>
                    <a:pt x="469146" y="985818"/>
                    <a:pt x="469146" y="999282"/>
                  </a:cubicBezTo>
                  <a:cubicBezTo>
                    <a:pt x="469146" y="1012800"/>
                    <a:pt x="458203" y="1023743"/>
                    <a:pt x="444685" y="1023743"/>
                  </a:cubicBezTo>
                  <a:cubicBezTo>
                    <a:pt x="431168" y="1023743"/>
                    <a:pt x="420225" y="1012800"/>
                    <a:pt x="420225" y="999282"/>
                  </a:cubicBezTo>
                  <a:cubicBezTo>
                    <a:pt x="420225" y="985765"/>
                    <a:pt x="431168" y="974822"/>
                    <a:pt x="444685" y="974822"/>
                  </a:cubicBezTo>
                  <a:close/>
                  <a:moveTo>
                    <a:pt x="234573" y="974822"/>
                  </a:moveTo>
                  <a:cubicBezTo>
                    <a:pt x="248091" y="974876"/>
                    <a:pt x="259034" y="985818"/>
                    <a:pt x="259034" y="999282"/>
                  </a:cubicBezTo>
                  <a:cubicBezTo>
                    <a:pt x="259034" y="1012800"/>
                    <a:pt x="248091" y="1023743"/>
                    <a:pt x="234573" y="1023743"/>
                  </a:cubicBezTo>
                  <a:cubicBezTo>
                    <a:pt x="221056" y="1023743"/>
                    <a:pt x="210113" y="1012800"/>
                    <a:pt x="210113" y="999282"/>
                  </a:cubicBezTo>
                  <a:cubicBezTo>
                    <a:pt x="210113" y="985765"/>
                    <a:pt x="221056" y="974822"/>
                    <a:pt x="234573" y="974822"/>
                  </a:cubicBezTo>
                  <a:close/>
                  <a:moveTo>
                    <a:pt x="24460" y="974822"/>
                  </a:moveTo>
                  <a:cubicBezTo>
                    <a:pt x="37978" y="974876"/>
                    <a:pt x="48921" y="985818"/>
                    <a:pt x="48921" y="999282"/>
                  </a:cubicBezTo>
                  <a:cubicBezTo>
                    <a:pt x="48921" y="1012800"/>
                    <a:pt x="37978" y="1023743"/>
                    <a:pt x="24460" y="1023743"/>
                  </a:cubicBezTo>
                  <a:cubicBezTo>
                    <a:pt x="10943" y="1023743"/>
                    <a:pt x="0" y="1012800"/>
                    <a:pt x="0" y="999282"/>
                  </a:cubicBezTo>
                  <a:cubicBezTo>
                    <a:pt x="0" y="985765"/>
                    <a:pt x="10943" y="974822"/>
                    <a:pt x="24460" y="974822"/>
                  </a:cubicBezTo>
                  <a:close/>
                  <a:moveTo>
                    <a:pt x="1285137" y="775598"/>
                  </a:moveTo>
                  <a:cubicBezTo>
                    <a:pt x="1298601" y="775598"/>
                    <a:pt x="1309598" y="786541"/>
                    <a:pt x="1309598" y="800058"/>
                  </a:cubicBezTo>
                  <a:cubicBezTo>
                    <a:pt x="1309598" y="813576"/>
                    <a:pt x="1298655" y="824519"/>
                    <a:pt x="1285137" y="824519"/>
                  </a:cubicBezTo>
                  <a:cubicBezTo>
                    <a:pt x="1271620" y="824519"/>
                    <a:pt x="1260677" y="813576"/>
                    <a:pt x="1260677" y="800058"/>
                  </a:cubicBezTo>
                  <a:cubicBezTo>
                    <a:pt x="1260677" y="786541"/>
                    <a:pt x="1271620" y="775598"/>
                    <a:pt x="1285137" y="775598"/>
                  </a:cubicBezTo>
                  <a:close/>
                  <a:moveTo>
                    <a:pt x="1075024" y="775598"/>
                  </a:moveTo>
                  <a:cubicBezTo>
                    <a:pt x="1088542" y="775598"/>
                    <a:pt x="1099485" y="786541"/>
                    <a:pt x="1099485" y="800058"/>
                  </a:cubicBezTo>
                  <a:cubicBezTo>
                    <a:pt x="1099485" y="813576"/>
                    <a:pt x="1088542" y="824519"/>
                    <a:pt x="1075024" y="824519"/>
                  </a:cubicBezTo>
                  <a:cubicBezTo>
                    <a:pt x="1061507" y="824519"/>
                    <a:pt x="1050564" y="813576"/>
                    <a:pt x="1050564" y="800058"/>
                  </a:cubicBezTo>
                  <a:cubicBezTo>
                    <a:pt x="1050564" y="786541"/>
                    <a:pt x="1061507" y="775598"/>
                    <a:pt x="1075024" y="775598"/>
                  </a:cubicBezTo>
                  <a:close/>
                  <a:moveTo>
                    <a:pt x="864911" y="775598"/>
                  </a:moveTo>
                  <a:cubicBezTo>
                    <a:pt x="878429" y="775598"/>
                    <a:pt x="889372" y="786541"/>
                    <a:pt x="889372" y="800058"/>
                  </a:cubicBezTo>
                  <a:cubicBezTo>
                    <a:pt x="889372" y="813576"/>
                    <a:pt x="878429" y="824519"/>
                    <a:pt x="864911" y="824519"/>
                  </a:cubicBezTo>
                  <a:cubicBezTo>
                    <a:pt x="851394" y="824519"/>
                    <a:pt x="840451" y="813576"/>
                    <a:pt x="840451" y="800058"/>
                  </a:cubicBezTo>
                  <a:cubicBezTo>
                    <a:pt x="840451" y="786541"/>
                    <a:pt x="851394" y="775598"/>
                    <a:pt x="864911" y="775598"/>
                  </a:cubicBezTo>
                  <a:close/>
                  <a:moveTo>
                    <a:pt x="654798" y="775598"/>
                  </a:moveTo>
                  <a:cubicBezTo>
                    <a:pt x="668316" y="775598"/>
                    <a:pt x="679259" y="786541"/>
                    <a:pt x="679259" y="800058"/>
                  </a:cubicBezTo>
                  <a:cubicBezTo>
                    <a:pt x="679259" y="813576"/>
                    <a:pt x="668316" y="824519"/>
                    <a:pt x="654798" y="824519"/>
                  </a:cubicBezTo>
                  <a:cubicBezTo>
                    <a:pt x="641281" y="824519"/>
                    <a:pt x="630338" y="813576"/>
                    <a:pt x="630338" y="800058"/>
                  </a:cubicBezTo>
                  <a:cubicBezTo>
                    <a:pt x="630338" y="786541"/>
                    <a:pt x="641281" y="775598"/>
                    <a:pt x="654798" y="775598"/>
                  </a:cubicBezTo>
                  <a:close/>
                  <a:moveTo>
                    <a:pt x="444685" y="775598"/>
                  </a:moveTo>
                  <a:cubicBezTo>
                    <a:pt x="458203" y="775598"/>
                    <a:pt x="469146" y="786541"/>
                    <a:pt x="469146" y="800058"/>
                  </a:cubicBezTo>
                  <a:cubicBezTo>
                    <a:pt x="469146" y="813576"/>
                    <a:pt x="458203" y="824519"/>
                    <a:pt x="444685" y="824519"/>
                  </a:cubicBezTo>
                  <a:cubicBezTo>
                    <a:pt x="431168" y="824519"/>
                    <a:pt x="420225" y="813576"/>
                    <a:pt x="420225" y="800058"/>
                  </a:cubicBezTo>
                  <a:cubicBezTo>
                    <a:pt x="420225" y="786541"/>
                    <a:pt x="431168" y="775598"/>
                    <a:pt x="444685" y="775598"/>
                  </a:cubicBezTo>
                  <a:close/>
                  <a:moveTo>
                    <a:pt x="234573" y="775598"/>
                  </a:moveTo>
                  <a:cubicBezTo>
                    <a:pt x="248091" y="775598"/>
                    <a:pt x="259034" y="786541"/>
                    <a:pt x="259034" y="800058"/>
                  </a:cubicBezTo>
                  <a:cubicBezTo>
                    <a:pt x="259034" y="813576"/>
                    <a:pt x="248091" y="824519"/>
                    <a:pt x="234573" y="824519"/>
                  </a:cubicBezTo>
                  <a:cubicBezTo>
                    <a:pt x="221056" y="824519"/>
                    <a:pt x="210113" y="813576"/>
                    <a:pt x="210113" y="800058"/>
                  </a:cubicBezTo>
                  <a:cubicBezTo>
                    <a:pt x="210113" y="786541"/>
                    <a:pt x="221056" y="775598"/>
                    <a:pt x="234573" y="775598"/>
                  </a:cubicBezTo>
                  <a:close/>
                  <a:moveTo>
                    <a:pt x="24460" y="775598"/>
                  </a:moveTo>
                  <a:cubicBezTo>
                    <a:pt x="37978" y="775598"/>
                    <a:pt x="48921" y="786541"/>
                    <a:pt x="48921" y="800058"/>
                  </a:cubicBezTo>
                  <a:cubicBezTo>
                    <a:pt x="48921" y="813576"/>
                    <a:pt x="37978" y="824519"/>
                    <a:pt x="24460" y="824519"/>
                  </a:cubicBezTo>
                  <a:cubicBezTo>
                    <a:pt x="10943" y="824519"/>
                    <a:pt x="0" y="813576"/>
                    <a:pt x="0" y="800058"/>
                  </a:cubicBezTo>
                  <a:cubicBezTo>
                    <a:pt x="0" y="786541"/>
                    <a:pt x="10943" y="775598"/>
                    <a:pt x="24460" y="775598"/>
                  </a:cubicBezTo>
                  <a:close/>
                  <a:moveTo>
                    <a:pt x="1285137" y="597778"/>
                  </a:moveTo>
                  <a:cubicBezTo>
                    <a:pt x="1298601" y="597778"/>
                    <a:pt x="1309598" y="608721"/>
                    <a:pt x="1309598" y="622238"/>
                  </a:cubicBezTo>
                  <a:cubicBezTo>
                    <a:pt x="1309598" y="635756"/>
                    <a:pt x="1298655" y="646699"/>
                    <a:pt x="1285137" y="646699"/>
                  </a:cubicBezTo>
                  <a:cubicBezTo>
                    <a:pt x="1271620" y="646699"/>
                    <a:pt x="1260677" y="635756"/>
                    <a:pt x="1260677" y="622238"/>
                  </a:cubicBezTo>
                  <a:cubicBezTo>
                    <a:pt x="1260677" y="608721"/>
                    <a:pt x="1271620" y="597778"/>
                    <a:pt x="1285137" y="597778"/>
                  </a:cubicBezTo>
                  <a:close/>
                  <a:moveTo>
                    <a:pt x="1075024" y="597778"/>
                  </a:moveTo>
                  <a:cubicBezTo>
                    <a:pt x="1088542" y="597778"/>
                    <a:pt x="1099485" y="608721"/>
                    <a:pt x="1099485" y="622238"/>
                  </a:cubicBezTo>
                  <a:cubicBezTo>
                    <a:pt x="1099485" y="635756"/>
                    <a:pt x="1088542" y="646699"/>
                    <a:pt x="1075024" y="646699"/>
                  </a:cubicBezTo>
                  <a:cubicBezTo>
                    <a:pt x="1061507" y="646699"/>
                    <a:pt x="1050564" y="635756"/>
                    <a:pt x="1050564" y="622238"/>
                  </a:cubicBezTo>
                  <a:cubicBezTo>
                    <a:pt x="1050564" y="608721"/>
                    <a:pt x="1061507" y="597778"/>
                    <a:pt x="1075024" y="597778"/>
                  </a:cubicBezTo>
                  <a:close/>
                  <a:moveTo>
                    <a:pt x="864911" y="597778"/>
                  </a:moveTo>
                  <a:cubicBezTo>
                    <a:pt x="878429" y="597778"/>
                    <a:pt x="889372" y="608721"/>
                    <a:pt x="889372" y="622238"/>
                  </a:cubicBezTo>
                  <a:cubicBezTo>
                    <a:pt x="889372" y="635756"/>
                    <a:pt x="878429" y="646699"/>
                    <a:pt x="864911" y="646699"/>
                  </a:cubicBezTo>
                  <a:cubicBezTo>
                    <a:pt x="851394" y="646699"/>
                    <a:pt x="840451" y="635756"/>
                    <a:pt x="840451" y="622238"/>
                  </a:cubicBezTo>
                  <a:cubicBezTo>
                    <a:pt x="840451" y="608721"/>
                    <a:pt x="851394" y="597778"/>
                    <a:pt x="864911" y="597778"/>
                  </a:cubicBezTo>
                  <a:close/>
                  <a:moveTo>
                    <a:pt x="654798" y="597778"/>
                  </a:moveTo>
                  <a:cubicBezTo>
                    <a:pt x="668316" y="597778"/>
                    <a:pt x="679259" y="608721"/>
                    <a:pt x="679259" y="622238"/>
                  </a:cubicBezTo>
                  <a:cubicBezTo>
                    <a:pt x="679259" y="635756"/>
                    <a:pt x="668316" y="646699"/>
                    <a:pt x="654798" y="646699"/>
                  </a:cubicBezTo>
                  <a:cubicBezTo>
                    <a:pt x="641281" y="646699"/>
                    <a:pt x="630338" y="635756"/>
                    <a:pt x="630338" y="622238"/>
                  </a:cubicBezTo>
                  <a:cubicBezTo>
                    <a:pt x="630338" y="608721"/>
                    <a:pt x="641281" y="597778"/>
                    <a:pt x="654798" y="597778"/>
                  </a:cubicBezTo>
                  <a:close/>
                  <a:moveTo>
                    <a:pt x="444685" y="597778"/>
                  </a:moveTo>
                  <a:cubicBezTo>
                    <a:pt x="458203" y="597778"/>
                    <a:pt x="469146" y="608721"/>
                    <a:pt x="469146" y="622238"/>
                  </a:cubicBezTo>
                  <a:cubicBezTo>
                    <a:pt x="469146" y="635756"/>
                    <a:pt x="458203" y="646699"/>
                    <a:pt x="444685" y="646699"/>
                  </a:cubicBezTo>
                  <a:cubicBezTo>
                    <a:pt x="431168" y="646699"/>
                    <a:pt x="420225" y="635756"/>
                    <a:pt x="420225" y="622238"/>
                  </a:cubicBezTo>
                  <a:cubicBezTo>
                    <a:pt x="420225" y="608721"/>
                    <a:pt x="431168" y="597778"/>
                    <a:pt x="444685" y="597778"/>
                  </a:cubicBezTo>
                  <a:close/>
                  <a:moveTo>
                    <a:pt x="234573" y="597778"/>
                  </a:moveTo>
                  <a:cubicBezTo>
                    <a:pt x="248091" y="597778"/>
                    <a:pt x="259034" y="608721"/>
                    <a:pt x="259034" y="622238"/>
                  </a:cubicBezTo>
                  <a:cubicBezTo>
                    <a:pt x="259034" y="635756"/>
                    <a:pt x="248091" y="646699"/>
                    <a:pt x="234573" y="646699"/>
                  </a:cubicBezTo>
                  <a:cubicBezTo>
                    <a:pt x="221056" y="646699"/>
                    <a:pt x="210113" y="635756"/>
                    <a:pt x="210113" y="622238"/>
                  </a:cubicBezTo>
                  <a:cubicBezTo>
                    <a:pt x="210113" y="608721"/>
                    <a:pt x="221056" y="597778"/>
                    <a:pt x="234573" y="597778"/>
                  </a:cubicBezTo>
                  <a:close/>
                  <a:moveTo>
                    <a:pt x="24514" y="597778"/>
                  </a:moveTo>
                  <a:cubicBezTo>
                    <a:pt x="37978" y="597778"/>
                    <a:pt x="48921" y="608721"/>
                    <a:pt x="48921" y="622238"/>
                  </a:cubicBezTo>
                  <a:cubicBezTo>
                    <a:pt x="48921" y="635756"/>
                    <a:pt x="37978" y="646699"/>
                    <a:pt x="24461" y="646699"/>
                  </a:cubicBezTo>
                  <a:cubicBezTo>
                    <a:pt x="10997" y="646645"/>
                    <a:pt x="54" y="635702"/>
                    <a:pt x="54" y="622238"/>
                  </a:cubicBezTo>
                  <a:cubicBezTo>
                    <a:pt x="54" y="608721"/>
                    <a:pt x="10997" y="597778"/>
                    <a:pt x="24514" y="597778"/>
                  </a:cubicBezTo>
                  <a:close/>
                  <a:moveTo>
                    <a:pt x="1285137" y="398500"/>
                  </a:moveTo>
                  <a:cubicBezTo>
                    <a:pt x="1298601" y="398500"/>
                    <a:pt x="1309598" y="409443"/>
                    <a:pt x="1309598" y="422960"/>
                  </a:cubicBezTo>
                  <a:cubicBezTo>
                    <a:pt x="1309598" y="436478"/>
                    <a:pt x="1298655" y="447421"/>
                    <a:pt x="1285137" y="447421"/>
                  </a:cubicBezTo>
                  <a:cubicBezTo>
                    <a:pt x="1271620" y="447421"/>
                    <a:pt x="1260677" y="436478"/>
                    <a:pt x="1260677" y="422960"/>
                  </a:cubicBezTo>
                  <a:cubicBezTo>
                    <a:pt x="1260677" y="409443"/>
                    <a:pt x="1271620" y="398500"/>
                    <a:pt x="1285137" y="398500"/>
                  </a:cubicBezTo>
                  <a:close/>
                  <a:moveTo>
                    <a:pt x="1075024" y="398500"/>
                  </a:moveTo>
                  <a:cubicBezTo>
                    <a:pt x="1088542" y="398500"/>
                    <a:pt x="1099485" y="409443"/>
                    <a:pt x="1099485" y="422960"/>
                  </a:cubicBezTo>
                  <a:cubicBezTo>
                    <a:pt x="1099485" y="436478"/>
                    <a:pt x="1088542" y="447421"/>
                    <a:pt x="1075024" y="447421"/>
                  </a:cubicBezTo>
                  <a:cubicBezTo>
                    <a:pt x="1061507" y="447421"/>
                    <a:pt x="1050564" y="436478"/>
                    <a:pt x="1050564" y="422960"/>
                  </a:cubicBezTo>
                  <a:cubicBezTo>
                    <a:pt x="1050564" y="409443"/>
                    <a:pt x="1061507" y="398500"/>
                    <a:pt x="1075024" y="398500"/>
                  </a:cubicBezTo>
                  <a:close/>
                  <a:moveTo>
                    <a:pt x="864911" y="398500"/>
                  </a:moveTo>
                  <a:cubicBezTo>
                    <a:pt x="878429" y="398500"/>
                    <a:pt x="889372" y="409443"/>
                    <a:pt x="889372" y="422960"/>
                  </a:cubicBezTo>
                  <a:cubicBezTo>
                    <a:pt x="889372" y="436478"/>
                    <a:pt x="878429" y="447421"/>
                    <a:pt x="864911" y="447421"/>
                  </a:cubicBezTo>
                  <a:cubicBezTo>
                    <a:pt x="851394" y="447421"/>
                    <a:pt x="840451" y="436478"/>
                    <a:pt x="840451" y="422960"/>
                  </a:cubicBezTo>
                  <a:cubicBezTo>
                    <a:pt x="840451" y="409443"/>
                    <a:pt x="851394" y="398500"/>
                    <a:pt x="864911" y="398500"/>
                  </a:cubicBezTo>
                  <a:close/>
                  <a:moveTo>
                    <a:pt x="654798" y="398500"/>
                  </a:moveTo>
                  <a:cubicBezTo>
                    <a:pt x="668316" y="398500"/>
                    <a:pt x="679259" y="409443"/>
                    <a:pt x="679259" y="422960"/>
                  </a:cubicBezTo>
                  <a:cubicBezTo>
                    <a:pt x="679259" y="436478"/>
                    <a:pt x="668316" y="447421"/>
                    <a:pt x="654798" y="447421"/>
                  </a:cubicBezTo>
                  <a:cubicBezTo>
                    <a:pt x="641281" y="447421"/>
                    <a:pt x="630338" y="436478"/>
                    <a:pt x="630338" y="422960"/>
                  </a:cubicBezTo>
                  <a:cubicBezTo>
                    <a:pt x="630338" y="409443"/>
                    <a:pt x="641281" y="398500"/>
                    <a:pt x="654798" y="398500"/>
                  </a:cubicBezTo>
                  <a:close/>
                  <a:moveTo>
                    <a:pt x="444685" y="398500"/>
                  </a:moveTo>
                  <a:cubicBezTo>
                    <a:pt x="458203" y="398500"/>
                    <a:pt x="469146" y="409443"/>
                    <a:pt x="469146" y="422960"/>
                  </a:cubicBezTo>
                  <a:cubicBezTo>
                    <a:pt x="469146" y="436478"/>
                    <a:pt x="458203" y="447421"/>
                    <a:pt x="444685" y="447421"/>
                  </a:cubicBezTo>
                  <a:cubicBezTo>
                    <a:pt x="431168" y="447421"/>
                    <a:pt x="420225" y="436478"/>
                    <a:pt x="420225" y="422960"/>
                  </a:cubicBezTo>
                  <a:cubicBezTo>
                    <a:pt x="420225" y="409443"/>
                    <a:pt x="431168" y="398500"/>
                    <a:pt x="444685" y="398500"/>
                  </a:cubicBezTo>
                  <a:close/>
                  <a:moveTo>
                    <a:pt x="234573" y="398500"/>
                  </a:moveTo>
                  <a:cubicBezTo>
                    <a:pt x="248091" y="398500"/>
                    <a:pt x="259034" y="409443"/>
                    <a:pt x="259034" y="422960"/>
                  </a:cubicBezTo>
                  <a:cubicBezTo>
                    <a:pt x="259034" y="436478"/>
                    <a:pt x="248091" y="447421"/>
                    <a:pt x="234573" y="447421"/>
                  </a:cubicBezTo>
                  <a:cubicBezTo>
                    <a:pt x="221056" y="447421"/>
                    <a:pt x="210113" y="436478"/>
                    <a:pt x="210113" y="422960"/>
                  </a:cubicBezTo>
                  <a:cubicBezTo>
                    <a:pt x="210113" y="409443"/>
                    <a:pt x="221056" y="398500"/>
                    <a:pt x="234573" y="398500"/>
                  </a:cubicBezTo>
                  <a:close/>
                  <a:moveTo>
                    <a:pt x="24514" y="398500"/>
                  </a:moveTo>
                  <a:cubicBezTo>
                    <a:pt x="37978" y="398500"/>
                    <a:pt x="48921" y="409443"/>
                    <a:pt x="48921" y="422960"/>
                  </a:cubicBezTo>
                  <a:cubicBezTo>
                    <a:pt x="48921" y="436478"/>
                    <a:pt x="37978" y="447421"/>
                    <a:pt x="24461" y="447421"/>
                  </a:cubicBezTo>
                  <a:cubicBezTo>
                    <a:pt x="10997" y="447421"/>
                    <a:pt x="54" y="436478"/>
                    <a:pt x="54" y="422960"/>
                  </a:cubicBezTo>
                  <a:cubicBezTo>
                    <a:pt x="54" y="409443"/>
                    <a:pt x="10997" y="398500"/>
                    <a:pt x="24514" y="398500"/>
                  </a:cubicBezTo>
                  <a:close/>
                  <a:moveTo>
                    <a:pt x="1285137" y="199223"/>
                  </a:moveTo>
                  <a:cubicBezTo>
                    <a:pt x="1298601" y="199277"/>
                    <a:pt x="1309598" y="210219"/>
                    <a:pt x="1309598" y="223683"/>
                  </a:cubicBezTo>
                  <a:cubicBezTo>
                    <a:pt x="1309598" y="237201"/>
                    <a:pt x="1298655" y="248144"/>
                    <a:pt x="1285137" y="248144"/>
                  </a:cubicBezTo>
                  <a:cubicBezTo>
                    <a:pt x="1271620" y="248144"/>
                    <a:pt x="1260677" y="237201"/>
                    <a:pt x="1260677" y="223683"/>
                  </a:cubicBezTo>
                  <a:cubicBezTo>
                    <a:pt x="1260677" y="210166"/>
                    <a:pt x="1271620" y="199223"/>
                    <a:pt x="1285137" y="199223"/>
                  </a:cubicBezTo>
                  <a:close/>
                  <a:moveTo>
                    <a:pt x="1075024" y="199223"/>
                  </a:moveTo>
                  <a:cubicBezTo>
                    <a:pt x="1088542" y="199277"/>
                    <a:pt x="1099485" y="210219"/>
                    <a:pt x="1099485" y="223683"/>
                  </a:cubicBezTo>
                  <a:cubicBezTo>
                    <a:pt x="1099485" y="237201"/>
                    <a:pt x="1088542" y="248144"/>
                    <a:pt x="1075024" y="248144"/>
                  </a:cubicBezTo>
                  <a:cubicBezTo>
                    <a:pt x="1061507" y="248144"/>
                    <a:pt x="1050564" y="237201"/>
                    <a:pt x="1050564" y="223683"/>
                  </a:cubicBezTo>
                  <a:cubicBezTo>
                    <a:pt x="1050564" y="210166"/>
                    <a:pt x="1061507" y="199223"/>
                    <a:pt x="1075024" y="199223"/>
                  </a:cubicBezTo>
                  <a:close/>
                  <a:moveTo>
                    <a:pt x="864911" y="199223"/>
                  </a:moveTo>
                  <a:cubicBezTo>
                    <a:pt x="878429" y="199277"/>
                    <a:pt x="889372" y="210219"/>
                    <a:pt x="889372" y="223683"/>
                  </a:cubicBezTo>
                  <a:cubicBezTo>
                    <a:pt x="889372" y="237201"/>
                    <a:pt x="878429" y="248144"/>
                    <a:pt x="864911" y="248144"/>
                  </a:cubicBezTo>
                  <a:cubicBezTo>
                    <a:pt x="851394" y="248144"/>
                    <a:pt x="840451" y="237201"/>
                    <a:pt x="840451" y="223683"/>
                  </a:cubicBezTo>
                  <a:cubicBezTo>
                    <a:pt x="840451" y="210166"/>
                    <a:pt x="851394" y="199223"/>
                    <a:pt x="864911" y="199223"/>
                  </a:cubicBezTo>
                  <a:close/>
                  <a:moveTo>
                    <a:pt x="654798" y="199223"/>
                  </a:moveTo>
                  <a:cubicBezTo>
                    <a:pt x="668316" y="199277"/>
                    <a:pt x="679259" y="210219"/>
                    <a:pt x="679259" y="223683"/>
                  </a:cubicBezTo>
                  <a:cubicBezTo>
                    <a:pt x="679259" y="237201"/>
                    <a:pt x="668316" y="248144"/>
                    <a:pt x="654798" y="248144"/>
                  </a:cubicBezTo>
                  <a:cubicBezTo>
                    <a:pt x="641281" y="248144"/>
                    <a:pt x="630338" y="237201"/>
                    <a:pt x="630338" y="223683"/>
                  </a:cubicBezTo>
                  <a:cubicBezTo>
                    <a:pt x="630338" y="210166"/>
                    <a:pt x="641281" y="199223"/>
                    <a:pt x="654798" y="199223"/>
                  </a:cubicBezTo>
                  <a:close/>
                  <a:moveTo>
                    <a:pt x="444685" y="199223"/>
                  </a:moveTo>
                  <a:cubicBezTo>
                    <a:pt x="458203" y="199277"/>
                    <a:pt x="469146" y="210219"/>
                    <a:pt x="469146" y="223683"/>
                  </a:cubicBezTo>
                  <a:cubicBezTo>
                    <a:pt x="469146" y="237201"/>
                    <a:pt x="458203" y="248144"/>
                    <a:pt x="444685" y="248144"/>
                  </a:cubicBezTo>
                  <a:cubicBezTo>
                    <a:pt x="431168" y="248144"/>
                    <a:pt x="420225" y="237201"/>
                    <a:pt x="420225" y="223683"/>
                  </a:cubicBezTo>
                  <a:cubicBezTo>
                    <a:pt x="420225" y="210166"/>
                    <a:pt x="431168" y="199223"/>
                    <a:pt x="444685" y="199223"/>
                  </a:cubicBezTo>
                  <a:close/>
                  <a:moveTo>
                    <a:pt x="234573" y="199223"/>
                  </a:moveTo>
                  <a:cubicBezTo>
                    <a:pt x="248091" y="199277"/>
                    <a:pt x="259034" y="210219"/>
                    <a:pt x="259034" y="223683"/>
                  </a:cubicBezTo>
                  <a:cubicBezTo>
                    <a:pt x="259034" y="237201"/>
                    <a:pt x="248091" y="248144"/>
                    <a:pt x="234573" y="248144"/>
                  </a:cubicBezTo>
                  <a:cubicBezTo>
                    <a:pt x="221056" y="248144"/>
                    <a:pt x="210113" y="237201"/>
                    <a:pt x="210113" y="223683"/>
                  </a:cubicBezTo>
                  <a:cubicBezTo>
                    <a:pt x="210113" y="210166"/>
                    <a:pt x="221056" y="199223"/>
                    <a:pt x="234573" y="199223"/>
                  </a:cubicBezTo>
                  <a:close/>
                  <a:moveTo>
                    <a:pt x="24514" y="199223"/>
                  </a:moveTo>
                  <a:cubicBezTo>
                    <a:pt x="37978" y="199277"/>
                    <a:pt x="48921" y="210219"/>
                    <a:pt x="48921" y="223683"/>
                  </a:cubicBezTo>
                  <a:cubicBezTo>
                    <a:pt x="48921" y="237201"/>
                    <a:pt x="37978" y="248144"/>
                    <a:pt x="24461" y="248144"/>
                  </a:cubicBezTo>
                  <a:cubicBezTo>
                    <a:pt x="10997" y="248144"/>
                    <a:pt x="54" y="237201"/>
                    <a:pt x="54" y="223683"/>
                  </a:cubicBezTo>
                  <a:cubicBezTo>
                    <a:pt x="54" y="210166"/>
                    <a:pt x="10997" y="199223"/>
                    <a:pt x="24514" y="199223"/>
                  </a:cubicBezTo>
                  <a:close/>
                  <a:moveTo>
                    <a:pt x="1285137" y="0"/>
                  </a:moveTo>
                  <a:cubicBezTo>
                    <a:pt x="1298601" y="0"/>
                    <a:pt x="1309598" y="10943"/>
                    <a:pt x="1309598" y="24460"/>
                  </a:cubicBezTo>
                  <a:cubicBezTo>
                    <a:pt x="1309598" y="37978"/>
                    <a:pt x="1298655" y="48921"/>
                    <a:pt x="1285137" y="48921"/>
                  </a:cubicBezTo>
                  <a:cubicBezTo>
                    <a:pt x="1271620" y="48921"/>
                    <a:pt x="1260677" y="37978"/>
                    <a:pt x="1260677" y="24460"/>
                  </a:cubicBezTo>
                  <a:cubicBezTo>
                    <a:pt x="1260677" y="10943"/>
                    <a:pt x="1271620" y="0"/>
                    <a:pt x="1285137" y="0"/>
                  </a:cubicBezTo>
                  <a:close/>
                  <a:moveTo>
                    <a:pt x="1075024" y="0"/>
                  </a:moveTo>
                  <a:cubicBezTo>
                    <a:pt x="1088542" y="0"/>
                    <a:pt x="1099485" y="10943"/>
                    <a:pt x="1099485" y="24460"/>
                  </a:cubicBezTo>
                  <a:cubicBezTo>
                    <a:pt x="1099485" y="37978"/>
                    <a:pt x="1088542" y="48921"/>
                    <a:pt x="1075024" y="48921"/>
                  </a:cubicBezTo>
                  <a:cubicBezTo>
                    <a:pt x="1061507" y="48921"/>
                    <a:pt x="1050564" y="37978"/>
                    <a:pt x="1050564" y="24460"/>
                  </a:cubicBezTo>
                  <a:cubicBezTo>
                    <a:pt x="1050564" y="10943"/>
                    <a:pt x="1061507" y="0"/>
                    <a:pt x="1075024" y="0"/>
                  </a:cubicBezTo>
                  <a:close/>
                  <a:moveTo>
                    <a:pt x="864911" y="0"/>
                  </a:moveTo>
                  <a:cubicBezTo>
                    <a:pt x="878429" y="0"/>
                    <a:pt x="889372" y="10943"/>
                    <a:pt x="889372" y="24460"/>
                  </a:cubicBezTo>
                  <a:cubicBezTo>
                    <a:pt x="889372" y="37978"/>
                    <a:pt x="878429" y="48921"/>
                    <a:pt x="864911" y="48921"/>
                  </a:cubicBezTo>
                  <a:cubicBezTo>
                    <a:pt x="851394" y="48921"/>
                    <a:pt x="840451" y="37978"/>
                    <a:pt x="840451" y="24460"/>
                  </a:cubicBezTo>
                  <a:cubicBezTo>
                    <a:pt x="840451" y="10943"/>
                    <a:pt x="851394" y="0"/>
                    <a:pt x="864911" y="0"/>
                  </a:cubicBezTo>
                  <a:close/>
                  <a:moveTo>
                    <a:pt x="654798" y="0"/>
                  </a:moveTo>
                  <a:cubicBezTo>
                    <a:pt x="668316" y="0"/>
                    <a:pt x="679259" y="10943"/>
                    <a:pt x="679259" y="24460"/>
                  </a:cubicBezTo>
                  <a:cubicBezTo>
                    <a:pt x="679259" y="37978"/>
                    <a:pt x="668316" y="48921"/>
                    <a:pt x="654798" y="48921"/>
                  </a:cubicBezTo>
                  <a:cubicBezTo>
                    <a:pt x="641281" y="48921"/>
                    <a:pt x="630338" y="37978"/>
                    <a:pt x="630338" y="24460"/>
                  </a:cubicBezTo>
                  <a:cubicBezTo>
                    <a:pt x="630338" y="10943"/>
                    <a:pt x="641281" y="0"/>
                    <a:pt x="654798" y="0"/>
                  </a:cubicBezTo>
                  <a:close/>
                  <a:moveTo>
                    <a:pt x="444685" y="0"/>
                  </a:moveTo>
                  <a:cubicBezTo>
                    <a:pt x="458203" y="0"/>
                    <a:pt x="469146" y="10943"/>
                    <a:pt x="469146" y="24460"/>
                  </a:cubicBezTo>
                  <a:cubicBezTo>
                    <a:pt x="469146" y="37978"/>
                    <a:pt x="458203" y="48921"/>
                    <a:pt x="444685" y="48921"/>
                  </a:cubicBezTo>
                  <a:cubicBezTo>
                    <a:pt x="431168" y="48921"/>
                    <a:pt x="420225" y="37978"/>
                    <a:pt x="420225" y="24460"/>
                  </a:cubicBezTo>
                  <a:cubicBezTo>
                    <a:pt x="420225" y="10943"/>
                    <a:pt x="431168" y="0"/>
                    <a:pt x="444685" y="0"/>
                  </a:cubicBezTo>
                  <a:close/>
                  <a:moveTo>
                    <a:pt x="234573" y="0"/>
                  </a:moveTo>
                  <a:cubicBezTo>
                    <a:pt x="248091" y="0"/>
                    <a:pt x="259034" y="10943"/>
                    <a:pt x="259034" y="24460"/>
                  </a:cubicBezTo>
                  <a:cubicBezTo>
                    <a:pt x="259034" y="37978"/>
                    <a:pt x="248091" y="48921"/>
                    <a:pt x="234573" y="48921"/>
                  </a:cubicBezTo>
                  <a:cubicBezTo>
                    <a:pt x="221056" y="48921"/>
                    <a:pt x="210113" y="37978"/>
                    <a:pt x="210113" y="24460"/>
                  </a:cubicBezTo>
                  <a:cubicBezTo>
                    <a:pt x="210113" y="10943"/>
                    <a:pt x="221056" y="0"/>
                    <a:pt x="234573" y="0"/>
                  </a:cubicBezTo>
                  <a:close/>
                  <a:moveTo>
                    <a:pt x="24514" y="0"/>
                  </a:moveTo>
                  <a:cubicBezTo>
                    <a:pt x="37978" y="0"/>
                    <a:pt x="48921" y="10943"/>
                    <a:pt x="48921" y="24460"/>
                  </a:cubicBezTo>
                  <a:cubicBezTo>
                    <a:pt x="48921" y="37978"/>
                    <a:pt x="37978" y="48921"/>
                    <a:pt x="24461" y="48921"/>
                  </a:cubicBezTo>
                  <a:cubicBezTo>
                    <a:pt x="10997" y="48921"/>
                    <a:pt x="54" y="37924"/>
                    <a:pt x="54" y="24460"/>
                  </a:cubicBezTo>
                  <a:cubicBezTo>
                    <a:pt x="54" y="10943"/>
                    <a:pt x="10997" y="0"/>
                    <a:pt x="24514" y="0"/>
                  </a:cubicBezTo>
                  <a:close/>
                </a:path>
              </a:pathLst>
            </a:custGeom>
            <a:solidFill>
              <a:schemeClr val="tx1"/>
            </a:solidFill>
            <a:ln w="5360" cap="flat">
              <a:noFill/>
              <a:prstDash val="solid"/>
              <a:miter/>
            </a:ln>
          </p:spPr>
          <p:txBody>
            <a:bodyPr rtlCol="0" anchor="ctr"/>
            <a:lstStyle/>
            <a:p>
              <a:endParaRPr lang="zh-CN" altLang="en-US"/>
            </a:p>
          </p:txBody>
        </p:sp>
        <p:sp>
          <p:nvSpPr>
            <p:cNvPr id="33" name="任意多边形: 形状 32"/>
            <p:cNvSpPr/>
            <p:nvPr/>
          </p:nvSpPr>
          <p:spPr>
            <a:xfrm>
              <a:off x="9180280" y="1"/>
              <a:ext cx="1135063" cy="692513"/>
            </a:xfrm>
            <a:custGeom>
              <a:avLst/>
              <a:gdLst>
                <a:gd name="connsiteX0" fmla="*/ 14822 w 1135063"/>
                <a:gd name="connsiteY0" fmla="*/ 0 h 692513"/>
                <a:gd name="connsiteX1" fmla="*/ 1120241 w 1135063"/>
                <a:gd name="connsiteY1" fmla="*/ 0 h 692513"/>
                <a:gd name="connsiteX2" fmla="*/ 1123533 w 1135063"/>
                <a:gd name="connsiteY2" fmla="*/ 10605 h 692513"/>
                <a:gd name="connsiteX3" fmla="*/ 1135063 w 1135063"/>
                <a:gd name="connsiteY3" fmla="*/ 124983 h 692513"/>
                <a:gd name="connsiteX4" fmla="*/ 567531 w 1135063"/>
                <a:gd name="connsiteY4" fmla="*/ 692513 h 692513"/>
                <a:gd name="connsiteX5" fmla="*/ 0 w 1135063"/>
                <a:gd name="connsiteY5" fmla="*/ 124983 h 692513"/>
                <a:gd name="connsiteX6" fmla="*/ 11530 w 1135063"/>
                <a:gd name="connsiteY6" fmla="*/ 10605 h 692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35063" h="692513">
                  <a:moveTo>
                    <a:pt x="14822" y="0"/>
                  </a:moveTo>
                  <a:lnTo>
                    <a:pt x="1120241" y="0"/>
                  </a:lnTo>
                  <a:lnTo>
                    <a:pt x="1123533" y="10605"/>
                  </a:lnTo>
                  <a:cubicBezTo>
                    <a:pt x="1131093" y="47550"/>
                    <a:pt x="1135063" y="85803"/>
                    <a:pt x="1135063" y="124983"/>
                  </a:cubicBezTo>
                  <a:cubicBezTo>
                    <a:pt x="1135063" y="438421"/>
                    <a:pt x="880971" y="692513"/>
                    <a:pt x="567531" y="692513"/>
                  </a:cubicBezTo>
                  <a:cubicBezTo>
                    <a:pt x="254092" y="692513"/>
                    <a:pt x="0" y="438421"/>
                    <a:pt x="0" y="124983"/>
                  </a:cubicBezTo>
                  <a:cubicBezTo>
                    <a:pt x="0" y="85803"/>
                    <a:pt x="3970" y="47550"/>
                    <a:pt x="11530" y="10605"/>
                  </a:cubicBezTo>
                  <a:close/>
                </a:path>
              </a:pathLst>
            </a:custGeom>
            <a:gradFill>
              <a:gsLst>
                <a:gs pos="0">
                  <a:schemeClr val="accent1">
                    <a:lumMod val="60000"/>
                    <a:lumOff val="40000"/>
                  </a:schemeClr>
                </a:gs>
                <a:gs pos="62000">
                  <a:schemeClr val="accent1"/>
                </a:gs>
              </a:gsLst>
              <a:lin ang="2700000" scaled="1"/>
            </a:gradFill>
            <a:ln w="4342" cap="flat">
              <a:noFill/>
              <a:prstDash val="solid"/>
              <a:miter/>
            </a:ln>
            <a:effectLst>
              <a:outerShdw blurRad="292100" dist="63500" sx="103000" sy="103000" algn="tl" rotWithShape="0">
                <a:schemeClr val="accent1">
                  <a:alpha val="17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zh-CN" altLang="en-US"/>
            </a:p>
          </p:txBody>
        </p:sp>
        <p:sp>
          <p:nvSpPr>
            <p:cNvPr id="34" name="任意多边形: 形状 33"/>
            <p:cNvSpPr/>
            <p:nvPr/>
          </p:nvSpPr>
          <p:spPr>
            <a:xfrm>
              <a:off x="1" y="0"/>
              <a:ext cx="1359005" cy="2358616"/>
            </a:xfrm>
            <a:custGeom>
              <a:avLst/>
              <a:gdLst>
                <a:gd name="connsiteX0" fmla="*/ 0 w 1359005"/>
                <a:gd name="connsiteY0" fmla="*/ 0 h 2358616"/>
                <a:gd name="connsiteX1" fmla="*/ 488303 w 1359005"/>
                <a:gd name="connsiteY1" fmla="*/ 0 h 2358616"/>
                <a:gd name="connsiteX2" fmla="*/ 513678 w 1359005"/>
                <a:gd name="connsiteY2" fmla="*/ 6525 h 2358616"/>
                <a:gd name="connsiteX3" fmla="*/ 1359005 w 1359005"/>
                <a:gd name="connsiteY3" fmla="*/ 1155526 h 2358616"/>
                <a:gd name="connsiteX4" fmla="*/ 155916 w 1359005"/>
                <a:gd name="connsiteY4" fmla="*/ 2358616 h 2358616"/>
                <a:gd name="connsiteX5" fmla="*/ 32907 w 1359005"/>
                <a:gd name="connsiteY5" fmla="*/ 2352404 h 2358616"/>
                <a:gd name="connsiteX6" fmla="*/ 0 w 1359005"/>
                <a:gd name="connsiteY6" fmla="*/ 2347382 h 2358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59005" h="2358616">
                  <a:moveTo>
                    <a:pt x="0" y="0"/>
                  </a:moveTo>
                  <a:lnTo>
                    <a:pt x="488303" y="0"/>
                  </a:lnTo>
                  <a:lnTo>
                    <a:pt x="513678" y="6525"/>
                  </a:lnTo>
                  <a:cubicBezTo>
                    <a:pt x="1003418" y="158850"/>
                    <a:pt x="1359005" y="615662"/>
                    <a:pt x="1359005" y="1155526"/>
                  </a:cubicBezTo>
                  <a:cubicBezTo>
                    <a:pt x="1359005" y="1819974"/>
                    <a:pt x="820364" y="2358616"/>
                    <a:pt x="155916" y="2358616"/>
                  </a:cubicBezTo>
                  <a:cubicBezTo>
                    <a:pt x="114388" y="2358616"/>
                    <a:pt x="73351" y="2356511"/>
                    <a:pt x="32907" y="2352404"/>
                  </a:cubicBezTo>
                  <a:lnTo>
                    <a:pt x="0" y="2347382"/>
                  </a:lnTo>
                  <a:close/>
                </a:path>
              </a:pathLst>
            </a:custGeom>
            <a:gradFill>
              <a:gsLst>
                <a:gs pos="0">
                  <a:schemeClr val="accent1">
                    <a:lumMod val="60000"/>
                    <a:lumOff val="40000"/>
                  </a:schemeClr>
                </a:gs>
                <a:gs pos="62000">
                  <a:schemeClr val="accent1"/>
                </a:gs>
              </a:gsLst>
              <a:lin ang="2700000" scaled="1"/>
            </a:gradFill>
            <a:ln w="4342" cap="flat">
              <a:noFill/>
              <a:prstDash val="solid"/>
              <a:miter/>
            </a:ln>
            <a:effectLst>
              <a:outerShdw blurRad="292100" dist="63500" sx="103000" sy="103000" algn="tl" rotWithShape="0">
                <a:schemeClr val="accent1">
                  <a:alpha val="17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zh-CN" altLang="en-US"/>
            </a:p>
          </p:txBody>
        </p:sp>
        <p:sp>
          <p:nvSpPr>
            <p:cNvPr id="35" name="任意多边形: 形状 34"/>
            <p:cNvSpPr/>
            <p:nvPr/>
          </p:nvSpPr>
          <p:spPr>
            <a:xfrm>
              <a:off x="10526862" y="5456830"/>
              <a:ext cx="1665139" cy="1401170"/>
            </a:xfrm>
            <a:custGeom>
              <a:avLst/>
              <a:gdLst>
                <a:gd name="connsiteX0" fmla="*/ 993971 w 1665139"/>
                <a:gd name="connsiteY0" fmla="*/ 0 h 1401170"/>
                <a:gd name="connsiteX1" fmla="*/ 1549709 w 1665139"/>
                <a:gd name="connsiteY1" fmla="*/ 169755 h 1401170"/>
                <a:gd name="connsiteX2" fmla="*/ 1665139 w 1665139"/>
                <a:gd name="connsiteY2" fmla="*/ 264994 h 1401170"/>
                <a:gd name="connsiteX3" fmla="*/ 1665139 w 1665139"/>
                <a:gd name="connsiteY3" fmla="*/ 1401170 h 1401170"/>
                <a:gd name="connsiteX4" fmla="*/ 89130 w 1665139"/>
                <a:gd name="connsiteY4" fmla="*/ 1401170 h 1401170"/>
                <a:gd name="connsiteX5" fmla="*/ 78111 w 1665139"/>
                <a:gd name="connsiteY5" fmla="*/ 1380869 h 1401170"/>
                <a:gd name="connsiteX6" fmla="*/ 0 w 1665139"/>
                <a:gd name="connsiteY6" fmla="*/ 993971 h 1401170"/>
                <a:gd name="connsiteX7" fmla="*/ 993971 w 1665139"/>
                <a:gd name="connsiteY7" fmla="*/ 0 h 1401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5139" h="1401170">
                  <a:moveTo>
                    <a:pt x="993971" y="0"/>
                  </a:moveTo>
                  <a:cubicBezTo>
                    <a:pt x="1199828" y="0"/>
                    <a:pt x="1391070" y="62581"/>
                    <a:pt x="1549709" y="169755"/>
                  </a:cubicBezTo>
                  <a:lnTo>
                    <a:pt x="1665139" y="264994"/>
                  </a:lnTo>
                  <a:lnTo>
                    <a:pt x="1665139" y="1401170"/>
                  </a:lnTo>
                  <a:lnTo>
                    <a:pt x="89130" y="1401170"/>
                  </a:lnTo>
                  <a:lnTo>
                    <a:pt x="78111" y="1380869"/>
                  </a:lnTo>
                  <a:cubicBezTo>
                    <a:pt x="27814" y="1261952"/>
                    <a:pt x="0" y="1131209"/>
                    <a:pt x="0" y="993971"/>
                  </a:cubicBezTo>
                  <a:cubicBezTo>
                    <a:pt x="0" y="445016"/>
                    <a:pt x="445014" y="0"/>
                    <a:pt x="993971" y="0"/>
                  </a:cubicBezTo>
                  <a:close/>
                </a:path>
              </a:pathLst>
            </a:custGeom>
            <a:gradFill>
              <a:gsLst>
                <a:gs pos="0">
                  <a:schemeClr val="accent1">
                    <a:lumMod val="60000"/>
                    <a:lumOff val="40000"/>
                  </a:schemeClr>
                </a:gs>
                <a:gs pos="62000">
                  <a:schemeClr val="accent1"/>
                </a:gs>
              </a:gsLst>
              <a:lin ang="2700000" scaled="1"/>
            </a:gradFill>
            <a:ln w="4342" cap="flat">
              <a:noFill/>
              <a:prstDash val="solid"/>
              <a:miter/>
            </a:ln>
            <a:effectLst>
              <a:outerShdw blurRad="292100" dist="63500" sx="103000" sy="103000" algn="tl" rotWithShape="0">
                <a:schemeClr val="accent1">
                  <a:alpha val="17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zh-CN" altLang="en-US"/>
            </a:p>
          </p:txBody>
        </p:sp>
        <p:sp>
          <p:nvSpPr>
            <p:cNvPr id="36" name="任意多边形: 形状 35"/>
            <p:cNvSpPr/>
            <p:nvPr/>
          </p:nvSpPr>
          <p:spPr>
            <a:xfrm>
              <a:off x="2426831" y="0"/>
              <a:ext cx="2800174" cy="1987936"/>
            </a:xfrm>
            <a:custGeom>
              <a:avLst/>
              <a:gdLst>
                <a:gd name="connsiteX0" fmla="*/ 1175699 w 2800174"/>
                <a:gd name="connsiteY0" fmla="*/ 0 h 1987936"/>
                <a:gd name="connsiteX1" fmla="*/ 2800174 w 2800174"/>
                <a:gd name="connsiteY1" fmla="*/ 0 h 1987936"/>
                <a:gd name="connsiteX2" fmla="*/ 979757 w 2800174"/>
                <a:gd name="connsiteY2" fmla="*/ 1820417 h 1987936"/>
                <a:gd name="connsiteX3" fmla="*/ 167519 w 2800174"/>
                <a:gd name="connsiteY3" fmla="*/ 1820417 h 1987936"/>
                <a:gd name="connsiteX4" fmla="*/ 167519 w 2800174"/>
                <a:gd name="connsiteY4" fmla="*/ 1008180 h 19879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00174" h="1987936">
                  <a:moveTo>
                    <a:pt x="1175699" y="0"/>
                  </a:moveTo>
                  <a:lnTo>
                    <a:pt x="2800174" y="0"/>
                  </a:lnTo>
                  <a:lnTo>
                    <a:pt x="979757" y="1820417"/>
                  </a:lnTo>
                  <a:cubicBezTo>
                    <a:pt x="756354" y="2043776"/>
                    <a:pt x="390878" y="2043776"/>
                    <a:pt x="167519" y="1820417"/>
                  </a:cubicBezTo>
                  <a:cubicBezTo>
                    <a:pt x="-55840" y="1597058"/>
                    <a:pt x="-55840" y="1231538"/>
                    <a:pt x="167519" y="1008180"/>
                  </a:cubicBezTo>
                  <a:close/>
                </a:path>
              </a:pathLst>
            </a:custGeom>
            <a:gradFill flip="none" rotWithShape="1">
              <a:gsLst>
                <a:gs pos="0">
                  <a:schemeClr val="accent1">
                    <a:lumMod val="5000"/>
                    <a:lumOff val="95000"/>
                  </a:schemeClr>
                </a:gs>
                <a:gs pos="94000">
                  <a:schemeClr val="accent1">
                    <a:lumMod val="20000"/>
                    <a:lumOff val="80000"/>
                  </a:schemeClr>
                </a:gs>
              </a:gsLst>
              <a:lin ang="18900000" scaled="1"/>
              <a:tileRect/>
            </a:gradFill>
            <a:ln w="4342" cap="flat">
              <a:noFill/>
              <a:prstDash val="solid"/>
              <a:miter/>
            </a:ln>
            <a:effectLst>
              <a:outerShdw blurRad="292100" dist="63500" sx="103000" sy="103000" algn="tl" rotWithShape="0">
                <a:schemeClr val="accent1">
                  <a:lumMod val="50000"/>
                  <a:alpha val="17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zh-CN" altLang="en-US"/>
            </a:p>
          </p:txBody>
        </p:sp>
        <p:sp>
          <p:nvSpPr>
            <p:cNvPr id="37" name="任意多边形: 形状 36"/>
            <p:cNvSpPr/>
            <p:nvPr/>
          </p:nvSpPr>
          <p:spPr>
            <a:xfrm>
              <a:off x="9942510" y="1152123"/>
              <a:ext cx="2249490" cy="2969245"/>
            </a:xfrm>
            <a:custGeom>
              <a:avLst/>
              <a:gdLst>
                <a:gd name="connsiteX0" fmla="*/ 2249490 w 2249490"/>
                <a:gd name="connsiteY0" fmla="*/ 0 h 2969245"/>
                <a:gd name="connsiteX1" fmla="*/ 2249490 w 2249490"/>
                <a:gd name="connsiteY1" fmla="*/ 1452048 h 2969245"/>
                <a:gd name="connsiteX2" fmla="*/ 883341 w 2249490"/>
                <a:gd name="connsiteY2" fmla="*/ 2818196 h 2969245"/>
                <a:gd name="connsiteX3" fmla="*/ 151050 w 2249490"/>
                <a:gd name="connsiteY3" fmla="*/ 2818196 h 2969245"/>
                <a:gd name="connsiteX4" fmla="*/ 151050 w 2249490"/>
                <a:gd name="connsiteY4" fmla="*/ 2085904 h 2969245"/>
                <a:gd name="connsiteX5" fmla="*/ 2181531 w 2249490"/>
                <a:gd name="connsiteY5" fmla="*/ 55424 h 296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49490" h="2969245">
                  <a:moveTo>
                    <a:pt x="2249490" y="0"/>
                  </a:moveTo>
                  <a:lnTo>
                    <a:pt x="2249490" y="1452048"/>
                  </a:lnTo>
                  <a:lnTo>
                    <a:pt x="883341" y="2818196"/>
                  </a:lnTo>
                  <a:cubicBezTo>
                    <a:pt x="681943" y="3019595"/>
                    <a:pt x="352448" y="3019595"/>
                    <a:pt x="151050" y="2818196"/>
                  </a:cubicBezTo>
                  <a:cubicBezTo>
                    <a:pt x="-50350" y="2616797"/>
                    <a:pt x="-50350" y="2287246"/>
                    <a:pt x="151050" y="2085904"/>
                  </a:cubicBezTo>
                  <a:lnTo>
                    <a:pt x="2181531" y="55424"/>
                  </a:lnTo>
                  <a:close/>
                </a:path>
              </a:pathLst>
            </a:custGeom>
            <a:gradFill flip="none" rotWithShape="1">
              <a:gsLst>
                <a:gs pos="0">
                  <a:schemeClr val="accent1">
                    <a:lumMod val="5000"/>
                    <a:lumOff val="95000"/>
                  </a:schemeClr>
                </a:gs>
                <a:gs pos="94000">
                  <a:schemeClr val="accent1">
                    <a:lumMod val="20000"/>
                    <a:lumOff val="80000"/>
                  </a:schemeClr>
                </a:gs>
              </a:gsLst>
              <a:lin ang="18900000" scaled="1"/>
              <a:tileRect/>
            </a:gradFill>
            <a:ln w="4342" cap="flat">
              <a:noFill/>
              <a:prstDash val="solid"/>
              <a:miter/>
            </a:ln>
            <a:effectLst>
              <a:outerShdw blurRad="292100" dist="63500" sx="103000" sy="103000" algn="tl" rotWithShape="0">
                <a:schemeClr val="accent1">
                  <a:lumMod val="50000"/>
                  <a:alpha val="17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zh-CN" altLang="en-US"/>
            </a:p>
          </p:txBody>
        </p:sp>
        <p:sp>
          <p:nvSpPr>
            <p:cNvPr id="38" name="任意多边形: 形状 37"/>
            <p:cNvSpPr/>
            <p:nvPr/>
          </p:nvSpPr>
          <p:spPr>
            <a:xfrm rot="17049095">
              <a:off x="9124769" y="4121350"/>
              <a:ext cx="913627" cy="913627"/>
            </a:xfrm>
            <a:custGeom>
              <a:avLst/>
              <a:gdLst>
                <a:gd name="connsiteX0" fmla="*/ 913627 w 913627"/>
                <a:gd name="connsiteY0" fmla="*/ 456814 h 913627"/>
                <a:gd name="connsiteX1" fmla="*/ 456814 w 913627"/>
                <a:gd name="connsiteY1" fmla="*/ 913628 h 913627"/>
                <a:gd name="connsiteX2" fmla="*/ 0 w 913627"/>
                <a:gd name="connsiteY2" fmla="*/ 456814 h 913627"/>
                <a:gd name="connsiteX3" fmla="*/ 456814 w 913627"/>
                <a:gd name="connsiteY3" fmla="*/ 0 h 913627"/>
                <a:gd name="connsiteX4" fmla="*/ 913627 w 913627"/>
                <a:gd name="connsiteY4" fmla="*/ 456814 h 9136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3627" h="913627">
                  <a:moveTo>
                    <a:pt x="913627" y="456814"/>
                  </a:moveTo>
                  <a:cubicBezTo>
                    <a:pt x="913627" y="709105"/>
                    <a:pt x="709105" y="913628"/>
                    <a:pt x="456814" y="913628"/>
                  </a:cubicBezTo>
                  <a:cubicBezTo>
                    <a:pt x="204522" y="913628"/>
                    <a:pt x="0" y="709105"/>
                    <a:pt x="0" y="456814"/>
                  </a:cubicBezTo>
                  <a:cubicBezTo>
                    <a:pt x="0" y="204523"/>
                    <a:pt x="204522" y="0"/>
                    <a:pt x="456814" y="0"/>
                  </a:cubicBezTo>
                  <a:cubicBezTo>
                    <a:pt x="709105" y="0"/>
                    <a:pt x="913627" y="204523"/>
                    <a:pt x="913627" y="456814"/>
                  </a:cubicBezTo>
                  <a:close/>
                </a:path>
              </a:pathLst>
            </a:custGeom>
            <a:gradFill>
              <a:gsLst>
                <a:gs pos="0">
                  <a:schemeClr val="accent1">
                    <a:lumMod val="20000"/>
                    <a:lumOff val="80000"/>
                  </a:schemeClr>
                </a:gs>
                <a:gs pos="62000">
                  <a:schemeClr val="accent1">
                    <a:lumMod val="60000"/>
                    <a:lumOff val="40000"/>
                  </a:schemeClr>
                </a:gs>
              </a:gsLst>
              <a:lin ang="2700000" scaled="1"/>
            </a:gradFill>
            <a:ln w="4342" cap="flat">
              <a:noFill/>
              <a:prstDash val="solid"/>
              <a:miter/>
            </a:ln>
            <a:effectLst>
              <a:outerShdw blurRad="292100" dist="63500" sx="103000" sy="103000" algn="tl" rotWithShape="0">
                <a:schemeClr val="accent1">
                  <a:alpha val="17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zh-CN" altLang="en-US"/>
            </a:p>
          </p:txBody>
        </p:sp>
      </p:grpSp>
      <p:sp>
        <p:nvSpPr>
          <p:cNvPr id="5" name="标题 4"/>
          <p:cNvSpPr>
            <a:spLocks noGrp="1"/>
          </p:cNvSpPr>
          <p:nvPr>
            <p:ph type="title" hasCustomPrompt="1"/>
          </p:nvPr>
        </p:nvSpPr>
        <p:spPr>
          <a:xfrm>
            <a:off x="2468375" y="1089025"/>
            <a:ext cx="7242550" cy="2625203"/>
          </a:xfrm>
          <a:prstGeom prst="rect">
            <a:avLst/>
          </a:prstGeom>
        </p:spPr>
        <p:txBody>
          <a:bodyPr wrap="square" anchor="b">
            <a:normAutofit/>
          </a:bodyPr>
          <a:lstStyle>
            <a:lvl1pPr algn="ctr">
              <a:lnSpc>
                <a:spcPct val="100000"/>
              </a:lnSpc>
              <a:defRPr sz="6600">
                <a:ln w="19050">
                  <a:noFill/>
                </a:ln>
                <a:solidFill>
                  <a:schemeClr val="tx1"/>
                </a:solidFill>
              </a:defRPr>
            </a:lvl1pPr>
          </a:lstStyle>
          <a:p>
            <a:pPr lvl="0"/>
            <a:r>
              <a:rPr lang="en-US"/>
              <a:t>Click to add title</a:t>
            </a:r>
          </a:p>
        </p:txBody>
      </p:sp>
      <p:sp>
        <p:nvSpPr>
          <p:cNvPr id="4" name="文本占位符 3"/>
          <p:cNvSpPr>
            <a:spLocks noGrp="1"/>
          </p:cNvSpPr>
          <p:nvPr>
            <p:ph type="body" sz="quarter" idx="13" hasCustomPrompt="1"/>
          </p:nvPr>
        </p:nvSpPr>
        <p:spPr>
          <a:xfrm>
            <a:off x="2468375" y="5258671"/>
            <a:ext cx="7242549" cy="345518"/>
          </a:xfrm>
          <a:prstGeom prst="rect">
            <a:avLst/>
          </a:prstGeom>
        </p:spPr>
        <p:txBody>
          <a:bodyPr wrap="square" lIns="90000" anchor="ctr">
            <a:normAutofit/>
          </a:bodyPr>
          <a:lstStyle>
            <a:lvl1pPr marL="0" indent="0" algn="ctr">
              <a:lnSpc>
                <a:spcPct val="100000"/>
              </a:lnSpc>
              <a:buNone/>
              <a:defRPr sz="1200">
                <a:solidFill>
                  <a:schemeClr val="tx1"/>
                </a:solidFill>
              </a:defRPr>
            </a:lvl1pPr>
          </a:lstStyle>
          <a:p>
            <a:pPr lvl="0"/>
            <a:r>
              <a:rPr lang="en-US"/>
              <a:t>Presenter name</a:t>
            </a:r>
          </a:p>
        </p:txBody>
      </p:sp>
      <p:sp>
        <p:nvSpPr>
          <p:cNvPr id="7" name="文本占位符 6"/>
          <p:cNvSpPr>
            <a:spLocks noGrp="1"/>
          </p:cNvSpPr>
          <p:nvPr>
            <p:ph type="body" sz="quarter" idx="14" hasCustomPrompt="1"/>
          </p:nvPr>
        </p:nvSpPr>
        <p:spPr>
          <a:xfrm>
            <a:off x="2468375" y="4846675"/>
            <a:ext cx="7242549" cy="345518"/>
          </a:xfrm>
          <a:prstGeom prst="rect">
            <a:avLst/>
          </a:prstGeom>
        </p:spPr>
        <p:txBody>
          <a:bodyPr wrap="none" anchor="ctr">
            <a:normAutofit/>
          </a:bodyPr>
          <a:lstStyle>
            <a:lvl1pPr marL="0" indent="0" algn="ctr">
              <a:lnSpc>
                <a:spcPct val="100000"/>
              </a:lnSpc>
              <a:buNone/>
              <a:defRPr sz="1200">
                <a:solidFill>
                  <a:schemeClr val="tx1"/>
                </a:solidFill>
              </a:defRPr>
            </a:lvl1pPr>
          </a:lstStyle>
          <a:p>
            <a:pPr lvl="0"/>
            <a:r>
              <a:rPr lang="en-US"/>
              <a:t>www.officeplus.cn</a:t>
            </a:r>
          </a:p>
        </p:txBody>
      </p:sp>
    </p:spTree>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lide Master">
    <p:bg>
      <p:bgPr>
        <a:solidFill>
          <a:schemeClr val="accent1"/>
        </a:solidFill>
        <a:effectLst/>
      </p:bgPr>
    </p:bg>
    <p:spTree>
      <p:nvGrpSpPr>
        <p:cNvPr id="1" name=""/>
        <p:cNvGrpSpPr/>
        <p:nvPr/>
      </p:nvGrpSpPr>
      <p:grpSpPr>
        <a:xfrm>
          <a:off x="0" y="0"/>
          <a:ext cx="0" cy="0"/>
          <a:chOff x="0" y="0"/>
          <a:chExt cx="0" cy="0"/>
        </a:xfrm>
      </p:grpSpPr>
      <p:sp>
        <p:nvSpPr>
          <p:cNvPr id="20" name="矩形: 圆角 19"/>
          <p:cNvSpPr/>
          <p:nvPr/>
        </p:nvSpPr>
        <p:spPr>
          <a:xfrm flipH="1">
            <a:off x="309563" y="261620"/>
            <a:ext cx="11572874" cy="6334760"/>
          </a:xfrm>
          <a:prstGeom prst="roundRect">
            <a:avLst>
              <a:gd name="adj" fmla="val 4987"/>
            </a:avLst>
          </a:prstGeom>
          <a:solidFill>
            <a:schemeClr val="bg1">
              <a:alpha val="90000"/>
            </a:schemeClr>
          </a:solidFill>
          <a:ln w="12700" cap="flat">
            <a:noFill/>
            <a:prstDash val="solid"/>
            <a:miter/>
          </a:ln>
          <a:effectLst>
            <a:outerShdw blurRad="292100" dist="63500" sx="80000" sy="80000" algn="tl" rotWithShape="0">
              <a:schemeClr val="accent1">
                <a:alpha val="17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zh-CN" altLang="en-US" dirty="0">
              <a:solidFill>
                <a:schemeClr val="tx1"/>
              </a:solidFill>
            </a:endParaRPr>
          </a:p>
        </p:txBody>
      </p:sp>
      <p:sp>
        <p:nvSpPr>
          <p:cNvPr id="23" name="任意多边形: 形状 22"/>
          <p:cNvSpPr/>
          <p:nvPr/>
        </p:nvSpPr>
        <p:spPr>
          <a:xfrm flipH="1">
            <a:off x="10320030" y="22813"/>
            <a:ext cx="1023613" cy="1111660"/>
          </a:xfrm>
          <a:custGeom>
            <a:avLst/>
            <a:gdLst>
              <a:gd name="connsiteX0" fmla="*/ 1285137 w 1309598"/>
              <a:gd name="connsiteY0" fmla="*/ 1373323 h 1422244"/>
              <a:gd name="connsiteX1" fmla="*/ 1309598 w 1309598"/>
              <a:gd name="connsiteY1" fmla="*/ 1397783 h 1422244"/>
              <a:gd name="connsiteX2" fmla="*/ 1285137 w 1309598"/>
              <a:gd name="connsiteY2" fmla="*/ 1422244 h 1422244"/>
              <a:gd name="connsiteX3" fmla="*/ 1260677 w 1309598"/>
              <a:gd name="connsiteY3" fmla="*/ 1397783 h 1422244"/>
              <a:gd name="connsiteX4" fmla="*/ 1285137 w 1309598"/>
              <a:gd name="connsiteY4" fmla="*/ 1373323 h 1422244"/>
              <a:gd name="connsiteX5" fmla="*/ 1075024 w 1309598"/>
              <a:gd name="connsiteY5" fmla="*/ 1373323 h 1422244"/>
              <a:gd name="connsiteX6" fmla="*/ 1099485 w 1309598"/>
              <a:gd name="connsiteY6" fmla="*/ 1397783 h 1422244"/>
              <a:gd name="connsiteX7" fmla="*/ 1075024 w 1309598"/>
              <a:gd name="connsiteY7" fmla="*/ 1422244 h 1422244"/>
              <a:gd name="connsiteX8" fmla="*/ 1050564 w 1309598"/>
              <a:gd name="connsiteY8" fmla="*/ 1397783 h 1422244"/>
              <a:gd name="connsiteX9" fmla="*/ 1075024 w 1309598"/>
              <a:gd name="connsiteY9" fmla="*/ 1373323 h 1422244"/>
              <a:gd name="connsiteX10" fmla="*/ 864911 w 1309598"/>
              <a:gd name="connsiteY10" fmla="*/ 1373323 h 1422244"/>
              <a:gd name="connsiteX11" fmla="*/ 889372 w 1309598"/>
              <a:gd name="connsiteY11" fmla="*/ 1397783 h 1422244"/>
              <a:gd name="connsiteX12" fmla="*/ 864911 w 1309598"/>
              <a:gd name="connsiteY12" fmla="*/ 1422244 h 1422244"/>
              <a:gd name="connsiteX13" fmla="*/ 840451 w 1309598"/>
              <a:gd name="connsiteY13" fmla="*/ 1397783 h 1422244"/>
              <a:gd name="connsiteX14" fmla="*/ 864911 w 1309598"/>
              <a:gd name="connsiteY14" fmla="*/ 1373323 h 1422244"/>
              <a:gd name="connsiteX15" fmla="*/ 654798 w 1309598"/>
              <a:gd name="connsiteY15" fmla="*/ 1373323 h 1422244"/>
              <a:gd name="connsiteX16" fmla="*/ 679259 w 1309598"/>
              <a:gd name="connsiteY16" fmla="*/ 1397783 h 1422244"/>
              <a:gd name="connsiteX17" fmla="*/ 654798 w 1309598"/>
              <a:gd name="connsiteY17" fmla="*/ 1422244 h 1422244"/>
              <a:gd name="connsiteX18" fmla="*/ 630338 w 1309598"/>
              <a:gd name="connsiteY18" fmla="*/ 1397783 h 1422244"/>
              <a:gd name="connsiteX19" fmla="*/ 654798 w 1309598"/>
              <a:gd name="connsiteY19" fmla="*/ 1373323 h 1422244"/>
              <a:gd name="connsiteX20" fmla="*/ 444685 w 1309598"/>
              <a:gd name="connsiteY20" fmla="*/ 1373323 h 1422244"/>
              <a:gd name="connsiteX21" fmla="*/ 469146 w 1309598"/>
              <a:gd name="connsiteY21" fmla="*/ 1397783 h 1422244"/>
              <a:gd name="connsiteX22" fmla="*/ 444685 w 1309598"/>
              <a:gd name="connsiteY22" fmla="*/ 1422244 h 1422244"/>
              <a:gd name="connsiteX23" fmla="*/ 420225 w 1309598"/>
              <a:gd name="connsiteY23" fmla="*/ 1397783 h 1422244"/>
              <a:gd name="connsiteX24" fmla="*/ 444685 w 1309598"/>
              <a:gd name="connsiteY24" fmla="*/ 1373323 h 1422244"/>
              <a:gd name="connsiteX25" fmla="*/ 234573 w 1309598"/>
              <a:gd name="connsiteY25" fmla="*/ 1373323 h 1422244"/>
              <a:gd name="connsiteX26" fmla="*/ 259034 w 1309598"/>
              <a:gd name="connsiteY26" fmla="*/ 1397783 h 1422244"/>
              <a:gd name="connsiteX27" fmla="*/ 234573 w 1309598"/>
              <a:gd name="connsiteY27" fmla="*/ 1422244 h 1422244"/>
              <a:gd name="connsiteX28" fmla="*/ 210113 w 1309598"/>
              <a:gd name="connsiteY28" fmla="*/ 1397783 h 1422244"/>
              <a:gd name="connsiteX29" fmla="*/ 234573 w 1309598"/>
              <a:gd name="connsiteY29" fmla="*/ 1373323 h 1422244"/>
              <a:gd name="connsiteX30" fmla="*/ 24460 w 1309598"/>
              <a:gd name="connsiteY30" fmla="*/ 1373323 h 1422244"/>
              <a:gd name="connsiteX31" fmla="*/ 48921 w 1309598"/>
              <a:gd name="connsiteY31" fmla="*/ 1397783 h 1422244"/>
              <a:gd name="connsiteX32" fmla="*/ 24460 w 1309598"/>
              <a:gd name="connsiteY32" fmla="*/ 1422244 h 1422244"/>
              <a:gd name="connsiteX33" fmla="*/ 0 w 1309598"/>
              <a:gd name="connsiteY33" fmla="*/ 1397783 h 1422244"/>
              <a:gd name="connsiteX34" fmla="*/ 24460 w 1309598"/>
              <a:gd name="connsiteY34" fmla="*/ 1373323 h 1422244"/>
              <a:gd name="connsiteX35" fmla="*/ 1285137 w 1309598"/>
              <a:gd name="connsiteY35" fmla="*/ 1174099 h 1422244"/>
              <a:gd name="connsiteX36" fmla="*/ 1309598 w 1309598"/>
              <a:gd name="connsiteY36" fmla="*/ 1198559 h 1422244"/>
              <a:gd name="connsiteX37" fmla="*/ 1285137 w 1309598"/>
              <a:gd name="connsiteY37" fmla="*/ 1223020 h 1422244"/>
              <a:gd name="connsiteX38" fmla="*/ 1260677 w 1309598"/>
              <a:gd name="connsiteY38" fmla="*/ 1198559 h 1422244"/>
              <a:gd name="connsiteX39" fmla="*/ 1285137 w 1309598"/>
              <a:gd name="connsiteY39" fmla="*/ 1174099 h 1422244"/>
              <a:gd name="connsiteX40" fmla="*/ 1075024 w 1309598"/>
              <a:gd name="connsiteY40" fmla="*/ 1174099 h 1422244"/>
              <a:gd name="connsiteX41" fmla="*/ 1099485 w 1309598"/>
              <a:gd name="connsiteY41" fmla="*/ 1198559 h 1422244"/>
              <a:gd name="connsiteX42" fmla="*/ 1075024 w 1309598"/>
              <a:gd name="connsiteY42" fmla="*/ 1223020 h 1422244"/>
              <a:gd name="connsiteX43" fmla="*/ 1050564 w 1309598"/>
              <a:gd name="connsiteY43" fmla="*/ 1198559 h 1422244"/>
              <a:gd name="connsiteX44" fmla="*/ 1075024 w 1309598"/>
              <a:gd name="connsiteY44" fmla="*/ 1174099 h 1422244"/>
              <a:gd name="connsiteX45" fmla="*/ 864911 w 1309598"/>
              <a:gd name="connsiteY45" fmla="*/ 1174099 h 1422244"/>
              <a:gd name="connsiteX46" fmla="*/ 889372 w 1309598"/>
              <a:gd name="connsiteY46" fmla="*/ 1198559 h 1422244"/>
              <a:gd name="connsiteX47" fmla="*/ 864911 w 1309598"/>
              <a:gd name="connsiteY47" fmla="*/ 1223020 h 1422244"/>
              <a:gd name="connsiteX48" fmla="*/ 840451 w 1309598"/>
              <a:gd name="connsiteY48" fmla="*/ 1198559 h 1422244"/>
              <a:gd name="connsiteX49" fmla="*/ 864911 w 1309598"/>
              <a:gd name="connsiteY49" fmla="*/ 1174099 h 1422244"/>
              <a:gd name="connsiteX50" fmla="*/ 654798 w 1309598"/>
              <a:gd name="connsiteY50" fmla="*/ 1174099 h 1422244"/>
              <a:gd name="connsiteX51" fmla="*/ 679259 w 1309598"/>
              <a:gd name="connsiteY51" fmla="*/ 1198559 h 1422244"/>
              <a:gd name="connsiteX52" fmla="*/ 654798 w 1309598"/>
              <a:gd name="connsiteY52" fmla="*/ 1223020 h 1422244"/>
              <a:gd name="connsiteX53" fmla="*/ 630338 w 1309598"/>
              <a:gd name="connsiteY53" fmla="*/ 1198559 h 1422244"/>
              <a:gd name="connsiteX54" fmla="*/ 654798 w 1309598"/>
              <a:gd name="connsiteY54" fmla="*/ 1174099 h 1422244"/>
              <a:gd name="connsiteX55" fmla="*/ 444685 w 1309598"/>
              <a:gd name="connsiteY55" fmla="*/ 1174099 h 1422244"/>
              <a:gd name="connsiteX56" fmla="*/ 469146 w 1309598"/>
              <a:gd name="connsiteY56" fmla="*/ 1198559 h 1422244"/>
              <a:gd name="connsiteX57" fmla="*/ 444685 w 1309598"/>
              <a:gd name="connsiteY57" fmla="*/ 1223020 h 1422244"/>
              <a:gd name="connsiteX58" fmla="*/ 420225 w 1309598"/>
              <a:gd name="connsiteY58" fmla="*/ 1198559 h 1422244"/>
              <a:gd name="connsiteX59" fmla="*/ 444685 w 1309598"/>
              <a:gd name="connsiteY59" fmla="*/ 1174099 h 1422244"/>
              <a:gd name="connsiteX60" fmla="*/ 234573 w 1309598"/>
              <a:gd name="connsiteY60" fmla="*/ 1174099 h 1422244"/>
              <a:gd name="connsiteX61" fmla="*/ 259034 w 1309598"/>
              <a:gd name="connsiteY61" fmla="*/ 1198559 h 1422244"/>
              <a:gd name="connsiteX62" fmla="*/ 234573 w 1309598"/>
              <a:gd name="connsiteY62" fmla="*/ 1223020 h 1422244"/>
              <a:gd name="connsiteX63" fmla="*/ 210113 w 1309598"/>
              <a:gd name="connsiteY63" fmla="*/ 1198559 h 1422244"/>
              <a:gd name="connsiteX64" fmla="*/ 234573 w 1309598"/>
              <a:gd name="connsiteY64" fmla="*/ 1174099 h 1422244"/>
              <a:gd name="connsiteX65" fmla="*/ 24514 w 1309598"/>
              <a:gd name="connsiteY65" fmla="*/ 1174099 h 1422244"/>
              <a:gd name="connsiteX66" fmla="*/ 48921 w 1309598"/>
              <a:gd name="connsiteY66" fmla="*/ 1198559 h 1422244"/>
              <a:gd name="connsiteX67" fmla="*/ 24461 w 1309598"/>
              <a:gd name="connsiteY67" fmla="*/ 1223020 h 1422244"/>
              <a:gd name="connsiteX68" fmla="*/ 54 w 1309598"/>
              <a:gd name="connsiteY68" fmla="*/ 1198559 h 1422244"/>
              <a:gd name="connsiteX69" fmla="*/ 24514 w 1309598"/>
              <a:gd name="connsiteY69" fmla="*/ 1174099 h 1422244"/>
              <a:gd name="connsiteX70" fmla="*/ 1285137 w 1309598"/>
              <a:gd name="connsiteY70" fmla="*/ 974822 h 1422244"/>
              <a:gd name="connsiteX71" fmla="*/ 1309598 w 1309598"/>
              <a:gd name="connsiteY71" fmla="*/ 999282 h 1422244"/>
              <a:gd name="connsiteX72" fmla="*/ 1285137 w 1309598"/>
              <a:gd name="connsiteY72" fmla="*/ 1023743 h 1422244"/>
              <a:gd name="connsiteX73" fmla="*/ 1260677 w 1309598"/>
              <a:gd name="connsiteY73" fmla="*/ 999282 h 1422244"/>
              <a:gd name="connsiteX74" fmla="*/ 1285137 w 1309598"/>
              <a:gd name="connsiteY74" fmla="*/ 974822 h 1422244"/>
              <a:gd name="connsiteX75" fmla="*/ 1075024 w 1309598"/>
              <a:gd name="connsiteY75" fmla="*/ 974822 h 1422244"/>
              <a:gd name="connsiteX76" fmla="*/ 1099485 w 1309598"/>
              <a:gd name="connsiteY76" fmla="*/ 999282 h 1422244"/>
              <a:gd name="connsiteX77" fmla="*/ 1075024 w 1309598"/>
              <a:gd name="connsiteY77" fmla="*/ 1023743 h 1422244"/>
              <a:gd name="connsiteX78" fmla="*/ 1050564 w 1309598"/>
              <a:gd name="connsiteY78" fmla="*/ 999282 h 1422244"/>
              <a:gd name="connsiteX79" fmla="*/ 1075024 w 1309598"/>
              <a:gd name="connsiteY79" fmla="*/ 974822 h 1422244"/>
              <a:gd name="connsiteX80" fmla="*/ 864911 w 1309598"/>
              <a:gd name="connsiteY80" fmla="*/ 974822 h 1422244"/>
              <a:gd name="connsiteX81" fmla="*/ 889372 w 1309598"/>
              <a:gd name="connsiteY81" fmla="*/ 999282 h 1422244"/>
              <a:gd name="connsiteX82" fmla="*/ 864911 w 1309598"/>
              <a:gd name="connsiteY82" fmla="*/ 1023743 h 1422244"/>
              <a:gd name="connsiteX83" fmla="*/ 840451 w 1309598"/>
              <a:gd name="connsiteY83" fmla="*/ 999282 h 1422244"/>
              <a:gd name="connsiteX84" fmla="*/ 864911 w 1309598"/>
              <a:gd name="connsiteY84" fmla="*/ 974822 h 1422244"/>
              <a:gd name="connsiteX85" fmla="*/ 654798 w 1309598"/>
              <a:gd name="connsiteY85" fmla="*/ 974822 h 1422244"/>
              <a:gd name="connsiteX86" fmla="*/ 679259 w 1309598"/>
              <a:gd name="connsiteY86" fmla="*/ 999282 h 1422244"/>
              <a:gd name="connsiteX87" fmla="*/ 654798 w 1309598"/>
              <a:gd name="connsiteY87" fmla="*/ 1023743 h 1422244"/>
              <a:gd name="connsiteX88" fmla="*/ 630338 w 1309598"/>
              <a:gd name="connsiteY88" fmla="*/ 999282 h 1422244"/>
              <a:gd name="connsiteX89" fmla="*/ 654798 w 1309598"/>
              <a:gd name="connsiteY89" fmla="*/ 974822 h 1422244"/>
              <a:gd name="connsiteX90" fmla="*/ 444685 w 1309598"/>
              <a:gd name="connsiteY90" fmla="*/ 974822 h 1422244"/>
              <a:gd name="connsiteX91" fmla="*/ 469146 w 1309598"/>
              <a:gd name="connsiteY91" fmla="*/ 999282 h 1422244"/>
              <a:gd name="connsiteX92" fmla="*/ 444685 w 1309598"/>
              <a:gd name="connsiteY92" fmla="*/ 1023743 h 1422244"/>
              <a:gd name="connsiteX93" fmla="*/ 420225 w 1309598"/>
              <a:gd name="connsiteY93" fmla="*/ 999282 h 1422244"/>
              <a:gd name="connsiteX94" fmla="*/ 444685 w 1309598"/>
              <a:gd name="connsiteY94" fmla="*/ 974822 h 1422244"/>
              <a:gd name="connsiteX95" fmla="*/ 234573 w 1309598"/>
              <a:gd name="connsiteY95" fmla="*/ 974822 h 1422244"/>
              <a:gd name="connsiteX96" fmla="*/ 259034 w 1309598"/>
              <a:gd name="connsiteY96" fmla="*/ 999282 h 1422244"/>
              <a:gd name="connsiteX97" fmla="*/ 234573 w 1309598"/>
              <a:gd name="connsiteY97" fmla="*/ 1023743 h 1422244"/>
              <a:gd name="connsiteX98" fmla="*/ 210113 w 1309598"/>
              <a:gd name="connsiteY98" fmla="*/ 999282 h 1422244"/>
              <a:gd name="connsiteX99" fmla="*/ 234573 w 1309598"/>
              <a:gd name="connsiteY99" fmla="*/ 974822 h 1422244"/>
              <a:gd name="connsiteX100" fmla="*/ 24460 w 1309598"/>
              <a:gd name="connsiteY100" fmla="*/ 974822 h 1422244"/>
              <a:gd name="connsiteX101" fmla="*/ 48921 w 1309598"/>
              <a:gd name="connsiteY101" fmla="*/ 999282 h 1422244"/>
              <a:gd name="connsiteX102" fmla="*/ 24460 w 1309598"/>
              <a:gd name="connsiteY102" fmla="*/ 1023743 h 1422244"/>
              <a:gd name="connsiteX103" fmla="*/ 0 w 1309598"/>
              <a:gd name="connsiteY103" fmla="*/ 999282 h 1422244"/>
              <a:gd name="connsiteX104" fmla="*/ 24460 w 1309598"/>
              <a:gd name="connsiteY104" fmla="*/ 974822 h 1422244"/>
              <a:gd name="connsiteX105" fmla="*/ 1285137 w 1309598"/>
              <a:gd name="connsiteY105" fmla="*/ 775598 h 1422244"/>
              <a:gd name="connsiteX106" fmla="*/ 1309598 w 1309598"/>
              <a:gd name="connsiteY106" fmla="*/ 800058 h 1422244"/>
              <a:gd name="connsiteX107" fmla="*/ 1285137 w 1309598"/>
              <a:gd name="connsiteY107" fmla="*/ 824519 h 1422244"/>
              <a:gd name="connsiteX108" fmla="*/ 1260677 w 1309598"/>
              <a:gd name="connsiteY108" fmla="*/ 800058 h 1422244"/>
              <a:gd name="connsiteX109" fmla="*/ 1285137 w 1309598"/>
              <a:gd name="connsiteY109" fmla="*/ 775598 h 1422244"/>
              <a:gd name="connsiteX110" fmla="*/ 1075024 w 1309598"/>
              <a:gd name="connsiteY110" fmla="*/ 775598 h 1422244"/>
              <a:gd name="connsiteX111" fmla="*/ 1099485 w 1309598"/>
              <a:gd name="connsiteY111" fmla="*/ 800058 h 1422244"/>
              <a:gd name="connsiteX112" fmla="*/ 1075024 w 1309598"/>
              <a:gd name="connsiteY112" fmla="*/ 824519 h 1422244"/>
              <a:gd name="connsiteX113" fmla="*/ 1050564 w 1309598"/>
              <a:gd name="connsiteY113" fmla="*/ 800058 h 1422244"/>
              <a:gd name="connsiteX114" fmla="*/ 1075024 w 1309598"/>
              <a:gd name="connsiteY114" fmla="*/ 775598 h 1422244"/>
              <a:gd name="connsiteX115" fmla="*/ 864911 w 1309598"/>
              <a:gd name="connsiteY115" fmla="*/ 775598 h 1422244"/>
              <a:gd name="connsiteX116" fmla="*/ 889372 w 1309598"/>
              <a:gd name="connsiteY116" fmla="*/ 800058 h 1422244"/>
              <a:gd name="connsiteX117" fmla="*/ 864911 w 1309598"/>
              <a:gd name="connsiteY117" fmla="*/ 824519 h 1422244"/>
              <a:gd name="connsiteX118" fmla="*/ 840451 w 1309598"/>
              <a:gd name="connsiteY118" fmla="*/ 800058 h 1422244"/>
              <a:gd name="connsiteX119" fmla="*/ 864911 w 1309598"/>
              <a:gd name="connsiteY119" fmla="*/ 775598 h 1422244"/>
              <a:gd name="connsiteX120" fmla="*/ 654798 w 1309598"/>
              <a:gd name="connsiteY120" fmla="*/ 775598 h 1422244"/>
              <a:gd name="connsiteX121" fmla="*/ 679259 w 1309598"/>
              <a:gd name="connsiteY121" fmla="*/ 800058 h 1422244"/>
              <a:gd name="connsiteX122" fmla="*/ 654798 w 1309598"/>
              <a:gd name="connsiteY122" fmla="*/ 824519 h 1422244"/>
              <a:gd name="connsiteX123" fmla="*/ 630338 w 1309598"/>
              <a:gd name="connsiteY123" fmla="*/ 800058 h 1422244"/>
              <a:gd name="connsiteX124" fmla="*/ 654798 w 1309598"/>
              <a:gd name="connsiteY124" fmla="*/ 775598 h 1422244"/>
              <a:gd name="connsiteX125" fmla="*/ 444685 w 1309598"/>
              <a:gd name="connsiteY125" fmla="*/ 775598 h 1422244"/>
              <a:gd name="connsiteX126" fmla="*/ 469146 w 1309598"/>
              <a:gd name="connsiteY126" fmla="*/ 800058 h 1422244"/>
              <a:gd name="connsiteX127" fmla="*/ 444685 w 1309598"/>
              <a:gd name="connsiteY127" fmla="*/ 824519 h 1422244"/>
              <a:gd name="connsiteX128" fmla="*/ 420225 w 1309598"/>
              <a:gd name="connsiteY128" fmla="*/ 800058 h 1422244"/>
              <a:gd name="connsiteX129" fmla="*/ 444685 w 1309598"/>
              <a:gd name="connsiteY129" fmla="*/ 775598 h 1422244"/>
              <a:gd name="connsiteX130" fmla="*/ 234573 w 1309598"/>
              <a:gd name="connsiteY130" fmla="*/ 775598 h 1422244"/>
              <a:gd name="connsiteX131" fmla="*/ 259034 w 1309598"/>
              <a:gd name="connsiteY131" fmla="*/ 800058 h 1422244"/>
              <a:gd name="connsiteX132" fmla="*/ 234573 w 1309598"/>
              <a:gd name="connsiteY132" fmla="*/ 824519 h 1422244"/>
              <a:gd name="connsiteX133" fmla="*/ 210113 w 1309598"/>
              <a:gd name="connsiteY133" fmla="*/ 800058 h 1422244"/>
              <a:gd name="connsiteX134" fmla="*/ 234573 w 1309598"/>
              <a:gd name="connsiteY134" fmla="*/ 775598 h 1422244"/>
              <a:gd name="connsiteX135" fmla="*/ 24460 w 1309598"/>
              <a:gd name="connsiteY135" fmla="*/ 775598 h 1422244"/>
              <a:gd name="connsiteX136" fmla="*/ 48921 w 1309598"/>
              <a:gd name="connsiteY136" fmla="*/ 800058 h 1422244"/>
              <a:gd name="connsiteX137" fmla="*/ 24460 w 1309598"/>
              <a:gd name="connsiteY137" fmla="*/ 824519 h 1422244"/>
              <a:gd name="connsiteX138" fmla="*/ 0 w 1309598"/>
              <a:gd name="connsiteY138" fmla="*/ 800058 h 1422244"/>
              <a:gd name="connsiteX139" fmla="*/ 24460 w 1309598"/>
              <a:gd name="connsiteY139" fmla="*/ 775598 h 1422244"/>
              <a:gd name="connsiteX140" fmla="*/ 1285137 w 1309598"/>
              <a:gd name="connsiteY140" fmla="*/ 597778 h 1422244"/>
              <a:gd name="connsiteX141" fmla="*/ 1309598 w 1309598"/>
              <a:gd name="connsiteY141" fmla="*/ 622238 h 1422244"/>
              <a:gd name="connsiteX142" fmla="*/ 1285137 w 1309598"/>
              <a:gd name="connsiteY142" fmla="*/ 646699 h 1422244"/>
              <a:gd name="connsiteX143" fmla="*/ 1260677 w 1309598"/>
              <a:gd name="connsiteY143" fmla="*/ 622238 h 1422244"/>
              <a:gd name="connsiteX144" fmla="*/ 1285137 w 1309598"/>
              <a:gd name="connsiteY144" fmla="*/ 597778 h 1422244"/>
              <a:gd name="connsiteX145" fmla="*/ 1075024 w 1309598"/>
              <a:gd name="connsiteY145" fmla="*/ 597778 h 1422244"/>
              <a:gd name="connsiteX146" fmla="*/ 1099485 w 1309598"/>
              <a:gd name="connsiteY146" fmla="*/ 622238 h 1422244"/>
              <a:gd name="connsiteX147" fmla="*/ 1075024 w 1309598"/>
              <a:gd name="connsiteY147" fmla="*/ 646699 h 1422244"/>
              <a:gd name="connsiteX148" fmla="*/ 1050564 w 1309598"/>
              <a:gd name="connsiteY148" fmla="*/ 622238 h 1422244"/>
              <a:gd name="connsiteX149" fmla="*/ 1075024 w 1309598"/>
              <a:gd name="connsiteY149" fmla="*/ 597778 h 1422244"/>
              <a:gd name="connsiteX150" fmla="*/ 864911 w 1309598"/>
              <a:gd name="connsiteY150" fmla="*/ 597778 h 1422244"/>
              <a:gd name="connsiteX151" fmla="*/ 889372 w 1309598"/>
              <a:gd name="connsiteY151" fmla="*/ 622238 h 1422244"/>
              <a:gd name="connsiteX152" fmla="*/ 864911 w 1309598"/>
              <a:gd name="connsiteY152" fmla="*/ 646699 h 1422244"/>
              <a:gd name="connsiteX153" fmla="*/ 840451 w 1309598"/>
              <a:gd name="connsiteY153" fmla="*/ 622238 h 1422244"/>
              <a:gd name="connsiteX154" fmla="*/ 864911 w 1309598"/>
              <a:gd name="connsiteY154" fmla="*/ 597778 h 1422244"/>
              <a:gd name="connsiteX155" fmla="*/ 654798 w 1309598"/>
              <a:gd name="connsiteY155" fmla="*/ 597778 h 1422244"/>
              <a:gd name="connsiteX156" fmla="*/ 679259 w 1309598"/>
              <a:gd name="connsiteY156" fmla="*/ 622238 h 1422244"/>
              <a:gd name="connsiteX157" fmla="*/ 654798 w 1309598"/>
              <a:gd name="connsiteY157" fmla="*/ 646699 h 1422244"/>
              <a:gd name="connsiteX158" fmla="*/ 630338 w 1309598"/>
              <a:gd name="connsiteY158" fmla="*/ 622238 h 1422244"/>
              <a:gd name="connsiteX159" fmla="*/ 654798 w 1309598"/>
              <a:gd name="connsiteY159" fmla="*/ 597778 h 1422244"/>
              <a:gd name="connsiteX160" fmla="*/ 444685 w 1309598"/>
              <a:gd name="connsiteY160" fmla="*/ 597778 h 1422244"/>
              <a:gd name="connsiteX161" fmla="*/ 469146 w 1309598"/>
              <a:gd name="connsiteY161" fmla="*/ 622238 h 1422244"/>
              <a:gd name="connsiteX162" fmla="*/ 444685 w 1309598"/>
              <a:gd name="connsiteY162" fmla="*/ 646699 h 1422244"/>
              <a:gd name="connsiteX163" fmla="*/ 420225 w 1309598"/>
              <a:gd name="connsiteY163" fmla="*/ 622238 h 1422244"/>
              <a:gd name="connsiteX164" fmla="*/ 444685 w 1309598"/>
              <a:gd name="connsiteY164" fmla="*/ 597778 h 1422244"/>
              <a:gd name="connsiteX165" fmla="*/ 234573 w 1309598"/>
              <a:gd name="connsiteY165" fmla="*/ 597778 h 1422244"/>
              <a:gd name="connsiteX166" fmla="*/ 259034 w 1309598"/>
              <a:gd name="connsiteY166" fmla="*/ 622238 h 1422244"/>
              <a:gd name="connsiteX167" fmla="*/ 234573 w 1309598"/>
              <a:gd name="connsiteY167" fmla="*/ 646699 h 1422244"/>
              <a:gd name="connsiteX168" fmla="*/ 210113 w 1309598"/>
              <a:gd name="connsiteY168" fmla="*/ 622238 h 1422244"/>
              <a:gd name="connsiteX169" fmla="*/ 234573 w 1309598"/>
              <a:gd name="connsiteY169" fmla="*/ 597778 h 1422244"/>
              <a:gd name="connsiteX170" fmla="*/ 24514 w 1309598"/>
              <a:gd name="connsiteY170" fmla="*/ 597778 h 1422244"/>
              <a:gd name="connsiteX171" fmla="*/ 48921 w 1309598"/>
              <a:gd name="connsiteY171" fmla="*/ 622238 h 1422244"/>
              <a:gd name="connsiteX172" fmla="*/ 24461 w 1309598"/>
              <a:gd name="connsiteY172" fmla="*/ 646699 h 1422244"/>
              <a:gd name="connsiteX173" fmla="*/ 54 w 1309598"/>
              <a:gd name="connsiteY173" fmla="*/ 622238 h 1422244"/>
              <a:gd name="connsiteX174" fmla="*/ 24514 w 1309598"/>
              <a:gd name="connsiteY174" fmla="*/ 597778 h 1422244"/>
              <a:gd name="connsiteX175" fmla="*/ 1285137 w 1309598"/>
              <a:gd name="connsiteY175" fmla="*/ 398500 h 1422244"/>
              <a:gd name="connsiteX176" fmla="*/ 1309598 w 1309598"/>
              <a:gd name="connsiteY176" fmla="*/ 422960 h 1422244"/>
              <a:gd name="connsiteX177" fmla="*/ 1285137 w 1309598"/>
              <a:gd name="connsiteY177" fmla="*/ 447421 h 1422244"/>
              <a:gd name="connsiteX178" fmla="*/ 1260677 w 1309598"/>
              <a:gd name="connsiteY178" fmla="*/ 422960 h 1422244"/>
              <a:gd name="connsiteX179" fmla="*/ 1285137 w 1309598"/>
              <a:gd name="connsiteY179" fmla="*/ 398500 h 1422244"/>
              <a:gd name="connsiteX180" fmla="*/ 1075024 w 1309598"/>
              <a:gd name="connsiteY180" fmla="*/ 398500 h 1422244"/>
              <a:gd name="connsiteX181" fmla="*/ 1099485 w 1309598"/>
              <a:gd name="connsiteY181" fmla="*/ 422960 h 1422244"/>
              <a:gd name="connsiteX182" fmla="*/ 1075024 w 1309598"/>
              <a:gd name="connsiteY182" fmla="*/ 447421 h 1422244"/>
              <a:gd name="connsiteX183" fmla="*/ 1050564 w 1309598"/>
              <a:gd name="connsiteY183" fmla="*/ 422960 h 1422244"/>
              <a:gd name="connsiteX184" fmla="*/ 1075024 w 1309598"/>
              <a:gd name="connsiteY184" fmla="*/ 398500 h 1422244"/>
              <a:gd name="connsiteX185" fmla="*/ 864911 w 1309598"/>
              <a:gd name="connsiteY185" fmla="*/ 398500 h 1422244"/>
              <a:gd name="connsiteX186" fmla="*/ 889372 w 1309598"/>
              <a:gd name="connsiteY186" fmla="*/ 422960 h 1422244"/>
              <a:gd name="connsiteX187" fmla="*/ 864911 w 1309598"/>
              <a:gd name="connsiteY187" fmla="*/ 447421 h 1422244"/>
              <a:gd name="connsiteX188" fmla="*/ 840451 w 1309598"/>
              <a:gd name="connsiteY188" fmla="*/ 422960 h 1422244"/>
              <a:gd name="connsiteX189" fmla="*/ 864911 w 1309598"/>
              <a:gd name="connsiteY189" fmla="*/ 398500 h 1422244"/>
              <a:gd name="connsiteX190" fmla="*/ 654798 w 1309598"/>
              <a:gd name="connsiteY190" fmla="*/ 398500 h 1422244"/>
              <a:gd name="connsiteX191" fmla="*/ 679259 w 1309598"/>
              <a:gd name="connsiteY191" fmla="*/ 422960 h 1422244"/>
              <a:gd name="connsiteX192" fmla="*/ 654798 w 1309598"/>
              <a:gd name="connsiteY192" fmla="*/ 447421 h 1422244"/>
              <a:gd name="connsiteX193" fmla="*/ 630338 w 1309598"/>
              <a:gd name="connsiteY193" fmla="*/ 422960 h 1422244"/>
              <a:gd name="connsiteX194" fmla="*/ 654798 w 1309598"/>
              <a:gd name="connsiteY194" fmla="*/ 398500 h 1422244"/>
              <a:gd name="connsiteX195" fmla="*/ 444685 w 1309598"/>
              <a:gd name="connsiteY195" fmla="*/ 398500 h 1422244"/>
              <a:gd name="connsiteX196" fmla="*/ 469146 w 1309598"/>
              <a:gd name="connsiteY196" fmla="*/ 422960 h 1422244"/>
              <a:gd name="connsiteX197" fmla="*/ 444685 w 1309598"/>
              <a:gd name="connsiteY197" fmla="*/ 447421 h 1422244"/>
              <a:gd name="connsiteX198" fmla="*/ 420225 w 1309598"/>
              <a:gd name="connsiteY198" fmla="*/ 422960 h 1422244"/>
              <a:gd name="connsiteX199" fmla="*/ 444685 w 1309598"/>
              <a:gd name="connsiteY199" fmla="*/ 398500 h 1422244"/>
              <a:gd name="connsiteX200" fmla="*/ 234573 w 1309598"/>
              <a:gd name="connsiteY200" fmla="*/ 398500 h 1422244"/>
              <a:gd name="connsiteX201" fmla="*/ 259034 w 1309598"/>
              <a:gd name="connsiteY201" fmla="*/ 422960 h 1422244"/>
              <a:gd name="connsiteX202" fmla="*/ 234573 w 1309598"/>
              <a:gd name="connsiteY202" fmla="*/ 447421 h 1422244"/>
              <a:gd name="connsiteX203" fmla="*/ 210113 w 1309598"/>
              <a:gd name="connsiteY203" fmla="*/ 422960 h 1422244"/>
              <a:gd name="connsiteX204" fmla="*/ 234573 w 1309598"/>
              <a:gd name="connsiteY204" fmla="*/ 398500 h 1422244"/>
              <a:gd name="connsiteX205" fmla="*/ 24514 w 1309598"/>
              <a:gd name="connsiteY205" fmla="*/ 398500 h 1422244"/>
              <a:gd name="connsiteX206" fmla="*/ 48921 w 1309598"/>
              <a:gd name="connsiteY206" fmla="*/ 422960 h 1422244"/>
              <a:gd name="connsiteX207" fmla="*/ 24461 w 1309598"/>
              <a:gd name="connsiteY207" fmla="*/ 447421 h 1422244"/>
              <a:gd name="connsiteX208" fmla="*/ 54 w 1309598"/>
              <a:gd name="connsiteY208" fmla="*/ 422960 h 1422244"/>
              <a:gd name="connsiteX209" fmla="*/ 24514 w 1309598"/>
              <a:gd name="connsiteY209" fmla="*/ 398500 h 1422244"/>
              <a:gd name="connsiteX210" fmla="*/ 1285137 w 1309598"/>
              <a:gd name="connsiteY210" fmla="*/ 199223 h 1422244"/>
              <a:gd name="connsiteX211" fmla="*/ 1309598 w 1309598"/>
              <a:gd name="connsiteY211" fmla="*/ 223683 h 1422244"/>
              <a:gd name="connsiteX212" fmla="*/ 1285137 w 1309598"/>
              <a:gd name="connsiteY212" fmla="*/ 248144 h 1422244"/>
              <a:gd name="connsiteX213" fmla="*/ 1260677 w 1309598"/>
              <a:gd name="connsiteY213" fmla="*/ 223683 h 1422244"/>
              <a:gd name="connsiteX214" fmla="*/ 1285137 w 1309598"/>
              <a:gd name="connsiteY214" fmla="*/ 199223 h 1422244"/>
              <a:gd name="connsiteX215" fmla="*/ 1075024 w 1309598"/>
              <a:gd name="connsiteY215" fmla="*/ 199223 h 1422244"/>
              <a:gd name="connsiteX216" fmla="*/ 1099485 w 1309598"/>
              <a:gd name="connsiteY216" fmla="*/ 223683 h 1422244"/>
              <a:gd name="connsiteX217" fmla="*/ 1075024 w 1309598"/>
              <a:gd name="connsiteY217" fmla="*/ 248144 h 1422244"/>
              <a:gd name="connsiteX218" fmla="*/ 1050564 w 1309598"/>
              <a:gd name="connsiteY218" fmla="*/ 223683 h 1422244"/>
              <a:gd name="connsiteX219" fmla="*/ 1075024 w 1309598"/>
              <a:gd name="connsiteY219" fmla="*/ 199223 h 1422244"/>
              <a:gd name="connsiteX220" fmla="*/ 864911 w 1309598"/>
              <a:gd name="connsiteY220" fmla="*/ 199223 h 1422244"/>
              <a:gd name="connsiteX221" fmla="*/ 889372 w 1309598"/>
              <a:gd name="connsiteY221" fmla="*/ 223683 h 1422244"/>
              <a:gd name="connsiteX222" fmla="*/ 864911 w 1309598"/>
              <a:gd name="connsiteY222" fmla="*/ 248144 h 1422244"/>
              <a:gd name="connsiteX223" fmla="*/ 840451 w 1309598"/>
              <a:gd name="connsiteY223" fmla="*/ 223683 h 1422244"/>
              <a:gd name="connsiteX224" fmla="*/ 864911 w 1309598"/>
              <a:gd name="connsiteY224" fmla="*/ 199223 h 1422244"/>
              <a:gd name="connsiteX225" fmla="*/ 654798 w 1309598"/>
              <a:gd name="connsiteY225" fmla="*/ 199223 h 1422244"/>
              <a:gd name="connsiteX226" fmla="*/ 679259 w 1309598"/>
              <a:gd name="connsiteY226" fmla="*/ 223683 h 1422244"/>
              <a:gd name="connsiteX227" fmla="*/ 654798 w 1309598"/>
              <a:gd name="connsiteY227" fmla="*/ 248144 h 1422244"/>
              <a:gd name="connsiteX228" fmla="*/ 630338 w 1309598"/>
              <a:gd name="connsiteY228" fmla="*/ 223683 h 1422244"/>
              <a:gd name="connsiteX229" fmla="*/ 654798 w 1309598"/>
              <a:gd name="connsiteY229" fmla="*/ 199223 h 1422244"/>
              <a:gd name="connsiteX230" fmla="*/ 444685 w 1309598"/>
              <a:gd name="connsiteY230" fmla="*/ 199223 h 1422244"/>
              <a:gd name="connsiteX231" fmla="*/ 469146 w 1309598"/>
              <a:gd name="connsiteY231" fmla="*/ 223683 h 1422244"/>
              <a:gd name="connsiteX232" fmla="*/ 444685 w 1309598"/>
              <a:gd name="connsiteY232" fmla="*/ 248144 h 1422244"/>
              <a:gd name="connsiteX233" fmla="*/ 420225 w 1309598"/>
              <a:gd name="connsiteY233" fmla="*/ 223683 h 1422244"/>
              <a:gd name="connsiteX234" fmla="*/ 444685 w 1309598"/>
              <a:gd name="connsiteY234" fmla="*/ 199223 h 1422244"/>
              <a:gd name="connsiteX235" fmla="*/ 234573 w 1309598"/>
              <a:gd name="connsiteY235" fmla="*/ 199223 h 1422244"/>
              <a:gd name="connsiteX236" fmla="*/ 259034 w 1309598"/>
              <a:gd name="connsiteY236" fmla="*/ 223683 h 1422244"/>
              <a:gd name="connsiteX237" fmla="*/ 234573 w 1309598"/>
              <a:gd name="connsiteY237" fmla="*/ 248144 h 1422244"/>
              <a:gd name="connsiteX238" fmla="*/ 210113 w 1309598"/>
              <a:gd name="connsiteY238" fmla="*/ 223683 h 1422244"/>
              <a:gd name="connsiteX239" fmla="*/ 234573 w 1309598"/>
              <a:gd name="connsiteY239" fmla="*/ 199223 h 1422244"/>
              <a:gd name="connsiteX240" fmla="*/ 24514 w 1309598"/>
              <a:gd name="connsiteY240" fmla="*/ 199223 h 1422244"/>
              <a:gd name="connsiteX241" fmla="*/ 48921 w 1309598"/>
              <a:gd name="connsiteY241" fmla="*/ 223683 h 1422244"/>
              <a:gd name="connsiteX242" fmla="*/ 24461 w 1309598"/>
              <a:gd name="connsiteY242" fmla="*/ 248144 h 1422244"/>
              <a:gd name="connsiteX243" fmla="*/ 54 w 1309598"/>
              <a:gd name="connsiteY243" fmla="*/ 223683 h 1422244"/>
              <a:gd name="connsiteX244" fmla="*/ 24514 w 1309598"/>
              <a:gd name="connsiteY244" fmla="*/ 199223 h 1422244"/>
              <a:gd name="connsiteX245" fmla="*/ 1285137 w 1309598"/>
              <a:gd name="connsiteY245" fmla="*/ 0 h 1422244"/>
              <a:gd name="connsiteX246" fmla="*/ 1309598 w 1309598"/>
              <a:gd name="connsiteY246" fmla="*/ 24460 h 1422244"/>
              <a:gd name="connsiteX247" fmla="*/ 1285137 w 1309598"/>
              <a:gd name="connsiteY247" fmla="*/ 48921 h 1422244"/>
              <a:gd name="connsiteX248" fmla="*/ 1260677 w 1309598"/>
              <a:gd name="connsiteY248" fmla="*/ 24460 h 1422244"/>
              <a:gd name="connsiteX249" fmla="*/ 1285137 w 1309598"/>
              <a:gd name="connsiteY249" fmla="*/ 0 h 1422244"/>
              <a:gd name="connsiteX250" fmla="*/ 1075024 w 1309598"/>
              <a:gd name="connsiteY250" fmla="*/ 0 h 1422244"/>
              <a:gd name="connsiteX251" fmla="*/ 1099485 w 1309598"/>
              <a:gd name="connsiteY251" fmla="*/ 24460 h 1422244"/>
              <a:gd name="connsiteX252" fmla="*/ 1075024 w 1309598"/>
              <a:gd name="connsiteY252" fmla="*/ 48921 h 1422244"/>
              <a:gd name="connsiteX253" fmla="*/ 1050564 w 1309598"/>
              <a:gd name="connsiteY253" fmla="*/ 24460 h 1422244"/>
              <a:gd name="connsiteX254" fmla="*/ 1075024 w 1309598"/>
              <a:gd name="connsiteY254" fmla="*/ 0 h 1422244"/>
              <a:gd name="connsiteX255" fmla="*/ 864911 w 1309598"/>
              <a:gd name="connsiteY255" fmla="*/ 0 h 1422244"/>
              <a:gd name="connsiteX256" fmla="*/ 889372 w 1309598"/>
              <a:gd name="connsiteY256" fmla="*/ 24460 h 1422244"/>
              <a:gd name="connsiteX257" fmla="*/ 864911 w 1309598"/>
              <a:gd name="connsiteY257" fmla="*/ 48921 h 1422244"/>
              <a:gd name="connsiteX258" fmla="*/ 840451 w 1309598"/>
              <a:gd name="connsiteY258" fmla="*/ 24460 h 1422244"/>
              <a:gd name="connsiteX259" fmla="*/ 864911 w 1309598"/>
              <a:gd name="connsiteY259" fmla="*/ 0 h 1422244"/>
              <a:gd name="connsiteX260" fmla="*/ 654798 w 1309598"/>
              <a:gd name="connsiteY260" fmla="*/ 0 h 1422244"/>
              <a:gd name="connsiteX261" fmla="*/ 679259 w 1309598"/>
              <a:gd name="connsiteY261" fmla="*/ 24460 h 1422244"/>
              <a:gd name="connsiteX262" fmla="*/ 654798 w 1309598"/>
              <a:gd name="connsiteY262" fmla="*/ 48921 h 1422244"/>
              <a:gd name="connsiteX263" fmla="*/ 630338 w 1309598"/>
              <a:gd name="connsiteY263" fmla="*/ 24460 h 1422244"/>
              <a:gd name="connsiteX264" fmla="*/ 654798 w 1309598"/>
              <a:gd name="connsiteY264" fmla="*/ 0 h 1422244"/>
              <a:gd name="connsiteX265" fmla="*/ 444685 w 1309598"/>
              <a:gd name="connsiteY265" fmla="*/ 0 h 1422244"/>
              <a:gd name="connsiteX266" fmla="*/ 469146 w 1309598"/>
              <a:gd name="connsiteY266" fmla="*/ 24460 h 1422244"/>
              <a:gd name="connsiteX267" fmla="*/ 444685 w 1309598"/>
              <a:gd name="connsiteY267" fmla="*/ 48921 h 1422244"/>
              <a:gd name="connsiteX268" fmla="*/ 420225 w 1309598"/>
              <a:gd name="connsiteY268" fmla="*/ 24460 h 1422244"/>
              <a:gd name="connsiteX269" fmla="*/ 444685 w 1309598"/>
              <a:gd name="connsiteY269" fmla="*/ 0 h 1422244"/>
              <a:gd name="connsiteX270" fmla="*/ 234573 w 1309598"/>
              <a:gd name="connsiteY270" fmla="*/ 0 h 1422244"/>
              <a:gd name="connsiteX271" fmla="*/ 259034 w 1309598"/>
              <a:gd name="connsiteY271" fmla="*/ 24460 h 1422244"/>
              <a:gd name="connsiteX272" fmla="*/ 234573 w 1309598"/>
              <a:gd name="connsiteY272" fmla="*/ 48921 h 1422244"/>
              <a:gd name="connsiteX273" fmla="*/ 210113 w 1309598"/>
              <a:gd name="connsiteY273" fmla="*/ 24460 h 1422244"/>
              <a:gd name="connsiteX274" fmla="*/ 234573 w 1309598"/>
              <a:gd name="connsiteY274" fmla="*/ 0 h 1422244"/>
              <a:gd name="connsiteX275" fmla="*/ 24514 w 1309598"/>
              <a:gd name="connsiteY275" fmla="*/ 0 h 1422244"/>
              <a:gd name="connsiteX276" fmla="*/ 48921 w 1309598"/>
              <a:gd name="connsiteY276" fmla="*/ 24460 h 1422244"/>
              <a:gd name="connsiteX277" fmla="*/ 24461 w 1309598"/>
              <a:gd name="connsiteY277" fmla="*/ 48921 h 1422244"/>
              <a:gd name="connsiteX278" fmla="*/ 54 w 1309598"/>
              <a:gd name="connsiteY278" fmla="*/ 24460 h 1422244"/>
              <a:gd name="connsiteX279" fmla="*/ 24514 w 1309598"/>
              <a:gd name="connsiteY279" fmla="*/ 0 h 1422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Lst>
            <a:rect l="l" t="t" r="r" b="b"/>
            <a:pathLst>
              <a:path w="1309598" h="1422244">
                <a:moveTo>
                  <a:pt x="1285137" y="1373323"/>
                </a:moveTo>
                <a:cubicBezTo>
                  <a:pt x="1298601" y="1373377"/>
                  <a:pt x="1309598" y="1384320"/>
                  <a:pt x="1309598" y="1397783"/>
                </a:cubicBezTo>
                <a:cubicBezTo>
                  <a:pt x="1309598" y="1411301"/>
                  <a:pt x="1298655" y="1422244"/>
                  <a:pt x="1285137" y="1422244"/>
                </a:cubicBezTo>
                <a:cubicBezTo>
                  <a:pt x="1271620" y="1422244"/>
                  <a:pt x="1260677" y="1411301"/>
                  <a:pt x="1260677" y="1397783"/>
                </a:cubicBezTo>
                <a:cubicBezTo>
                  <a:pt x="1260677" y="1384266"/>
                  <a:pt x="1271620" y="1373323"/>
                  <a:pt x="1285137" y="1373323"/>
                </a:cubicBezTo>
                <a:close/>
                <a:moveTo>
                  <a:pt x="1075024" y="1373323"/>
                </a:moveTo>
                <a:cubicBezTo>
                  <a:pt x="1088542" y="1373377"/>
                  <a:pt x="1099485" y="1384320"/>
                  <a:pt x="1099485" y="1397783"/>
                </a:cubicBezTo>
                <a:cubicBezTo>
                  <a:pt x="1099485" y="1411301"/>
                  <a:pt x="1088542" y="1422244"/>
                  <a:pt x="1075024" y="1422244"/>
                </a:cubicBezTo>
                <a:cubicBezTo>
                  <a:pt x="1061507" y="1422244"/>
                  <a:pt x="1050564" y="1411301"/>
                  <a:pt x="1050564" y="1397783"/>
                </a:cubicBezTo>
                <a:cubicBezTo>
                  <a:pt x="1050564" y="1384266"/>
                  <a:pt x="1061507" y="1373323"/>
                  <a:pt x="1075024" y="1373323"/>
                </a:cubicBezTo>
                <a:close/>
                <a:moveTo>
                  <a:pt x="864911" y="1373323"/>
                </a:moveTo>
                <a:cubicBezTo>
                  <a:pt x="878429" y="1373377"/>
                  <a:pt x="889372" y="1384320"/>
                  <a:pt x="889372" y="1397783"/>
                </a:cubicBezTo>
                <a:cubicBezTo>
                  <a:pt x="889372" y="1411301"/>
                  <a:pt x="878429" y="1422244"/>
                  <a:pt x="864911" y="1422244"/>
                </a:cubicBezTo>
                <a:cubicBezTo>
                  <a:pt x="851394" y="1422244"/>
                  <a:pt x="840451" y="1411301"/>
                  <a:pt x="840451" y="1397783"/>
                </a:cubicBezTo>
                <a:cubicBezTo>
                  <a:pt x="840451" y="1384266"/>
                  <a:pt x="851394" y="1373323"/>
                  <a:pt x="864911" y="1373323"/>
                </a:cubicBezTo>
                <a:close/>
                <a:moveTo>
                  <a:pt x="654798" y="1373323"/>
                </a:moveTo>
                <a:cubicBezTo>
                  <a:pt x="668316" y="1373377"/>
                  <a:pt x="679259" y="1384320"/>
                  <a:pt x="679259" y="1397783"/>
                </a:cubicBezTo>
                <a:cubicBezTo>
                  <a:pt x="679259" y="1411301"/>
                  <a:pt x="668316" y="1422244"/>
                  <a:pt x="654798" y="1422244"/>
                </a:cubicBezTo>
                <a:cubicBezTo>
                  <a:pt x="641281" y="1422244"/>
                  <a:pt x="630338" y="1411301"/>
                  <a:pt x="630338" y="1397783"/>
                </a:cubicBezTo>
                <a:cubicBezTo>
                  <a:pt x="630338" y="1384266"/>
                  <a:pt x="641281" y="1373323"/>
                  <a:pt x="654798" y="1373323"/>
                </a:cubicBezTo>
                <a:close/>
                <a:moveTo>
                  <a:pt x="444685" y="1373323"/>
                </a:moveTo>
                <a:cubicBezTo>
                  <a:pt x="458203" y="1373377"/>
                  <a:pt x="469146" y="1384320"/>
                  <a:pt x="469146" y="1397783"/>
                </a:cubicBezTo>
                <a:cubicBezTo>
                  <a:pt x="469146" y="1411301"/>
                  <a:pt x="458203" y="1422244"/>
                  <a:pt x="444685" y="1422244"/>
                </a:cubicBezTo>
                <a:cubicBezTo>
                  <a:pt x="431168" y="1422244"/>
                  <a:pt x="420225" y="1411301"/>
                  <a:pt x="420225" y="1397783"/>
                </a:cubicBezTo>
                <a:cubicBezTo>
                  <a:pt x="420225" y="1384266"/>
                  <a:pt x="431168" y="1373323"/>
                  <a:pt x="444685" y="1373323"/>
                </a:cubicBezTo>
                <a:close/>
                <a:moveTo>
                  <a:pt x="234573" y="1373323"/>
                </a:moveTo>
                <a:cubicBezTo>
                  <a:pt x="248091" y="1373377"/>
                  <a:pt x="259034" y="1384320"/>
                  <a:pt x="259034" y="1397783"/>
                </a:cubicBezTo>
                <a:cubicBezTo>
                  <a:pt x="259034" y="1411301"/>
                  <a:pt x="248091" y="1422244"/>
                  <a:pt x="234573" y="1422244"/>
                </a:cubicBezTo>
                <a:cubicBezTo>
                  <a:pt x="221056" y="1422244"/>
                  <a:pt x="210113" y="1411301"/>
                  <a:pt x="210113" y="1397783"/>
                </a:cubicBezTo>
                <a:cubicBezTo>
                  <a:pt x="210113" y="1384266"/>
                  <a:pt x="221056" y="1373323"/>
                  <a:pt x="234573" y="1373323"/>
                </a:cubicBezTo>
                <a:close/>
                <a:moveTo>
                  <a:pt x="24460" y="1373323"/>
                </a:moveTo>
                <a:cubicBezTo>
                  <a:pt x="37978" y="1373377"/>
                  <a:pt x="48921" y="1384320"/>
                  <a:pt x="48921" y="1397783"/>
                </a:cubicBezTo>
                <a:cubicBezTo>
                  <a:pt x="48921" y="1411301"/>
                  <a:pt x="37978" y="1422244"/>
                  <a:pt x="24460" y="1422244"/>
                </a:cubicBezTo>
                <a:cubicBezTo>
                  <a:pt x="10943" y="1422244"/>
                  <a:pt x="0" y="1411301"/>
                  <a:pt x="0" y="1397783"/>
                </a:cubicBezTo>
                <a:cubicBezTo>
                  <a:pt x="0" y="1384266"/>
                  <a:pt x="10943" y="1373323"/>
                  <a:pt x="24460" y="1373323"/>
                </a:cubicBezTo>
                <a:close/>
                <a:moveTo>
                  <a:pt x="1285137" y="1174099"/>
                </a:moveTo>
                <a:cubicBezTo>
                  <a:pt x="1298601" y="1174099"/>
                  <a:pt x="1309598" y="1185042"/>
                  <a:pt x="1309598" y="1198559"/>
                </a:cubicBezTo>
                <a:cubicBezTo>
                  <a:pt x="1309598" y="1212077"/>
                  <a:pt x="1298655" y="1223020"/>
                  <a:pt x="1285137" y="1223020"/>
                </a:cubicBezTo>
                <a:cubicBezTo>
                  <a:pt x="1271620" y="1223020"/>
                  <a:pt x="1260677" y="1212077"/>
                  <a:pt x="1260677" y="1198559"/>
                </a:cubicBezTo>
                <a:cubicBezTo>
                  <a:pt x="1260677" y="1185042"/>
                  <a:pt x="1271620" y="1174099"/>
                  <a:pt x="1285137" y="1174099"/>
                </a:cubicBezTo>
                <a:close/>
                <a:moveTo>
                  <a:pt x="1075024" y="1174099"/>
                </a:moveTo>
                <a:cubicBezTo>
                  <a:pt x="1088542" y="1174099"/>
                  <a:pt x="1099485" y="1185042"/>
                  <a:pt x="1099485" y="1198559"/>
                </a:cubicBezTo>
                <a:cubicBezTo>
                  <a:pt x="1099485" y="1212077"/>
                  <a:pt x="1088542" y="1223020"/>
                  <a:pt x="1075024" y="1223020"/>
                </a:cubicBezTo>
                <a:cubicBezTo>
                  <a:pt x="1061507" y="1223020"/>
                  <a:pt x="1050564" y="1212077"/>
                  <a:pt x="1050564" y="1198559"/>
                </a:cubicBezTo>
                <a:cubicBezTo>
                  <a:pt x="1050564" y="1185042"/>
                  <a:pt x="1061507" y="1174099"/>
                  <a:pt x="1075024" y="1174099"/>
                </a:cubicBezTo>
                <a:close/>
                <a:moveTo>
                  <a:pt x="864911" y="1174099"/>
                </a:moveTo>
                <a:cubicBezTo>
                  <a:pt x="878429" y="1174099"/>
                  <a:pt x="889372" y="1185042"/>
                  <a:pt x="889372" y="1198559"/>
                </a:cubicBezTo>
                <a:cubicBezTo>
                  <a:pt x="889372" y="1212077"/>
                  <a:pt x="878429" y="1223020"/>
                  <a:pt x="864911" y="1223020"/>
                </a:cubicBezTo>
                <a:cubicBezTo>
                  <a:pt x="851394" y="1223020"/>
                  <a:pt x="840451" y="1212077"/>
                  <a:pt x="840451" y="1198559"/>
                </a:cubicBezTo>
                <a:cubicBezTo>
                  <a:pt x="840451" y="1185042"/>
                  <a:pt x="851394" y="1174099"/>
                  <a:pt x="864911" y="1174099"/>
                </a:cubicBezTo>
                <a:close/>
                <a:moveTo>
                  <a:pt x="654798" y="1174099"/>
                </a:moveTo>
                <a:cubicBezTo>
                  <a:pt x="668316" y="1174099"/>
                  <a:pt x="679259" y="1185042"/>
                  <a:pt x="679259" y="1198559"/>
                </a:cubicBezTo>
                <a:cubicBezTo>
                  <a:pt x="679259" y="1212077"/>
                  <a:pt x="668316" y="1223020"/>
                  <a:pt x="654798" y="1223020"/>
                </a:cubicBezTo>
                <a:cubicBezTo>
                  <a:pt x="641281" y="1223020"/>
                  <a:pt x="630338" y="1212077"/>
                  <a:pt x="630338" y="1198559"/>
                </a:cubicBezTo>
                <a:cubicBezTo>
                  <a:pt x="630338" y="1185042"/>
                  <a:pt x="641281" y="1174099"/>
                  <a:pt x="654798" y="1174099"/>
                </a:cubicBezTo>
                <a:close/>
                <a:moveTo>
                  <a:pt x="444685" y="1174099"/>
                </a:moveTo>
                <a:cubicBezTo>
                  <a:pt x="458203" y="1174099"/>
                  <a:pt x="469146" y="1185042"/>
                  <a:pt x="469146" y="1198559"/>
                </a:cubicBezTo>
                <a:cubicBezTo>
                  <a:pt x="469146" y="1212077"/>
                  <a:pt x="458203" y="1223020"/>
                  <a:pt x="444685" y="1223020"/>
                </a:cubicBezTo>
                <a:cubicBezTo>
                  <a:pt x="431168" y="1223020"/>
                  <a:pt x="420225" y="1212077"/>
                  <a:pt x="420225" y="1198559"/>
                </a:cubicBezTo>
                <a:cubicBezTo>
                  <a:pt x="420225" y="1185042"/>
                  <a:pt x="431168" y="1174099"/>
                  <a:pt x="444685" y="1174099"/>
                </a:cubicBezTo>
                <a:close/>
                <a:moveTo>
                  <a:pt x="234573" y="1174099"/>
                </a:moveTo>
                <a:cubicBezTo>
                  <a:pt x="248091" y="1174099"/>
                  <a:pt x="259034" y="1185042"/>
                  <a:pt x="259034" y="1198559"/>
                </a:cubicBezTo>
                <a:cubicBezTo>
                  <a:pt x="259034" y="1212077"/>
                  <a:pt x="248091" y="1223020"/>
                  <a:pt x="234573" y="1223020"/>
                </a:cubicBezTo>
                <a:cubicBezTo>
                  <a:pt x="221056" y="1223020"/>
                  <a:pt x="210113" y="1212077"/>
                  <a:pt x="210113" y="1198559"/>
                </a:cubicBezTo>
                <a:cubicBezTo>
                  <a:pt x="210113" y="1185042"/>
                  <a:pt x="221056" y="1174099"/>
                  <a:pt x="234573" y="1174099"/>
                </a:cubicBezTo>
                <a:close/>
                <a:moveTo>
                  <a:pt x="24514" y="1174099"/>
                </a:moveTo>
                <a:cubicBezTo>
                  <a:pt x="37978" y="1174099"/>
                  <a:pt x="48921" y="1185042"/>
                  <a:pt x="48921" y="1198559"/>
                </a:cubicBezTo>
                <a:cubicBezTo>
                  <a:pt x="48921" y="1212077"/>
                  <a:pt x="37978" y="1223020"/>
                  <a:pt x="24461" y="1223020"/>
                </a:cubicBezTo>
                <a:cubicBezTo>
                  <a:pt x="10997" y="1223020"/>
                  <a:pt x="54" y="1212077"/>
                  <a:pt x="54" y="1198559"/>
                </a:cubicBezTo>
                <a:cubicBezTo>
                  <a:pt x="54" y="1185042"/>
                  <a:pt x="10997" y="1174099"/>
                  <a:pt x="24514" y="1174099"/>
                </a:cubicBezTo>
                <a:close/>
                <a:moveTo>
                  <a:pt x="1285137" y="974822"/>
                </a:moveTo>
                <a:cubicBezTo>
                  <a:pt x="1298601" y="974876"/>
                  <a:pt x="1309598" y="985818"/>
                  <a:pt x="1309598" y="999282"/>
                </a:cubicBezTo>
                <a:cubicBezTo>
                  <a:pt x="1309598" y="1012800"/>
                  <a:pt x="1298655" y="1023743"/>
                  <a:pt x="1285137" y="1023743"/>
                </a:cubicBezTo>
                <a:cubicBezTo>
                  <a:pt x="1271620" y="1023743"/>
                  <a:pt x="1260677" y="1012800"/>
                  <a:pt x="1260677" y="999282"/>
                </a:cubicBezTo>
                <a:cubicBezTo>
                  <a:pt x="1260677" y="985765"/>
                  <a:pt x="1271620" y="974822"/>
                  <a:pt x="1285137" y="974822"/>
                </a:cubicBezTo>
                <a:close/>
                <a:moveTo>
                  <a:pt x="1075024" y="974822"/>
                </a:moveTo>
                <a:cubicBezTo>
                  <a:pt x="1088542" y="974876"/>
                  <a:pt x="1099485" y="985818"/>
                  <a:pt x="1099485" y="999282"/>
                </a:cubicBezTo>
                <a:cubicBezTo>
                  <a:pt x="1099485" y="1012800"/>
                  <a:pt x="1088542" y="1023743"/>
                  <a:pt x="1075024" y="1023743"/>
                </a:cubicBezTo>
                <a:cubicBezTo>
                  <a:pt x="1061507" y="1023743"/>
                  <a:pt x="1050564" y="1012800"/>
                  <a:pt x="1050564" y="999282"/>
                </a:cubicBezTo>
                <a:cubicBezTo>
                  <a:pt x="1050564" y="985765"/>
                  <a:pt x="1061507" y="974822"/>
                  <a:pt x="1075024" y="974822"/>
                </a:cubicBezTo>
                <a:close/>
                <a:moveTo>
                  <a:pt x="864911" y="974822"/>
                </a:moveTo>
                <a:cubicBezTo>
                  <a:pt x="878429" y="974876"/>
                  <a:pt x="889372" y="985818"/>
                  <a:pt x="889372" y="999282"/>
                </a:cubicBezTo>
                <a:cubicBezTo>
                  <a:pt x="889372" y="1012800"/>
                  <a:pt x="878429" y="1023743"/>
                  <a:pt x="864911" y="1023743"/>
                </a:cubicBezTo>
                <a:cubicBezTo>
                  <a:pt x="851394" y="1023743"/>
                  <a:pt x="840451" y="1012800"/>
                  <a:pt x="840451" y="999282"/>
                </a:cubicBezTo>
                <a:cubicBezTo>
                  <a:pt x="840451" y="985765"/>
                  <a:pt x="851394" y="974822"/>
                  <a:pt x="864911" y="974822"/>
                </a:cubicBezTo>
                <a:close/>
                <a:moveTo>
                  <a:pt x="654798" y="974822"/>
                </a:moveTo>
                <a:cubicBezTo>
                  <a:pt x="668316" y="974876"/>
                  <a:pt x="679259" y="985818"/>
                  <a:pt x="679259" y="999282"/>
                </a:cubicBezTo>
                <a:cubicBezTo>
                  <a:pt x="679259" y="1012800"/>
                  <a:pt x="668316" y="1023743"/>
                  <a:pt x="654798" y="1023743"/>
                </a:cubicBezTo>
                <a:cubicBezTo>
                  <a:pt x="641281" y="1023743"/>
                  <a:pt x="630338" y="1012800"/>
                  <a:pt x="630338" y="999282"/>
                </a:cubicBezTo>
                <a:cubicBezTo>
                  <a:pt x="630338" y="985765"/>
                  <a:pt x="641281" y="974822"/>
                  <a:pt x="654798" y="974822"/>
                </a:cubicBezTo>
                <a:close/>
                <a:moveTo>
                  <a:pt x="444685" y="974822"/>
                </a:moveTo>
                <a:cubicBezTo>
                  <a:pt x="458203" y="974876"/>
                  <a:pt x="469146" y="985818"/>
                  <a:pt x="469146" y="999282"/>
                </a:cubicBezTo>
                <a:cubicBezTo>
                  <a:pt x="469146" y="1012800"/>
                  <a:pt x="458203" y="1023743"/>
                  <a:pt x="444685" y="1023743"/>
                </a:cubicBezTo>
                <a:cubicBezTo>
                  <a:pt x="431168" y="1023743"/>
                  <a:pt x="420225" y="1012800"/>
                  <a:pt x="420225" y="999282"/>
                </a:cubicBezTo>
                <a:cubicBezTo>
                  <a:pt x="420225" y="985765"/>
                  <a:pt x="431168" y="974822"/>
                  <a:pt x="444685" y="974822"/>
                </a:cubicBezTo>
                <a:close/>
                <a:moveTo>
                  <a:pt x="234573" y="974822"/>
                </a:moveTo>
                <a:cubicBezTo>
                  <a:pt x="248091" y="974876"/>
                  <a:pt x="259034" y="985818"/>
                  <a:pt x="259034" y="999282"/>
                </a:cubicBezTo>
                <a:cubicBezTo>
                  <a:pt x="259034" y="1012800"/>
                  <a:pt x="248091" y="1023743"/>
                  <a:pt x="234573" y="1023743"/>
                </a:cubicBezTo>
                <a:cubicBezTo>
                  <a:pt x="221056" y="1023743"/>
                  <a:pt x="210113" y="1012800"/>
                  <a:pt x="210113" y="999282"/>
                </a:cubicBezTo>
                <a:cubicBezTo>
                  <a:pt x="210113" y="985765"/>
                  <a:pt x="221056" y="974822"/>
                  <a:pt x="234573" y="974822"/>
                </a:cubicBezTo>
                <a:close/>
                <a:moveTo>
                  <a:pt x="24460" y="974822"/>
                </a:moveTo>
                <a:cubicBezTo>
                  <a:pt x="37978" y="974876"/>
                  <a:pt x="48921" y="985818"/>
                  <a:pt x="48921" y="999282"/>
                </a:cubicBezTo>
                <a:cubicBezTo>
                  <a:pt x="48921" y="1012800"/>
                  <a:pt x="37978" y="1023743"/>
                  <a:pt x="24460" y="1023743"/>
                </a:cubicBezTo>
                <a:cubicBezTo>
                  <a:pt x="10943" y="1023743"/>
                  <a:pt x="0" y="1012800"/>
                  <a:pt x="0" y="999282"/>
                </a:cubicBezTo>
                <a:cubicBezTo>
                  <a:pt x="0" y="985765"/>
                  <a:pt x="10943" y="974822"/>
                  <a:pt x="24460" y="974822"/>
                </a:cubicBezTo>
                <a:close/>
                <a:moveTo>
                  <a:pt x="1285137" y="775598"/>
                </a:moveTo>
                <a:cubicBezTo>
                  <a:pt x="1298601" y="775598"/>
                  <a:pt x="1309598" y="786541"/>
                  <a:pt x="1309598" y="800058"/>
                </a:cubicBezTo>
                <a:cubicBezTo>
                  <a:pt x="1309598" y="813576"/>
                  <a:pt x="1298655" y="824519"/>
                  <a:pt x="1285137" y="824519"/>
                </a:cubicBezTo>
                <a:cubicBezTo>
                  <a:pt x="1271620" y="824519"/>
                  <a:pt x="1260677" y="813576"/>
                  <a:pt x="1260677" y="800058"/>
                </a:cubicBezTo>
                <a:cubicBezTo>
                  <a:pt x="1260677" y="786541"/>
                  <a:pt x="1271620" y="775598"/>
                  <a:pt x="1285137" y="775598"/>
                </a:cubicBezTo>
                <a:close/>
                <a:moveTo>
                  <a:pt x="1075024" y="775598"/>
                </a:moveTo>
                <a:cubicBezTo>
                  <a:pt x="1088542" y="775598"/>
                  <a:pt x="1099485" y="786541"/>
                  <a:pt x="1099485" y="800058"/>
                </a:cubicBezTo>
                <a:cubicBezTo>
                  <a:pt x="1099485" y="813576"/>
                  <a:pt x="1088542" y="824519"/>
                  <a:pt x="1075024" y="824519"/>
                </a:cubicBezTo>
                <a:cubicBezTo>
                  <a:pt x="1061507" y="824519"/>
                  <a:pt x="1050564" y="813576"/>
                  <a:pt x="1050564" y="800058"/>
                </a:cubicBezTo>
                <a:cubicBezTo>
                  <a:pt x="1050564" y="786541"/>
                  <a:pt x="1061507" y="775598"/>
                  <a:pt x="1075024" y="775598"/>
                </a:cubicBezTo>
                <a:close/>
                <a:moveTo>
                  <a:pt x="864911" y="775598"/>
                </a:moveTo>
                <a:cubicBezTo>
                  <a:pt x="878429" y="775598"/>
                  <a:pt x="889372" y="786541"/>
                  <a:pt x="889372" y="800058"/>
                </a:cubicBezTo>
                <a:cubicBezTo>
                  <a:pt x="889372" y="813576"/>
                  <a:pt x="878429" y="824519"/>
                  <a:pt x="864911" y="824519"/>
                </a:cubicBezTo>
                <a:cubicBezTo>
                  <a:pt x="851394" y="824519"/>
                  <a:pt x="840451" y="813576"/>
                  <a:pt x="840451" y="800058"/>
                </a:cubicBezTo>
                <a:cubicBezTo>
                  <a:pt x="840451" y="786541"/>
                  <a:pt x="851394" y="775598"/>
                  <a:pt x="864911" y="775598"/>
                </a:cubicBezTo>
                <a:close/>
                <a:moveTo>
                  <a:pt x="654798" y="775598"/>
                </a:moveTo>
                <a:cubicBezTo>
                  <a:pt x="668316" y="775598"/>
                  <a:pt x="679259" y="786541"/>
                  <a:pt x="679259" y="800058"/>
                </a:cubicBezTo>
                <a:cubicBezTo>
                  <a:pt x="679259" y="813576"/>
                  <a:pt x="668316" y="824519"/>
                  <a:pt x="654798" y="824519"/>
                </a:cubicBezTo>
                <a:cubicBezTo>
                  <a:pt x="641281" y="824519"/>
                  <a:pt x="630338" y="813576"/>
                  <a:pt x="630338" y="800058"/>
                </a:cubicBezTo>
                <a:cubicBezTo>
                  <a:pt x="630338" y="786541"/>
                  <a:pt x="641281" y="775598"/>
                  <a:pt x="654798" y="775598"/>
                </a:cubicBezTo>
                <a:close/>
                <a:moveTo>
                  <a:pt x="444685" y="775598"/>
                </a:moveTo>
                <a:cubicBezTo>
                  <a:pt x="458203" y="775598"/>
                  <a:pt x="469146" y="786541"/>
                  <a:pt x="469146" y="800058"/>
                </a:cubicBezTo>
                <a:cubicBezTo>
                  <a:pt x="469146" y="813576"/>
                  <a:pt x="458203" y="824519"/>
                  <a:pt x="444685" y="824519"/>
                </a:cubicBezTo>
                <a:cubicBezTo>
                  <a:pt x="431168" y="824519"/>
                  <a:pt x="420225" y="813576"/>
                  <a:pt x="420225" y="800058"/>
                </a:cubicBezTo>
                <a:cubicBezTo>
                  <a:pt x="420225" y="786541"/>
                  <a:pt x="431168" y="775598"/>
                  <a:pt x="444685" y="775598"/>
                </a:cubicBezTo>
                <a:close/>
                <a:moveTo>
                  <a:pt x="234573" y="775598"/>
                </a:moveTo>
                <a:cubicBezTo>
                  <a:pt x="248091" y="775598"/>
                  <a:pt x="259034" y="786541"/>
                  <a:pt x="259034" y="800058"/>
                </a:cubicBezTo>
                <a:cubicBezTo>
                  <a:pt x="259034" y="813576"/>
                  <a:pt x="248091" y="824519"/>
                  <a:pt x="234573" y="824519"/>
                </a:cubicBezTo>
                <a:cubicBezTo>
                  <a:pt x="221056" y="824519"/>
                  <a:pt x="210113" y="813576"/>
                  <a:pt x="210113" y="800058"/>
                </a:cubicBezTo>
                <a:cubicBezTo>
                  <a:pt x="210113" y="786541"/>
                  <a:pt x="221056" y="775598"/>
                  <a:pt x="234573" y="775598"/>
                </a:cubicBezTo>
                <a:close/>
                <a:moveTo>
                  <a:pt x="24460" y="775598"/>
                </a:moveTo>
                <a:cubicBezTo>
                  <a:pt x="37978" y="775598"/>
                  <a:pt x="48921" y="786541"/>
                  <a:pt x="48921" y="800058"/>
                </a:cubicBezTo>
                <a:cubicBezTo>
                  <a:pt x="48921" y="813576"/>
                  <a:pt x="37978" y="824519"/>
                  <a:pt x="24460" y="824519"/>
                </a:cubicBezTo>
                <a:cubicBezTo>
                  <a:pt x="10943" y="824519"/>
                  <a:pt x="0" y="813576"/>
                  <a:pt x="0" y="800058"/>
                </a:cubicBezTo>
                <a:cubicBezTo>
                  <a:pt x="0" y="786541"/>
                  <a:pt x="10943" y="775598"/>
                  <a:pt x="24460" y="775598"/>
                </a:cubicBezTo>
                <a:close/>
                <a:moveTo>
                  <a:pt x="1285137" y="597778"/>
                </a:moveTo>
                <a:cubicBezTo>
                  <a:pt x="1298601" y="597778"/>
                  <a:pt x="1309598" y="608721"/>
                  <a:pt x="1309598" y="622238"/>
                </a:cubicBezTo>
                <a:cubicBezTo>
                  <a:pt x="1309598" y="635756"/>
                  <a:pt x="1298655" y="646699"/>
                  <a:pt x="1285137" y="646699"/>
                </a:cubicBezTo>
                <a:cubicBezTo>
                  <a:pt x="1271620" y="646699"/>
                  <a:pt x="1260677" y="635756"/>
                  <a:pt x="1260677" y="622238"/>
                </a:cubicBezTo>
                <a:cubicBezTo>
                  <a:pt x="1260677" y="608721"/>
                  <a:pt x="1271620" y="597778"/>
                  <a:pt x="1285137" y="597778"/>
                </a:cubicBezTo>
                <a:close/>
                <a:moveTo>
                  <a:pt x="1075024" y="597778"/>
                </a:moveTo>
                <a:cubicBezTo>
                  <a:pt x="1088542" y="597778"/>
                  <a:pt x="1099485" y="608721"/>
                  <a:pt x="1099485" y="622238"/>
                </a:cubicBezTo>
                <a:cubicBezTo>
                  <a:pt x="1099485" y="635756"/>
                  <a:pt x="1088542" y="646699"/>
                  <a:pt x="1075024" y="646699"/>
                </a:cubicBezTo>
                <a:cubicBezTo>
                  <a:pt x="1061507" y="646699"/>
                  <a:pt x="1050564" y="635756"/>
                  <a:pt x="1050564" y="622238"/>
                </a:cubicBezTo>
                <a:cubicBezTo>
                  <a:pt x="1050564" y="608721"/>
                  <a:pt x="1061507" y="597778"/>
                  <a:pt x="1075024" y="597778"/>
                </a:cubicBezTo>
                <a:close/>
                <a:moveTo>
                  <a:pt x="864911" y="597778"/>
                </a:moveTo>
                <a:cubicBezTo>
                  <a:pt x="878429" y="597778"/>
                  <a:pt x="889372" y="608721"/>
                  <a:pt x="889372" y="622238"/>
                </a:cubicBezTo>
                <a:cubicBezTo>
                  <a:pt x="889372" y="635756"/>
                  <a:pt x="878429" y="646699"/>
                  <a:pt x="864911" y="646699"/>
                </a:cubicBezTo>
                <a:cubicBezTo>
                  <a:pt x="851394" y="646699"/>
                  <a:pt x="840451" y="635756"/>
                  <a:pt x="840451" y="622238"/>
                </a:cubicBezTo>
                <a:cubicBezTo>
                  <a:pt x="840451" y="608721"/>
                  <a:pt x="851394" y="597778"/>
                  <a:pt x="864911" y="597778"/>
                </a:cubicBezTo>
                <a:close/>
                <a:moveTo>
                  <a:pt x="654798" y="597778"/>
                </a:moveTo>
                <a:cubicBezTo>
                  <a:pt x="668316" y="597778"/>
                  <a:pt x="679259" y="608721"/>
                  <a:pt x="679259" y="622238"/>
                </a:cubicBezTo>
                <a:cubicBezTo>
                  <a:pt x="679259" y="635756"/>
                  <a:pt x="668316" y="646699"/>
                  <a:pt x="654798" y="646699"/>
                </a:cubicBezTo>
                <a:cubicBezTo>
                  <a:pt x="641281" y="646699"/>
                  <a:pt x="630338" y="635756"/>
                  <a:pt x="630338" y="622238"/>
                </a:cubicBezTo>
                <a:cubicBezTo>
                  <a:pt x="630338" y="608721"/>
                  <a:pt x="641281" y="597778"/>
                  <a:pt x="654798" y="597778"/>
                </a:cubicBezTo>
                <a:close/>
                <a:moveTo>
                  <a:pt x="444685" y="597778"/>
                </a:moveTo>
                <a:cubicBezTo>
                  <a:pt x="458203" y="597778"/>
                  <a:pt x="469146" y="608721"/>
                  <a:pt x="469146" y="622238"/>
                </a:cubicBezTo>
                <a:cubicBezTo>
                  <a:pt x="469146" y="635756"/>
                  <a:pt x="458203" y="646699"/>
                  <a:pt x="444685" y="646699"/>
                </a:cubicBezTo>
                <a:cubicBezTo>
                  <a:pt x="431168" y="646699"/>
                  <a:pt x="420225" y="635756"/>
                  <a:pt x="420225" y="622238"/>
                </a:cubicBezTo>
                <a:cubicBezTo>
                  <a:pt x="420225" y="608721"/>
                  <a:pt x="431168" y="597778"/>
                  <a:pt x="444685" y="597778"/>
                </a:cubicBezTo>
                <a:close/>
                <a:moveTo>
                  <a:pt x="234573" y="597778"/>
                </a:moveTo>
                <a:cubicBezTo>
                  <a:pt x="248091" y="597778"/>
                  <a:pt x="259034" y="608721"/>
                  <a:pt x="259034" y="622238"/>
                </a:cubicBezTo>
                <a:cubicBezTo>
                  <a:pt x="259034" y="635756"/>
                  <a:pt x="248091" y="646699"/>
                  <a:pt x="234573" y="646699"/>
                </a:cubicBezTo>
                <a:cubicBezTo>
                  <a:pt x="221056" y="646699"/>
                  <a:pt x="210113" y="635756"/>
                  <a:pt x="210113" y="622238"/>
                </a:cubicBezTo>
                <a:cubicBezTo>
                  <a:pt x="210113" y="608721"/>
                  <a:pt x="221056" y="597778"/>
                  <a:pt x="234573" y="597778"/>
                </a:cubicBezTo>
                <a:close/>
                <a:moveTo>
                  <a:pt x="24514" y="597778"/>
                </a:moveTo>
                <a:cubicBezTo>
                  <a:pt x="37978" y="597778"/>
                  <a:pt x="48921" y="608721"/>
                  <a:pt x="48921" y="622238"/>
                </a:cubicBezTo>
                <a:cubicBezTo>
                  <a:pt x="48921" y="635756"/>
                  <a:pt x="37978" y="646699"/>
                  <a:pt x="24461" y="646699"/>
                </a:cubicBezTo>
                <a:cubicBezTo>
                  <a:pt x="10997" y="646645"/>
                  <a:pt x="54" y="635702"/>
                  <a:pt x="54" y="622238"/>
                </a:cubicBezTo>
                <a:cubicBezTo>
                  <a:pt x="54" y="608721"/>
                  <a:pt x="10997" y="597778"/>
                  <a:pt x="24514" y="597778"/>
                </a:cubicBezTo>
                <a:close/>
                <a:moveTo>
                  <a:pt x="1285137" y="398500"/>
                </a:moveTo>
                <a:cubicBezTo>
                  <a:pt x="1298601" y="398500"/>
                  <a:pt x="1309598" y="409443"/>
                  <a:pt x="1309598" y="422960"/>
                </a:cubicBezTo>
                <a:cubicBezTo>
                  <a:pt x="1309598" y="436478"/>
                  <a:pt x="1298655" y="447421"/>
                  <a:pt x="1285137" y="447421"/>
                </a:cubicBezTo>
                <a:cubicBezTo>
                  <a:pt x="1271620" y="447421"/>
                  <a:pt x="1260677" y="436478"/>
                  <a:pt x="1260677" y="422960"/>
                </a:cubicBezTo>
                <a:cubicBezTo>
                  <a:pt x="1260677" y="409443"/>
                  <a:pt x="1271620" y="398500"/>
                  <a:pt x="1285137" y="398500"/>
                </a:cubicBezTo>
                <a:close/>
                <a:moveTo>
                  <a:pt x="1075024" y="398500"/>
                </a:moveTo>
                <a:cubicBezTo>
                  <a:pt x="1088542" y="398500"/>
                  <a:pt x="1099485" y="409443"/>
                  <a:pt x="1099485" y="422960"/>
                </a:cubicBezTo>
                <a:cubicBezTo>
                  <a:pt x="1099485" y="436478"/>
                  <a:pt x="1088542" y="447421"/>
                  <a:pt x="1075024" y="447421"/>
                </a:cubicBezTo>
                <a:cubicBezTo>
                  <a:pt x="1061507" y="447421"/>
                  <a:pt x="1050564" y="436478"/>
                  <a:pt x="1050564" y="422960"/>
                </a:cubicBezTo>
                <a:cubicBezTo>
                  <a:pt x="1050564" y="409443"/>
                  <a:pt x="1061507" y="398500"/>
                  <a:pt x="1075024" y="398500"/>
                </a:cubicBezTo>
                <a:close/>
                <a:moveTo>
                  <a:pt x="864911" y="398500"/>
                </a:moveTo>
                <a:cubicBezTo>
                  <a:pt x="878429" y="398500"/>
                  <a:pt x="889372" y="409443"/>
                  <a:pt x="889372" y="422960"/>
                </a:cubicBezTo>
                <a:cubicBezTo>
                  <a:pt x="889372" y="436478"/>
                  <a:pt x="878429" y="447421"/>
                  <a:pt x="864911" y="447421"/>
                </a:cubicBezTo>
                <a:cubicBezTo>
                  <a:pt x="851394" y="447421"/>
                  <a:pt x="840451" y="436478"/>
                  <a:pt x="840451" y="422960"/>
                </a:cubicBezTo>
                <a:cubicBezTo>
                  <a:pt x="840451" y="409443"/>
                  <a:pt x="851394" y="398500"/>
                  <a:pt x="864911" y="398500"/>
                </a:cubicBezTo>
                <a:close/>
                <a:moveTo>
                  <a:pt x="654798" y="398500"/>
                </a:moveTo>
                <a:cubicBezTo>
                  <a:pt x="668316" y="398500"/>
                  <a:pt x="679259" y="409443"/>
                  <a:pt x="679259" y="422960"/>
                </a:cubicBezTo>
                <a:cubicBezTo>
                  <a:pt x="679259" y="436478"/>
                  <a:pt x="668316" y="447421"/>
                  <a:pt x="654798" y="447421"/>
                </a:cubicBezTo>
                <a:cubicBezTo>
                  <a:pt x="641281" y="447421"/>
                  <a:pt x="630338" y="436478"/>
                  <a:pt x="630338" y="422960"/>
                </a:cubicBezTo>
                <a:cubicBezTo>
                  <a:pt x="630338" y="409443"/>
                  <a:pt x="641281" y="398500"/>
                  <a:pt x="654798" y="398500"/>
                </a:cubicBezTo>
                <a:close/>
                <a:moveTo>
                  <a:pt x="444685" y="398500"/>
                </a:moveTo>
                <a:cubicBezTo>
                  <a:pt x="458203" y="398500"/>
                  <a:pt x="469146" y="409443"/>
                  <a:pt x="469146" y="422960"/>
                </a:cubicBezTo>
                <a:cubicBezTo>
                  <a:pt x="469146" y="436478"/>
                  <a:pt x="458203" y="447421"/>
                  <a:pt x="444685" y="447421"/>
                </a:cubicBezTo>
                <a:cubicBezTo>
                  <a:pt x="431168" y="447421"/>
                  <a:pt x="420225" y="436478"/>
                  <a:pt x="420225" y="422960"/>
                </a:cubicBezTo>
                <a:cubicBezTo>
                  <a:pt x="420225" y="409443"/>
                  <a:pt x="431168" y="398500"/>
                  <a:pt x="444685" y="398500"/>
                </a:cubicBezTo>
                <a:close/>
                <a:moveTo>
                  <a:pt x="234573" y="398500"/>
                </a:moveTo>
                <a:cubicBezTo>
                  <a:pt x="248091" y="398500"/>
                  <a:pt x="259034" y="409443"/>
                  <a:pt x="259034" y="422960"/>
                </a:cubicBezTo>
                <a:cubicBezTo>
                  <a:pt x="259034" y="436478"/>
                  <a:pt x="248091" y="447421"/>
                  <a:pt x="234573" y="447421"/>
                </a:cubicBezTo>
                <a:cubicBezTo>
                  <a:pt x="221056" y="447421"/>
                  <a:pt x="210113" y="436478"/>
                  <a:pt x="210113" y="422960"/>
                </a:cubicBezTo>
                <a:cubicBezTo>
                  <a:pt x="210113" y="409443"/>
                  <a:pt x="221056" y="398500"/>
                  <a:pt x="234573" y="398500"/>
                </a:cubicBezTo>
                <a:close/>
                <a:moveTo>
                  <a:pt x="24514" y="398500"/>
                </a:moveTo>
                <a:cubicBezTo>
                  <a:pt x="37978" y="398500"/>
                  <a:pt x="48921" y="409443"/>
                  <a:pt x="48921" y="422960"/>
                </a:cubicBezTo>
                <a:cubicBezTo>
                  <a:pt x="48921" y="436478"/>
                  <a:pt x="37978" y="447421"/>
                  <a:pt x="24461" y="447421"/>
                </a:cubicBezTo>
                <a:cubicBezTo>
                  <a:pt x="10997" y="447421"/>
                  <a:pt x="54" y="436478"/>
                  <a:pt x="54" y="422960"/>
                </a:cubicBezTo>
                <a:cubicBezTo>
                  <a:pt x="54" y="409443"/>
                  <a:pt x="10997" y="398500"/>
                  <a:pt x="24514" y="398500"/>
                </a:cubicBezTo>
                <a:close/>
                <a:moveTo>
                  <a:pt x="1285137" y="199223"/>
                </a:moveTo>
                <a:cubicBezTo>
                  <a:pt x="1298601" y="199277"/>
                  <a:pt x="1309598" y="210219"/>
                  <a:pt x="1309598" y="223683"/>
                </a:cubicBezTo>
                <a:cubicBezTo>
                  <a:pt x="1309598" y="237201"/>
                  <a:pt x="1298655" y="248144"/>
                  <a:pt x="1285137" y="248144"/>
                </a:cubicBezTo>
                <a:cubicBezTo>
                  <a:pt x="1271620" y="248144"/>
                  <a:pt x="1260677" y="237201"/>
                  <a:pt x="1260677" y="223683"/>
                </a:cubicBezTo>
                <a:cubicBezTo>
                  <a:pt x="1260677" y="210166"/>
                  <a:pt x="1271620" y="199223"/>
                  <a:pt x="1285137" y="199223"/>
                </a:cubicBezTo>
                <a:close/>
                <a:moveTo>
                  <a:pt x="1075024" y="199223"/>
                </a:moveTo>
                <a:cubicBezTo>
                  <a:pt x="1088542" y="199277"/>
                  <a:pt x="1099485" y="210219"/>
                  <a:pt x="1099485" y="223683"/>
                </a:cubicBezTo>
                <a:cubicBezTo>
                  <a:pt x="1099485" y="237201"/>
                  <a:pt x="1088542" y="248144"/>
                  <a:pt x="1075024" y="248144"/>
                </a:cubicBezTo>
                <a:cubicBezTo>
                  <a:pt x="1061507" y="248144"/>
                  <a:pt x="1050564" y="237201"/>
                  <a:pt x="1050564" y="223683"/>
                </a:cubicBezTo>
                <a:cubicBezTo>
                  <a:pt x="1050564" y="210166"/>
                  <a:pt x="1061507" y="199223"/>
                  <a:pt x="1075024" y="199223"/>
                </a:cubicBezTo>
                <a:close/>
                <a:moveTo>
                  <a:pt x="864911" y="199223"/>
                </a:moveTo>
                <a:cubicBezTo>
                  <a:pt x="878429" y="199277"/>
                  <a:pt x="889372" y="210219"/>
                  <a:pt x="889372" y="223683"/>
                </a:cubicBezTo>
                <a:cubicBezTo>
                  <a:pt x="889372" y="237201"/>
                  <a:pt x="878429" y="248144"/>
                  <a:pt x="864911" y="248144"/>
                </a:cubicBezTo>
                <a:cubicBezTo>
                  <a:pt x="851394" y="248144"/>
                  <a:pt x="840451" y="237201"/>
                  <a:pt x="840451" y="223683"/>
                </a:cubicBezTo>
                <a:cubicBezTo>
                  <a:pt x="840451" y="210166"/>
                  <a:pt x="851394" y="199223"/>
                  <a:pt x="864911" y="199223"/>
                </a:cubicBezTo>
                <a:close/>
                <a:moveTo>
                  <a:pt x="654798" y="199223"/>
                </a:moveTo>
                <a:cubicBezTo>
                  <a:pt x="668316" y="199277"/>
                  <a:pt x="679259" y="210219"/>
                  <a:pt x="679259" y="223683"/>
                </a:cubicBezTo>
                <a:cubicBezTo>
                  <a:pt x="679259" y="237201"/>
                  <a:pt x="668316" y="248144"/>
                  <a:pt x="654798" y="248144"/>
                </a:cubicBezTo>
                <a:cubicBezTo>
                  <a:pt x="641281" y="248144"/>
                  <a:pt x="630338" y="237201"/>
                  <a:pt x="630338" y="223683"/>
                </a:cubicBezTo>
                <a:cubicBezTo>
                  <a:pt x="630338" y="210166"/>
                  <a:pt x="641281" y="199223"/>
                  <a:pt x="654798" y="199223"/>
                </a:cubicBezTo>
                <a:close/>
                <a:moveTo>
                  <a:pt x="444685" y="199223"/>
                </a:moveTo>
                <a:cubicBezTo>
                  <a:pt x="458203" y="199277"/>
                  <a:pt x="469146" y="210219"/>
                  <a:pt x="469146" y="223683"/>
                </a:cubicBezTo>
                <a:cubicBezTo>
                  <a:pt x="469146" y="237201"/>
                  <a:pt x="458203" y="248144"/>
                  <a:pt x="444685" y="248144"/>
                </a:cubicBezTo>
                <a:cubicBezTo>
                  <a:pt x="431168" y="248144"/>
                  <a:pt x="420225" y="237201"/>
                  <a:pt x="420225" y="223683"/>
                </a:cubicBezTo>
                <a:cubicBezTo>
                  <a:pt x="420225" y="210166"/>
                  <a:pt x="431168" y="199223"/>
                  <a:pt x="444685" y="199223"/>
                </a:cubicBezTo>
                <a:close/>
                <a:moveTo>
                  <a:pt x="234573" y="199223"/>
                </a:moveTo>
                <a:cubicBezTo>
                  <a:pt x="248091" y="199277"/>
                  <a:pt x="259034" y="210219"/>
                  <a:pt x="259034" y="223683"/>
                </a:cubicBezTo>
                <a:cubicBezTo>
                  <a:pt x="259034" y="237201"/>
                  <a:pt x="248091" y="248144"/>
                  <a:pt x="234573" y="248144"/>
                </a:cubicBezTo>
                <a:cubicBezTo>
                  <a:pt x="221056" y="248144"/>
                  <a:pt x="210113" y="237201"/>
                  <a:pt x="210113" y="223683"/>
                </a:cubicBezTo>
                <a:cubicBezTo>
                  <a:pt x="210113" y="210166"/>
                  <a:pt x="221056" y="199223"/>
                  <a:pt x="234573" y="199223"/>
                </a:cubicBezTo>
                <a:close/>
                <a:moveTo>
                  <a:pt x="24514" y="199223"/>
                </a:moveTo>
                <a:cubicBezTo>
                  <a:pt x="37978" y="199277"/>
                  <a:pt x="48921" y="210219"/>
                  <a:pt x="48921" y="223683"/>
                </a:cubicBezTo>
                <a:cubicBezTo>
                  <a:pt x="48921" y="237201"/>
                  <a:pt x="37978" y="248144"/>
                  <a:pt x="24461" y="248144"/>
                </a:cubicBezTo>
                <a:cubicBezTo>
                  <a:pt x="10997" y="248144"/>
                  <a:pt x="54" y="237201"/>
                  <a:pt x="54" y="223683"/>
                </a:cubicBezTo>
                <a:cubicBezTo>
                  <a:pt x="54" y="210166"/>
                  <a:pt x="10997" y="199223"/>
                  <a:pt x="24514" y="199223"/>
                </a:cubicBezTo>
                <a:close/>
                <a:moveTo>
                  <a:pt x="1285137" y="0"/>
                </a:moveTo>
                <a:cubicBezTo>
                  <a:pt x="1298601" y="0"/>
                  <a:pt x="1309598" y="10943"/>
                  <a:pt x="1309598" y="24460"/>
                </a:cubicBezTo>
                <a:cubicBezTo>
                  <a:pt x="1309598" y="37978"/>
                  <a:pt x="1298655" y="48921"/>
                  <a:pt x="1285137" y="48921"/>
                </a:cubicBezTo>
                <a:cubicBezTo>
                  <a:pt x="1271620" y="48921"/>
                  <a:pt x="1260677" y="37978"/>
                  <a:pt x="1260677" y="24460"/>
                </a:cubicBezTo>
                <a:cubicBezTo>
                  <a:pt x="1260677" y="10943"/>
                  <a:pt x="1271620" y="0"/>
                  <a:pt x="1285137" y="0"/>
                </a:cubicBezTo>
                <a:close/>
                <a:moveTo>
                  <a:pt x="1075024" y="0"/>
                </a:moveTo>
                <a:cubicBezTo>
                  <a:pt x="1088542" y="0"/>
                  <a:pt x="1099485" y="10943"/>
                  <a:pt x="1099485" y="24460"/>
                </a:cubicBezTo>
                <a:cubicBezTo>
                  <a:pt x="1099485" y="37978"/>
                  <a:pt x="1088542" y="48921"/>
                  <a:pt x="1075024" y="48921"/>
                </a:cubicBezTo>
                <a:cubicBezTo>
                  <a:pt x="1061507" y="48921"/>
                  <a:pt x="1050564" y="37978"/>
                  <a:pt x="1050564" y="24460"/>
                </a:cubicBezTo>
                <a:cubicBezTo>
                  <a:pt x="1050564" y="10943"/>
                  <a:pt x="1061507" y="0"/>
                  <a:pt x="1075024" y="0"/>
                </a:cubicBezTo>
                <a:close/>
                <a:moveTo>
                  <a:pt x="864911" y="0"/>
                </a:moveTo>
                <a:cubicBezTo>
                  <a:pt x="878429" y="0"/>
                  <a:pt x="889372" y="10943"/>
                  <a:pt x="889372" y="24460"/>
                </a:cubicBezTo>
                <a:cubicBezTo>
                  <a:pt x="889372" y="37978"/>
                  <a:pt x="878429" y="48921"/>
                  <a:pt x="864911" y="48921"/>
                </a:cubicBezTo>
                <a:cubicBezTo>
                  <a:pt x="851394" y="48921"/>
                  <a:pt x="840451" y="37978"/>
                  <a:pt x="840451" y="24460"/>
                </a:cubicBezTo>
                <a:cubicBezTo>
                  <a:pt x="840451" y="10943"/>
                  <a:pt x="851394" y="0"/>
                  <a:pt x="864911" y="0"/>
                </a:cubicBezTo>
                <a:close/>
                <a:moveTo>
                  <a:pt x="654798" y="0"/>
                </a:moveTo>
                <a:cubicBezTo>
                  <a:pt x="668316" y="0"/>
                  <a:pt x="679259" y="10943"/>
                  <a:pt x="679259" y="24460"/>
                </a:cubicBezTo>
                <a:cubicBezTo>
                  <a:pt x="679259" y="37978"/>
                  <a:pt x="668316" y="48921"/>
                  <a:pt x="654798" y="48921"/>
                </a:cubicBezTo>
                <a:cubicBezTo>
                  <a:pt x="641281" y="48921"/>
                  <a:pt x="630338" y="37978"/>
                  <a:pt x="630338" y="24460"/>
                </a:cubicBezTo>
                <a:cubicBezTo>
                  <a:pt x="630338" y="10943"/>
                  <a:pt x="641281" y="0"/>
                  <a:pt x="654798" y="0"/>
                </a:cubicBezTo>
                <a:close/>
                <a:moveTo>
                  <a:pt x="444685" y="0"/>
                </a:moveTo>
                <a:cubicBezTo>
                  <a:pt x="458203" y="0"/>
                  <a:pt x="469146" y="10943"/>
                  <a:pt x="469146" y="24460"/>
                </a:cubicBezTo>
                <a:cubicBezTo>
                  <a:pt x="469146" y="37978"/>
                  <a:pt x="458203" y="48921"/>
                  <a:pt x="444685" y="48921"/>
                </a:cubicBezTo>
                <a:cubicBezTo>
                  <a:pt x="431168" y="48921"/>
                  <a:pt x="420225" y="37978"/>
                  <a:pt x="420225" y="24460"/>
                </a:cubicBezTo>
                <a:cubicBezTo>
                  <a:pt x="420225" y="10943"/>
                  <a:pt x="431168" y="0"/>
                  <a:pt x="444685" y="0"/>
                </a:cubicBezTo>
                <a:close/>
                <a:moveTo>
                  <a:pt x="234573" y="0"/>
                </a:moveTo>
                <a:cubicBezTo>
                  <a:pt x="248091" y="0"/>
                  <a:pt x="259034" y="10943"/>
                  <a:pt x="259034" y="24460"/>
                </a:cubicBezTo>
                <a:cubicBezTo>
                  <a:pt x="259034" y="37978"/>
                  <a:pt x="248091" y="48921"/>
                  <a:pt x="234573" y="48921"/>
                </a:cubicBezTo>
                <a:cubicBezTo>
                  <a:pt x="221056" y="48921"/>
                  <a:pt x="210113" y="37978"/>
                  <a:pt x="210113" y="24460"/>
                </a:cubicBezTo>
                <a:cubicBezTo>
                  <a:pt x="210113" y="10943"/>
                  <a:pt x="221056" y="0"/>
                  <a:pt x="234573" y="0"/>
                </a:cubicBezTo>
                <a:close/>
                <a:moveTo>
                  <a:pt x="24514" y="0"/>
                </a:moveTo>
                <a:cubicBezTo>
                  <a:pt x="37978" y="0"/>
                  <a:pt x="48921" y="10943"/>
                  <a:pt x="48921" y="24460"/>
                </a:cubicBezTo>
                <a:cubicBezTo>
                  <a:pt x="48921" y="37978"/>
                  <a:pt x="37978" y="48921"/>
                  <a:pt x="24461" y="48921"/>
                </a:cubicBezTo>
                <a:cubicBezTo>
                  <a:pt x="10997" y="48921"/>
                  <a:pt x="54" y="37924"/>
                  <a:pt x="54" y="24460"/>
                </a:cubicBezTo>
                <a:cubicBezTo>
                  <a:pt x="54" y="10943"/>
                  <a:pt x="10997" y="0"/>
                  <a:pt x="24514" y="0"/>
                </a:cubicBezTo>
                <a:close/>
              </a:path>
            </a:pathLst>
          </a:custGeom>
          <a:solidFill>
            <a:schemeClr val="accent1"/>
          </a:solidFill>
          <a:ln w="5360" cap="flat">
            <a:noFill/>
            <a:prstDash val="solid"/>
            <a:miter/>
          </a:ln>
        </p:spPr>
        <p:txBody>
          <a:bodyPr rtlCol="0" anchor="ctr"/>
          <a:lstStyle/>
          <a:p>
            <a:endParaRPr lang="zh-CN" altLang="en-US"/>
          </a:p>
        </p:txBody>
      </p:sp>
      <p:sp>
        <p:nvSpPr>
          <p:cNvPr id="25" name="任意多边形: 形状 24"/>
          <p:cNvSpPr/>
          <p:nvPr/>
        </p:nvSpPr>
        <p:spPr>
          <a:xfrm flipH="1">
            <a:off x="11043139" y="0"/>
            <a:ext cx="1148860" cy="1993900"/>
          </a:xfrm>
          <a:custGeom>
            <a:avLst/>
            <a:gdLst>
              <a:gd name="connsiteX0" fmla="*/ 0 w 1359005"/>
              <a:gd name="connsiteY0" fmla="*/ 0 h 2358616"/>
              <a:gd name="connsiteX1" fmla="*/ 488303 w 1359005"/>
              <a:gd name="connsiteY1" fmla="*/ 0 h 2358616"/>
              <a:gd name="connsiteX2" fmla="*/ 513678 w 1359005"/>
              <a:gd name="connsiteY2" fmla="*/ 6525 h 2358616"/>
              <a:gd name="connsiteX3" fmla="*/ 1359005 w 1359005"/>
              <a:gd name="connsiteY3" fmla="*/ 1155526 h 2358616"/>
              <a:gd name="connsiteX4" fmla="*/ 155916 w 1359005"/>
              <a:gd name="connsiteY4" fmla="*/ 2358616 h 2358616"/>
              <a:gd name="connsiteX5" fmla="*/ 32907 w 1359005"/>
              <a:gd name="connsiteY5" fmla="*/ 2352404 h 2358616"/>
              <a:gd name="connsiteX6" fmla="*/ 0 w 1359005"/>
              <a:gd name="connsiteY6" fmla="*/ 2347382 h 23586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59005" h="2358616">
                <a:moveTo>
                  <a:pt x="0" y="0"/>
                </a:moveTo>
                <a:lnTo>
                  <a:pt x="488303" y="0"/>
                </a:lnTo>
                <a:lnTo>
                  <a:pt x="513678" y="6525"/>
                </a:lnTo>
                <a:cubicBezTo>
                  <a:pt x="1003418" y="158850"/>
                  <a:pt x="1359005" y="615662"/>
                  <a:pt x="1359005" y="1155526"/>
                </a:cubicBezTo>
                <a:cubicBezTo>
                  <a:pt x="1359005" y="1819974"/>
                  <a:pt x="820364" y="2358616"/>
                  <a:pt x="155916" y="2358616"/>
                </a:cubicBezTo>
                <a:cubicBezTo>
                  <a:pt x="114388" y="2358616"/>
                  <a:pt x="73351" y="2356511"/>
                  <a:pt x="32907" y="2352404"/>
                </a:cubicBezTo>
                <a:lnTo>
                  <a:pt x="0" y="2347382"/>
                </a:lnTo>
                <a:close/>
              </a:path>
            </a:pathLst>
          </a:custGeom>
          <a:gradFill>
            <a:gsLst>
              <a:gs pos="0">
                <a:schemeClr val="accent1">
                  <a:lumMod val="60000"/>
                  <a:lumOff val="40000"/>
                </a:schemeClr>
              </a:gs>
              <a:gs pos="62000">
                <a:schemeClr val="accent1"/>
              </a:gs>
            </a:gsLst>
            <a:lin ang="2700000" scaled="1"/>
          </a:gradFill>
          <a:ln w="4342" cap="flat">
            <a:noFill/>
            <a:prstDash val="solid"/>
            <a:miter/>
          </a:ln>
          <a:effectLst>
            <a:outerShdw blurRad="292100" dist="63500" sx="103000" sy="103000" algn="tl" rotWithShape="0">
              <a:schemeClr val="accent1">
                <a:alpha val="17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zh-CN" altLang="en-US"/>
          </a:p>
        </p:txBody>
      </p:sp>
      <p:sp>
        <p:nvSpPr>
          <p:cNvPr id="8" name="任意多边形: 形状 7"/>
          <p:cNvSpPr/>
          <p:nvPr/>
        </p:nvSpPr>
        <p:spPr>
          <a:xfrm flipH="1">
            <a:off x="0" y="5924550"/>
            <a:ext cx="1263739" cy="933450"/>
          </a:xfrm>
          <a:custGeom>
            <a:avLst/>
            <a:gdLst>
              <a:gd name="connsiteX0" fmla="*/ 882901 w 1263739"/>
              <a:gd name="connsiteY0" fmla="*/ 0 h 933450"/>
              <a:gd name="connsiteX1" fmla="*/ 0 w 1263739"/>
              <a:gd name="connsiteY1" fmla="*/ 882902 h 933450"/>
              <a:gd name="connsiteX2" fmla="*/ 5096 w 1263739"/>
              <a:gd name="connsiteY2" fmla="*/ 933450 h 933450"/>
              <a:gd name="connsiteX3" fmla="*/ 1263739 w 1263739"/>
              <a:gd name="connsiteY3" fmla="*/ 933450 h 933450"/>
              <a:gd name="connsiteX4" fmla="*/ 1263739 w 1263739"/>
              <a:gd name="connsiteY4" fmla="*/ 86301 h 933450"/>
              <a:gd name="connsiteX5" fmla="*/ 1145448 w 1263739"/>
              <a:gd name="connsiteY5" fmla="*/ 39694 h 933450"/>
              <a:gd name="connsiteX6" fmla="*/ 882901 w 1263739"/>
              <a:gd name="connsiteY6" fmla="*/ 0 h 933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3739" h="933450">
                <a:moveTo>
                  <a:pt x="882901" y="0"/>
                </a:moveTo>
                <a:cubicBezTo>
                  <a:pt x="395287" y="0"/>
                  <a:pt x="0" y="395289"/>
                  <a:pt x="0" y="882902"/>
                </a:cubicBezTo>
                <a:lnTo>
                  <a:pt x="5096" y="933450"/>
                </a:lnTo>
                <a:lnTo>
                  <a:pt x="1263739" y="933450"/>
                </a:lnTo>
                <a:lnTo>
                  <a:pt x="1263739" y="86301"/>
                </a:lnTo>
                <a:lnTo>
                  <a:pt x="1145448" y="39694"/>
                </a:lnTo>
                <a:cubicBezTo>
                  <a:pt x="1062510" y="13897"/>
                  <a:pt x="974328" y="0"/>
                  <a:pt x="882901" y="0"/>
                </a:cubicBezTo>
                <a:close/>
              </a:path>
            </a:pathLst>
          </a:custGeom>
          <a:gradFill>
            <a:gsLst>
              <a:gs pos="0">
                <a:schemeClr val="accent1">
                  <a:lumMod val="60000"/>
                  <a:lumOff val="40000"/>
                </a:schemeClr>
              </a:gs>
              <a:gs pos="62000">
                <a:schemeClr val="accent1"/>
              </a:gs>
            </a:gsLst>
            <a:lin ang="2700000" scaled="1"/>
          </a:gradFill>
          <a:ln w="4342" cap="flat">
            <a:noFill/>
            <a:prstDash val="solid"/>
            <a:miter/>
          </a:ln>
          <a:effectLst>
            <a:outerShdw blurRad="292100" dist="63500" sx="103000" sy="103000" algn="tl" rotWithShape="0">
              <a:schemeClr val="accent1">
                <a:alpha val="17000"/>
              </a:scheme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zh-CN" altLang="en-US"/>
          </a:p>
        </p:txBody>
      </p:sp>
      <p:sp>
        <p:nvSpPr>
          <p:cNvPr id="2" name="标题占位符 1"/>
          <p:cNvSpPr>
            <a:spLocks noGrp="1"/>
          </p:cNvSpPr>
          <p:nvPr>
            <p:ph type="title"/>
          </p:nvPr>
        </p:nvSpPr>
        <p:spPr>
          <a:xfrm>
            <a:off x="660400" y="128587"/>
            <a:ext cx="10858500" cy="900112"/>
          </a:xfrm>
          <a:prstGeom prst="rect">
            <a:avLst/>
          </a:prstGeom>
        </p:spPr>
        <p:txBody>
          <a:bodyPr vert="horz" lIns="91440" tIns="45720" rIns="91440" bIns="45720" rtlCol="0" anchor="b">
            <a:normAutofit/>
          </a:bodyPr>
          <a:lstStyle/>
          <a:p>
            <a:pPr lvl="0"/>
            <a:r>
              <a:rPr lang="en-US"/>
              <a:t>Click to add title</a:t>
            </a:r>
          </a:p>
        </p:txBody>
      </p:sp>
      <p:sp>
        <p:nvSpPr>
          <p:cNvPr id="3" name="文本占位符 2"/>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日期占位符 3"/>
          <p:cNvSpPr>
            <a:spLocks noGrp="1"/>
          </p:cNvSpPr>
          <p:nvPr>
            <p:ph type="dt" sz="half" idx="2"/>
          </p:nvPr>
        </p:nvSpPr>
        <p:spPr>
          <a:xfrm>
            <a:off x="4718050" y="6409690"/>
            <a:ext cx="2743200" cy="27432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5" name="页脚占位符 4"/>
          <p:cNvSpPr>
            <a:spLocks noGrp="1"/>
          </p:cNvSpPr>
          <p:nvPr>
            <p:ph type="ftr" sz="quarter" idx="3"/>
          </p:nvPr>
        </p:nvSpPr>
        <p:spPr>
          <a:xfrm>
            <a:off x="660399" y="6409690"/>
            <a:ext cx="3657600" cy="274320"/>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6" name="灯片编号占位符 5"/>
          <p:cNvSpPr>
            <a:spLocks noGrp="1"/>
          </p:cNvSpPr>
          <p:nvPr>
            <p:ph type="sldNum" sz="quarter" idx="4"/>
          </p:nvPr>
        </p:nvSpPr>
        <p:spPr>
          <a:xfrm>
            <a:off x="7861300" y="6409690"/>
            <a:ext cx="3657600" cy="274320"/>
          </a:xfrm>
          <a:prstGeom prst="rect">
            <a:avLst/>
          </a:prstGeom>
        </p:spPr>
        <p:txBody>
          <a:bodyPr vert="horz" lIns="91440" tIns="45720" rIns="91440" bIns="45720" rtlCol="0" anchor="ctr"/>
          <a:lstStyle>
            <a:lvl1pPr algn="r">
              <a:defRPr sz="1200">
                <a:solidFill>
                  <a:schemeClr val="tx1">
                    <a:tint val="75000"/>
                  </a:schemeClr>
                </a:solidFill>
              </a:defRPr>
            </a:lvl1pPr>
          </a:lstStyle>
          <a:p>
            <a:fld id="{C8BB1146-E542-4D4E-B8E9-6919A11DDD4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6" r:id="rId3"/>
    <p:sldLayoutId id="2147483651" r:id="rId4"/>
    <p:sldLayoutId id="2147483654" r:id="rId5"/>
    <p:sldLayoutId id="2147483655" r:id="rId6"/>
    <p:sldLayoutId id="2147483657" r:id="rId7"/>
  </p:sldLayoutIdLst>
  <p:txStyles>
    <p:titleStyle>
      <a:lvl1pPr algn="l" defTabSz="914400" rtl="0" eaLnBrk="1" latinLnBrk="0" hangingPunct="1">
        <a:lnSpc>
          <a:spcPct val="100000"/>
        </a:lnSpc>
        <a:spcBef>
          <a:spcPct val="0"/>
        </a:spcBef>
        <a:buNone/>
        <a:defRPr sz="2800" b="1" kern="1200">
          <a:solidFill>
            <a:schemeClr val="accent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F26B43"/>
          </p15:clr>
        </p15:guide>
        <p15:guide id="2" pos="7256" userDrawn="1">
          <p15:clr>
            <a:srgbClr val="F26B43"/>
          </p15:clr>
        </p15:guide>
        <p15:guide id="3" orient="horz" pos="648" userDrawn="1">
          <p15:clr>
            <a:srgbClr val="F26B43"/>
          </p15:clr>
        </p15:guide>
        <p15:guide id="4" orient="horz" pos="712" userDrawn="1">
          <p15:clr>
            <a:srgbClr val="F26B43"/>
          </p15:clr>
        </p15:guide>
        <p15:guide id="5" orient="horz" pos="3928" userDrawn="1">
          <p15:clr>
            <a:srgbClr val="F26B43"/>
          </p15:clr>
        </p15:guide>
        <p15:guide id="6" orient="horz" pos="386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3.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4.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5.xml"/><Relationship Id="rId1" Type="http://schemas.openxmlformats.org/officeDocument/2006/relationships/tags" Target="../tags/tag6.xml"/></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5.xml"/><Relationship Id="rId1" Type="http://schemas.openxmlformats.org/officeDocument/2006/relationships/tags" Target="../tags/tag7.xml"/></Relationships>
</file>

<file path=ppt/slides/_rels/slide1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5.xml"/><Relationship Id="rId1" Type="http://schemas.openxmlformats.org/officeDocument/2006/relationships/tags" Target="../tags/tag8.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5.xml"/><Relationship Id="rId1" Type="http://schemas.openxmlformats.org/officeDocument/2006/relationships/tags" Target="../tags/tag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p:nvPr>
        </p:nvSpPr>
        <p:spPr>
          <a:xfrm>
            <a:off x="646482" y="1097132"/>
            <a:ext cx="9753600" cy="2331868"/>
          </a:xfrm>
        </p:spPr>
        <p:txBody>
          <a:bodyPr>
            <a:noAutofit/>
          </a:bodyPr>
          <a:lstStyle/>
          <a:p>
            <a:pPr marL="1333500" indent="266700" algn="just"/>
            <a:r>
              <a:rPr lang="zh-CN" altLang="zh-CN" sz="6000" b="1" kern="100" dirty="0">
                <a:solidFill>
                  <a:schemeClr val="bg1"/>
                </a:solidFill>
                <a:effectLst/>
                <a:latin typeface="等线" panose="02010600030101010101" pitchFamily="2" charset="-122"/>
                <a:ea typeface="宋体" panose="02010600030101010101" pitchFamily="2" charset="-122"/>
                <a:cs typeface="Times New Roman" panose="02020603050405020304" pitchFamily="18" charset="0"/>
              </a:rPr>
              <a:t>量子计算机的硬件架构</a:t>
            </a:r>
            <a:endParaRPr lang="zh-CN" altLang="zh-CN" sz="6000" kern="100" dirty="0">
              <a:solidFill>
                <a:schemeClr val="bg1"/>
              </a:solidFill>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9" name="副标题 8"/>
          <p:cNvSpPr>
            <a:spLocks noGrp="1"/>
          </p:cNvSpPr>
          <p:nvPr>
            <p:ph type="subTitle" sz="quarter" idx="1"/>
          </p:nvPr>
        </p:nvSpPr>
        <p:spPr>
          <a:xfrm>
            <a:off x="5598909" y="4584274"/>
            <a:ext cx="1881287" cy="385998"/>
          </a:xfrm>
        </p:spPr>
        <p:txBody>
          <a:bodyPr>
            <a:noAutofit/>
          </a:bodyPr>
          <a:lstStyle/>
          <a:p>
            <a:r>
              <a:rPr lang="zh-CN" altLang="en-US" b="1" dirty="0">
                <a:latin typeface="霞鹜文楷" pitchFamily="2" charset="-122"/>
                <a:ea typeface="霞鹜文楷" pitchFamily="2" charset="-122"/>
              </a:rPr>
              <a:t>第十三组：</a:t>
            </a:r>
          </a:p>
        </p:txBody>
      </p:sp>
      <p:sp>
        <p:nvSpPr>
          <p:cNvPr id="4" name="文本占位符 3"/>
          <p:cNvSpPr>
            <a:spLocks noGrp="1"/>
          </p:cNvSpPr>
          <p:nvPr>
            <p:ph type="body" sz="quarter" idx="13"/>
          </p:nvPr>
        </p:nvSpPr>
        <p:spPr>
          <a:xfrm>
            <a:off x="6484467" y="4293670"/>
            <a:ext cx="7520135" cy="2061358"/>
          </a:xfrm>
        </p:spPr>
        <p:txBody>
          <a:bodyPr>
            <a:noAutofit/>
          </a:bodyPr>
          <a:lstStyle/>
          <a:p>
            <a:pPr algn="l"/>
            <a:r>
              <a:rPr lang="zh-CN" altLang="en-US" sz="2000" b="1" dirty="0">
                <a:latin typeface="霞鹜文楷" pitchFamily="2" charset="-122"/>
                <a:ea typeface="霞鹜文楷" pitchFamily="2" charset="-122"/>
              </a:rPr>
              <a:t>王江涛、贺凌宇、刘曼、李昭洁</a:t>
            </a:r>
            <a:endParaRPr lang="en-US" sz="2000" b="1" dirty="0">
              <a:latin typeface="霞鹜文楷" pitchFamily="2" charset="-122"/>
              <a:ea typeface="霞鹜文楷"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任意多边形: 形状 2">
            <a:extLst>
              <a:ext uri="{FF2B5EF4-FFF2-40B4-BE49-F238E27FC236}">
                <a16:creationId xmlns:a16="http://schemas.microsoft.com/office/drawing/2014/main" id="{684E6793-D4D1-C4AE-951B-8E52CF10D017}"/>
              </a:ext>
            </a:extLst>
          </p:cNvPr>
          <p:cNvSpPr/>
          <p:nvPr/>
        </p:nvSpPr>
        <p:spPr>
          <a:xfrm>
            <a:off x="159551" y="1994890"/>
            <a:ext cx="2830883" cy="4966569"/>
          </a:xfrm>
          <a:custGeom>
            <a:avLst/>
            <a:gdLst>
              <a:gd name="connsiteX0" fmla="*/ 250521 w 2830883"/>
              <a:gd name="connsiteY0" fmla="*/ 0 h 4966569"/>
              <a:gd name="connsiteX1" fmla="*/ 2830883 w 2830883"/>
              <a:gd name="connsiteY1" fmla="*/ 2580362 h 4966569"/>
              <a:gd name="connsiteX2" fmla="*/ 1254915 w 2830883"/>
              <a:gd name="connsiteY2" fmla="*/ 4957947 h 4966569"/>
              <a:gd name="connsiteX3" fmla="*/ 1231356 w 2830883"/>
              <a:gd name="connsiteY3" fmla="*/ 4966569 h 4966569"/>
              <a:gd name="connsiteX4" fmla="*/ 0 w 2830883"/>
              <a:gd name="connsiteY4" fmla="*/ 4966569 h 4966569"/>
              <a:gd name="connsiteX5" fmla="*/ 0 w 2830883"/>
              <a:gd name="connsiteY5" fmla="*/ 12650 h 4966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30883" h="4966569">
                <a:moveTo>
                  <a:pt x="250521" y="0"/>
                </a:moveTo>
                <a:cubicBezTo>
                  <a:pt x="1675616" y="0"/>
                  <a:pt x="2830883" y="1155267"/>
                  <a:pt x="2830883" y="2580362"/>
                </a:cubicBezTo>
                <a:cubicBezTo>
                  <a:pt x="2830883" y="3649183"/>
                  <a:pt x="2181045" y="4566226"/>
                  <a:pt x="1254915" y="4957947"/>
                </a:cubicBezTo>
                <a:lnTo>
                  <a:pt x="1231356" y="4966569"/>
                </a:lnTo>
                <a:lnTo>
                  <a:pt x="0" y="4966569"/>
                </a:lnTo>
                <a:lnTo>
                  <a:pt x="0" y="12650"/>
                </a:lnTo>
                <a:close/>
              </a:path>
            </a:pathLst>
          </a:cu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5" name="任意多边形: 形状 4">
            <a:extLst>
              <a:ext uri="{FF2B5EF4-FFF2-40B4-BE49-F238E27FC236}">
                <a16:creationId xmlns:a16="http://schemas.microsoft.com/office/drawing/2014/main" id="{504A2567-CF5F-14E8-781F-2CEB11534614}"/>
              </a:ext>
            </a:extLst>
          </p:cNvPr>
          <p:cNvSpPr/>
          <p:nvPr/>
        </p:nvSpPr>
        <p:spPr>
          <a:xfrm rot="5400000">
            <a:off x="10518209" y="5038564"/>
            <a:ext cx="787878" cy="1879950"/>
          </a:xfrm>
          <a:custGeom>
            <a:avLst/>
            <a:gdLst>
              <a:gd name="connsiteX0" fmla="*/ 739438 w 787878"/>
              <a:gd name="connsiteY0" fmla="*/ 48440 h 1879950"/>
              <a:gd name="connsiteX1" fmla="*/ 739438 w 787878"/>
              <a:gd name="connsiteY1" fmla="*/ 0 h 1879950"/>
              <a:gd name="connsiteX2" fmla="*/ 787878 w 787878"/>
              <a:gd name="connsiteY2" fmla="*/ 0 h 1879950"/>
              <a:gd name="connsiteX3" fmla="*/ 787878 w 787878"/>
              <a:gd name="connsiteY3" fmla="*/ 48440 h 1879950"/>
              <a:gd name="connsiteX4" fmla="*/ 739438 w 787878"/>
              <a:gd name="connsiteY4" fmla="*/ 252726 h 1879950"/>
              <a:gd name="connsiteX5" fmla="*/ 739438 w 787878"/>
              <a:gd name="connsiteY5" fmla="*/ 204286 h 1879950"/>
              <a:gd name="connsiteX6" fmla="*/ 787878 w 787878"/>
              <a:gd name="connsiteY6" fmla="*/ 204286 h 1879950"/>
              <a:gd name="connsiteX7" fmla="*/ 787878 w 787878"/>
              <a:gd name="connsiteY7" fmla="*/ 252726 h 1879950"/>
              <a:gd name="connsiteX8" fmla="*/ 739438 w 787878"/>
              <a:gd name="connsiteY8" fmla="*/ 457012 h 1879950"/>
              <a:gd name="connsiteX9" fmla="*/ 739438 w 787878"/>
              <a:gd name="connsiteY9" fmla="*/ 408572 h 1879950"/>
              <a:gd name="connsiteX10" fmla="*/ 787878 w 787878"/>
              <a:gd name="connsiteY10" fmla="*/ 408572 h 1879950"/>
              <a:gd name="connsiteX11" fmla="*/ 787878 w 787878"/>
              <a:gd name="connsiteY11" fmla="*/ 457012 h 1879950"/>
              <a:gd name="connsiteX12" fmla="*/ 739438 w 787878"/>
              <a:gd name="connsiteY12" fmla="*/ 661298 h 1879950"/>
              <a:gd name="connsiteX13" fmla="*/ 739438 w 787878"/>
              <a:gd name="connsiteY13" fmla="*/ 612858 h 1879950"/>
              <a:gd name="connsiteX14" fmla="*/ 787878 w 787878"/>
              <a:gd name="connsiteY14" fmla="*/ 612858 h 1879950"/>
              <a:gd name="connsiteX15" fmla="*/ 787878 w 787878"/>
              <a:gd name="connsiteY15" fmla="*/ 661298 h 1879950"/>
              <a:gd name="connsiteX16" fmla="*/ 739438 w 787878"/>
              <a:gd name="connsiteY16" fmla="*/ 865584 h 1879950"/>
              <a:gd name="connsiteX17" fmla="*/ 739438 w 787878"/>
              <a:gd name="connsiteY17" fmla="*/ 817144 h 1879950"/>
              <a:gd name="connsiteX18" fmla="*/ 787878 w 787878"/>
              <a:gd name="connsiteY18" fmla="*/ 817144 h 1879950"/>
              <a:gd name="connsiteX19" fmla="*/ 787878 w 787878"/>
              <a:gd name="connsiteY19" fmla="*/ 865584 h 1879950"/>
              <a:gd name="connsiteX20" fmla="*/ 739438 w 787878"/>
              <a:gd name="connsiteY20" fmla="*/ 1069870 h 1879950"/>
              <a:gd name="connsiteX21" fmla="*/ 739438 w 787878"/>
              <a:gd name="connsiteY21" fmla="*/ 1021430 h 1879950"/>
              <a:gd name="connsiteX22" fmla="*/ 787878 w 787878"/>
              <a:gd name="connsiteY22" fmla="*/ 1021430 h 1879950"/>
              <a:gd name="connsiteX23" fmla="*/ 787878 w 787878"/>
              <a:gd name="connsiteY23" fmla="*/ 1069870 h 1879950"/>
              <a:gd name="connsiteX24" fmla="*/ 739438 w 787878"/>
              <a:gd name="connsiteY24" fmla="*/ 1272426 h 1879950"/>
              <a:gd name="connsiteX25" fmla="*/ 739438 w 787878"/>
              <a:gd name="connsiteY25" fmla="*/ 1223986 h 1879950"/>
              <a:gd name="connsiteX26" fmla="*/ 787878 w 787878"/>
              <a:gd name="connsiteY26" fmla="*/ 1223986 h 1879950"/>
              <a:gd name="connsiteX27" fmla="*/ 787878 w 787878"/>
              <a:gd name="connsiteY27" fmla="*/ 1272426 h 1879950"/>
              <a:gd name="connsiteX28" fmla="*/ 739438 w 787878"/>
              <a:gd name="connsiteY28" fmla="*/ 1474982 h 1879950"/>
              <a:gd name="connsiteX29" fmla="*/ 739438 w 787878"/>
              <a:gd name="connsiteY29" fmla="*/ 1426542 h 1879950"/>
              <a:gd name="connsiteX30" fmla="*/ 787878 w 787878"/>
              <a:gd name="connsiteY30" fmla="*/ 1426542 h 1879950"/>
              <a:gd name="connsiteX31" fmla="*/ 787878 w 787878"/>
              <a:gd name="connsiteY31" fmla="*/ 1474982 h 1879950"/>
              <a:gd name="connsiteX32" fmla="*/ 739438 w 787878"/>
              <a:gd name="connsiteY32" fmla="*/ 1677394 h 1879950"/>
              <a:gd name="connsiteX33" fmla="*/ 739438 w 787878"/>
              <a:gd name="connsiteY33" fmla="*/ 1628954 h 1879950"/>
              <a:gd name="connsiteX34" fmla="*/ 787878 w 787878"/>
              <a:gd name="connsiteY34" fmla="*/ 1628954 h 1879950"/>
              <a:gd name="connsiteX35" fmla="*/ 787878 w 787878"/>
              <a:gd name="connsiteY35" fmla="*/ 1677394 h 1879950"/>
              <a:gd name="connsiteX36" fmla="*/ 739438 w 787878"/>
              <a:gd name="connsiteY36" fmla="*/ 1879950 h 1879950"/>
              <a:gd name="connsiteX37" fmla="*/ 739438 w 787878"/>
              <a:gd name="connsiteY37" fmla="*/ 1831510 h 1879950"/>
              <a:gd name="connsiteX38" fmla="*/ 787878 w 787878"/>
              <a:gd name="connsiteY38" fmla="*/ 1831510 h 1879950"/>
              <a:gd name="connsiteX39" fmla="*/ 787878 w 787878"/>
              <a:gd name="connsiteY39" fmla="*/ 1879950 h 1879950"/>
              <a:gd name="connsiteX40" fmla="*/ 554614 w 787878"/>
              <a:gd name="connsiteY40" fmla="*/ 48440 h 1879950"/>
              <a:gd name="connsiteX41" fmla="*/ 554614 w 787878"/>
              <a:gd name="connsiteY41" fmla="*/ 0 h 1879950"/>
              <a:gd name="connsiteX42" fmla="*/ 603054 w 787878"/>
              <a:gd name="connsiteY42" fmla="*/ 0 h 1879950"/>
              <a:gd name="connsiteX43" fmla="*/ 603054 w 787878"/>
              <a:gd name="connsiteY43" fmla="*/ 48440 h 1879950"/>
              <a:gd name="connsiteX44" fmla="*/ 554614 w 787878"/>
              <a:gd name="connsiteY44" fmla="*/ 252726 h 1879950"/>
              <a:gd name="connsiteX45" fmla="*/ 554614 w 787878"/>
              <a:gd name="connsiteY45" fmla="*/ 204286 h 1879950"/>
              <a:gd name="connsiteX46" fmla="*/ 603054 w 787878"/>
              <a:gd name="connsiteY46" fmla="*/ 204286 h 1879950"/>
              <a:gd name="connsiteX47" fmla="*/ 603054 w 787878"/>
              <a:gd name="connsiteY47" fmla="*/ 252726 h 1879950"/>
              <a:gd name="connsiteX48" fmla="*/ 554614 w 787878"/>
              <a:gd name="connsiteY48" fmla="*/ 457012 h 1879950"/>
              <a:gd name="connsiteX49" fmla="*/ 554614 w 787878"/>
              <a:gd name="connsiteY49" fmla="*/ 408572 h 1879950"/>
              <a:gd name="connsiteX50" fmla="*/ 603054 w 787878"/>
              <a:gd name="connsiteY50" fmla="*/ 408572 h 1879950"/>
              <a:gd name="connsiteX51" fmla="*/ 603054 w 787878"/>
              <a:gd name="connsiteY51" fmla="*/ 457012 h 1879950"/>
              <a:gd name="connsiteX52" fmla="*/ 554614 w 787878"/>
              <a:gd name="connsiteY52" fmla="*/ 661298 h 1879950"/>
              <a:gd name="connsiteX53" fmla="*/ 554614 w 787878"/>
              <a:gd name="connsiteY53" fmla="*/ 612858 h 1879950"/>
              <a:gd name="connsiteX54" fmla="*/ 603054 w 787878"/>
              <a:gd name="connsiteY54" fmla="*/ 612858 h 1879950"/>
              <a:gd name="connsiteX55" fmla="*/ 603054 w 787878"/>
              <a:gd name="connsiteY55" fmla="*/ 661298 h 1879950"/>
              <a:gd name="connsiteX56" fmla="*/ 554614 w 787878"/>
              <a:gd name="connsiteY56" fmla="*/ 865584 h 1879950"/>
              <a:gd name="connsiteX57" fmla="*/ 554614 w 787878"/>
              <a:gd name="connsiteY57" fmla="*/ 817144 h 1879950"/>
              <a:gd name="connsiteX58" fmla="*/ 603054 w 787878"/>
              <a:gd name="connsiteY58" fmla="*/ 817144 h 1879950"/>
              <a:gd name="connsiteX59" fmla="*/ 603054 w 787878"/>
              <a:gd name="connsiteY59" fmla="*/ 865584 h 1879950"/>
              <a:gd name="connsiteX60" fmla="*/ 554614 w 787878"/>
              <a:gd name="connsiteY60" fmla="*/ 1069870 h 1879950"/>
              <a:gd name="connsiteX61" fmla="*/ 554614 w 787878"/>
              <a:gd name="connsiteY61" fmla="*/ 1021430 h 1879950"/>
              <a:gd name="connsiteX62" fmla="*/ 603054 w 787878"/>
              <a:gd name="connsiteY62" fmla="*/ 1021430 h 1879950"/>
              <a:gd name="connsiteX63" fmla="*/ 603054 w 787878"/>
              <a:gd name="connsiteY63" fmla="*/ 1069870 h 1879950"/>
              <a:gd name="connsiteX64" fmla="*/ 554614 w 787878"/>
              <a:gd name="connsiteY64" fmla="*/ 1272426 h 1879950"/>
              <a:gd name="connsiteX65" fmla="*/ 554614 w 787878"/>
              <a:gd name="connsiteY65" fmla="*/ 1223986 h 1879950"/>
              <a:gd name="connsiteX66" fmla="*/ 603054 w 787878"/>
              <a:gd name="connsiteY66" fmla="*/ 1223986 h 1879950"/>
              <a:gd name="connsiteX67" fmla="*/ 603054 w 787878"/>
              <a:gd name="connsiteY67" fmla="*/ 1272426 h 1879950"/>
              <a:gd name="connsiteX68" fmla="*/ 554614 w 787878"/>
              <a:gd name="connsiteY68" fmla="*/ 1474982 h 1879950"/>
              <a:gd name="connsiteX69" fmla="*/ 554614 w 787878"/>
              <a:gd name="connsiteY69" fmla="*/ 1426542 h 1879950"/>
              <a:gd name="connsiteX70" fmla="*/ 603054 w 787878"/>
              <a:gd name="connsiteY70" fmla="*/ 1426542 h 1879950"/>
              <a:gd name="connsiteX71" fmla="*/ 603054 w 787878"/>
              <a:gd name="connsiteY71" fmla="*/ 1474982 h 1879950"/>
              <a:gd name="connsiteX72" fmla="*/ 554614 w 787878"/>
              <a:gd name="connsiteY72" fmla="*/ 1677394 h 1879950"/>
              <a:gd name="connsiteX73" fmla="*/ 554614 w 787878"/>
              <a:gd name="connsiteY73" fmla="*/ 1628954 h 1879950"/>
              <a:gd name="connsiteX74" fmla="*/ 603054 w 787878"/>
              <a:gd name="connsiteY74" fmla="*/ 1628954 h 1879950"/>
              <a:gd name="connsiteX75" fmla="*/ 603054 w 787878"/>
              <a:gd name="connsiteY75" fmla="*/ 1677394 h 1879950"/>
              <a:gd name="connsiteX76" fmla="*/ 554614 w 787878"/>
              <a:gd name="connsiteY76" fmla="*/ 1879950 h 1879950"/>
              <a:gd name="connsiteX77" fmla="*/ 554614 w 787878"/>
              <a:gd name="connsiteY77" fmla="*/ 1831510 h 1879950"/>
              <a:gd name="connsiteX78" fmla="*/ 603054 w 787878"/>
              <a:gd name="connsiteY78" fmla="*/ 1831510 h 1879950"/>
              <a:gd name="connsiteX79" fmla="*/ 603054 w 787878"/>
              <a:gd name="connsiteY79" fmla="*/ 1879950 h 1879950"/>
              <a:gd name="connsiteX80" fmla="*/ 369646 w 787878"/>
              <a:gd name="connsiteY80" fmla="*/ 48440 h 1879950"/>
              <a:gd name="connsiteX81" fmla="*/ 369646 w 787878"/>
              <a:gd name="connsiteY81" fmla="*/ 0 h 1879950"/>
              <a:gd name="connsiteX82" fmla="*/ 418086 w 787878"/>
              <a:gd name="connsiteY82" fmla="*/ 0 h 1879950"/>
              <a:gd name="connsiteX83" fmla="*/ 418086 w 787878"/>
              <a:gd name="connsiteY83" fmla="*/ 48440 h 1879950"/>
              <a:gd name="connsiteX84" fmla="*/ 369646 w 787878"/>
              <a:gd name="connsiteY84" fmla="*/ 252726 h 1879950"/>
              <a:gd name="connsiteX85" fmla="*/ 369646 w 787878"/>
              <a:gd name="connsiteY85" fmla="*/ 204286 h 1879950"/>
              <a:gd name="connsiteX86" fmla="*/ 418086 w 787878"/>
              <a:gd name="connsiteY86" fmla="*/ 204286 h 1879950"/>
              <a:gd name="connsiteX87" fmla="*/ 418086 w 787878"/>
              <a:gd name="connsiteY87" fmla="*/ 252726 h 1879950"/>
              <a:gd name="connsiteX88" fmla="*/ 369646 w 787878"/>
              <a:gd name="connsiteY88" fmla="*/ 457012 h 1879950"/>
              <a:gd name="connsiteX89" fmla="*/ 369646 w 787878"/>
              <a:gd name="connsiteY89" fmla="*/ 408572 h 1879950"/>
              <a:gd name="connsiteX90" fmla="*/ 418086 w 787878"/>
              <a:gd name="connsiteY90" fmla="*/ 408572 h 1879950"/>
              <a:gd name="connsiteX91" fmla="*/ 418086 w 787878"/>
              <a:gd name="connsiteY91" fmla="*/ 457012 h 1879950"/>
              <a:gd name="connsiteX92" fmla="*/ 369646 w 787878"/>
              <a:gd name="connsiteY92" fmla="*/ 661298 h 1879950"/>
              <a:gd name="connsiteX93" fmla="*/ 369646 w 787878"/>
              <a:gd name="connsiteY93" fmla="*/ 612858 h 1879950"/>
              <a:gd name="connsiteX94" fmla="*/ 418086 w 787878"/>
              <a:gd name="connsiteY94" fmla="*/ 612858 h 1879950"/>
              <a:gd name="connsiteX95" fmla="*/ 418086 w 787878"/>
              <a:gd name="connsiteY95" fmla="*/ 661298 h 1879950"/>
              <a:gd name="connsiteX96" fmla="*/ 369646 w 787878"/>
              <a:gd name="connsiteY96" fmla="*/ 865584 h 1879950"/>
              <a:gd name="connsiteX97" fmla="*/ 369646 w 787878"/>
              <a:gd name="connsiteY97" fmla="*/ 817144 h 1879950"/>
              <a:gd name="connsiteX98" fmla="*/ 418086 w 787878"/>
              <a:gd name="connsiteY98" fmla="*/ 817144 h 1879950"/>
              <a:gd name="connsiteX99" fmla="*/ 418086 w 787878"/>
              <a:gd name="connsiteY99" fmla="*/ 865584 h 1879950"/>
              <a:gd name="connsiteX100" fmla="*/ 369646 w 787878"/>
              <a:gd name="connsiteY100" fmla="*/ 1069870 h 1879950"/>
              <a:gd name="connsiteX101" fmla="*/ 369646 w 787878"/>
              <a:gd name="connsiteY101" fmla="*/ 1021430 h 1879950"/>
              <a:gd name="connsiteX102" fmla="*/ 418086 w 787878"/>
              <a:gd name="connsiteY102" fmla="*/ 1021430 h 1879950"/>
              <a:gd name="connsiteX103" fmla="*/ 418086 w 787878"/>
              <a:gd name="connsiteY103" fmla="*/ 1069870 h 1879950"/>
              <a:gd name="connsiteX104" fmla="*/ 369646 w 787878"/>
              <a:gd name="connsiteY104" fmla="*/ 1272426 h 1879950"/>
              <a:gd name="connsiteX105" fmla="*/ 369646 w 787878"/>
              <a:gd name="connsiteY105" fmla="*/ 1223986 h 1879950"/>
              <a:gd name="connsiteX106" fmla="*/ 418086 w 787878"/>
              <a:gd name="connsiteY106" fmla="*/ 1223986 h 1879950"/>
              <a:gd name="connsiteX107" fmla="*/ 418086 w 787878"/>
              <a:gd name="connsiteY107" fmla="*/ 1272426 h 1879950"/>
              <a:gd name="connsiteX108" fmla="*/ 369646 w 787878"/>
              <a:gd name="connsiteY108" fmla="*/ 1474982 h 1879950"/>
              <a:gd name="connsiteX109" fmla="*/ 369646 w 787878"/>
              <a:gd name="connsiteY109" fmla="*/ 1426542 h 1879950"/>
              <a:gd name="connsiteX110" fmla="*/ 418086 w 787878"/>
              <a:gd name="connsiteY110" fmla="*/ 1426542 h 1879950"/>
              <a:gd name="connsiteX111" fmla="*/ 418086 w 787878"/>
              <a:gd name="connsiteY111" fmla="*/ 1474982 h 1879950"/>
              <a:gd name="connsiteX112" fmla="*/ 369646 w 787878"/>
              <a:gd name="connsiteY112" fmla="*/ 1677394 h 1879950"/>
              <a:gd name="connsiteX113" fmla="*/ 369646 w 787878"/>
              <a:gd name="connsiteY113" fmla="*/ 1628954 h 1879950"/>
              <a:gd name="connsiteX114" fmla="*/ 418086 w 787878"/>
              <a:gd name="connsiteY114" fmla="*/ 1628954 h 1879950"/>
              <a:gd name="connsiteX115" fmla="*/ 418086 w 787878"/>
              <a:gd name="connsiteY115" fmla="*/ 1677394 h 1879950"/>
              <a:gd name="connsiteX116" fmla="*/ 369646 w 787878"/>
              <a:gd name="connsiteY116" fmla="*/ 1879950 h 1879950"/>
              <a:gd name="connsiteX117" fmla="*/ 369646 w 787878"/>
              <a:gd name="connsiteY117" fmla="*/ 1831510 h 1879950"/>
              <a:gd name="connsiteX118" fmla="*/ 418086 w 787878"/>
              <a:gd name="connsiteY118" fmla="*/ 1831510 h 1879950"/>
              <a:gd name="connsiteX119" fmla="*/ 418086 w 787878"/>
              <a:gd name="connsiteY119" fmla="*/ 1879950 h 1879950"/>
              <a:gd name="connsiteX120" fmla="*/ 184823 w 787878"/>
              <a:gd name="connsiteY120" fmla="*/ 48440 h 1879950"/>
              <a:gd name="connsiteX121" fmla="*/ 184823 w 787878"/>
              <a:gd name="connsiteY121" fmla="*/ 0 h 1879950"/>
              <a:gd name="connsiteX122" fmla="*/ 233263 w 787878"/>
              <a:gd name="connsiteY122" fmla="*/ 0 h 1879950"/>
              <a:gd name="connsiteX123" fmla="*/ 233263 w 787878"/>
              <a:gd name="connsiteY123" fmla="*/ 48440 h 1879950"/>
              <a:gd name="connsiteX124" fmla="*/ 184823 w 787878"/>
              <a:gd name="connsiteY124" fmla="*/ 252726 h 1879950"/>
              <a:gd name="connsiteX125" fmla="*/ 184823 w 787878"/>
              <a:gd name="connsiteY125" fmla="*/ 204286 h 1879950"/>
              <a:gd name="connsiteX126" fmla="*/ 233263 w 787878"/>
              <a:gd name="connsiteY126" fmla="*/ 204286 h 1879950"/>
              <a:gd name="connsiteX127" fmla="*/ 233263 w 787878"/>
              <a:gd name="connsiteY127" fmla="*/ 252726 h 1879950"/>
              <a:gd name="connsiteX128" fmla="*/ 184823 w 787878"/>
              <a:gd name="connsiteY128" fmla="*/ 457012 h 1879950"/>
              <a:gd name="connsiteX129" fmla="*/ 184823 w 787878"/>
              <a:gd name="connsiteY129" fmla="*/ 408572 h 1879950"/>
              <a:gd name="connsiteX130" fmla="*/ 233263 w 787878"/>
              <a:gd name="connsiteY130" fmla="*/ 408572 h 1879950"/>
              <a:gd name="connsiteX131" fmla="*/ 233263 w 787878"/>
              <a:gd name="connsiteY131" fmla="*/ 457012 h 1879950"/>
              <a:gd name="connsiteX132" fmla="*/ 184823 w 787878"/>
              <a:gd name="connsiteY132" fmla="*/ 661298 h 1879950"/>
              <a:gd name="connsiteX133" fmla="*/ 184823 w 787878"/>
              <a:gd name="connsiteY133" fmla="*/ 612858 h 1879950"/>
              <a:gd name="connsiteX134" fmla="*/ 233263 w 787878"/>
              <a:gd name="connsiteY134" fmla="*/ 612858 h 1879950"/>
              <a:gd name="connsiteX135" fmla="*/ 233263 w 787878"/>
              <a:gd name="connsiteY135" fmla="*/ 661298 h 1879950"/>
              <a:gd name="connsiteX136" fmla="*/ 184823 w 787878"/>
              <a:gd name="connsiteY136" fmla="*/ 865584 h 1879950"/>
              <a:gd name="connsiteX137" fmla="*/ 184823 w 787878"/>
              <a:gd name="connsiteY137" fmla="*/ 817144 h 1879950"/>
              <a:gd name="connsiteX138" fmla="*/ 233263 w 787878"/>
              <a:gd name="connsiteY138" fmla="*/ 817144 h 1879950"/>
              <a:gd name="connsiteX139" fmla="*/ 233263 w 787878"/>
              <a:gd name="connsiteY139" fmla="*/ 865584 h 1879950"/>
              <a:gd name="connsiteX140" fmla="*/ 184823 w 787878"/>
              <a:gd name="connsiteY140" fmla="*/ 1069870 h 1879950"/>
              <a:gd name="connsiteX141" fmla="*/ 184823 w 787878"/>
              <a:gd name="connsiteY141" fmla="*/ 1021430 h 1879950"/>
              <a:gd name="connsiteX142" fmla="*/ 233263 w 787878"/>
              <a:gd name="connsiteY142" fmla="*/ 1021430 h 1879950"/>
              <a:gd name="connsiteX143" fmla="*/ 233263 w 787878"/>
              <a:gd name="connsiteY143" fmla="*/ 1069870 h 1879950"/>
              <a:gd name="connsiteX144" fmla="*/ 184823 w 787878"/>
              <a:gd name="connsiteY144" fmla="*/ 1272426 h 1879950"/>
              <a:gd name="connsiteX145" fmla="*/ 184823 w 787878"/>
              <a:gd name="connsiteY145" fmla="*/ 1223986 h 1879950"/>
              <a:gd name="connsiteX146" fmla="*/ 233263 w 787878"/>
              <a:gd name="connsiteY146" fmla="*/ 1223986 h 1879950"/>
              <a:gd name="connsiteX147" fmla="*/ 233263 w 787878"/>
              <a:gd name="connsiteY147" fmla="*/ 1272426 h 1879950"/>
              <a:gd name="connsiteX148" fmla="*/ 184823 w 787878"/>
              <a:gd name="connsiteY148" fmla="*/ 1474982 h 1879950"/>
              <a:gd name="connsiteX149" fmla="*/ 184823 w 787878"/>
              <a:gd name="connsiteY149" fmla="*/ 1426542 h 1879950"/>
              <a:gd name="connsiteX150" fmla="*/ 233263 w 787878"/>
              <a:gd name="connsiteY150" fmla="*/ 1426542 h 1879950"/>
              <a:gd name="connsiteX151" fmla="*/ 233263 w 787878"/>
              <a:gd name="connsiteY151" fmla="*/ 1474982 h 1879950"/>
              <a:gd name="connsiteX152" fmla="*/ 184823 w 787878"/>
              <a:gd name="connsiteY152" fmla="*/ 1677394 h 1879950"/>
              <a:gd name="connsiteX153" fmla="*/ 184823 w 787878"/>
              <a:gd name="connsiteY153" fmla="*/ 1628954 h 1879950"/>
              <a:gd name="connsiteX154" fmla="*/ 233263 w 787878"/>
              <a:gd name="connsiteY154" fmla="*/ 1628954 h 1879950"/>
              <a:gd name="connsiteX155" fmla="*/ 233263 w 787878"/>
              <a:gd name="connsiteY155" fmla="*/ 1677394 h 1879950"/>
              <a:gd name="connsiteX156" fmla="*/ 184823 w 787878"/>
              <a:gd name="connsiteY156" fmla="*/ 1879950 h 1879950"/>
              <a:gd name="connsiteX157" fmla="*/ 184823 w 787878"/>
              <a:gd name="connsiteY157" fmla="*/ 1831510 h 1879950"/>
              <a:gd name="connsiteX158" fmla="*/ 233263 w 787878"/>
              <a:gd name="connsiteY158" fmla="*/ 1831510 h 1879950"/>
              <a:gd name="connsiteX159" fmla="*/ 233263 w 787878"/>
              <a:gd name="connsiteY159" fmla="*/ 1879950 h 1879950"/>
              <a:gd name="connsiteX160" fmla="*/ 0 w 787878"/>
              <a:gd name="connsiteY160" fmla="*/ 48440 h 1879950"/>
              <a:gd name="connsiteX161" fmla="*/ 0 w 787878"/>
              <a:gd name="connsiteY161" fmla="*/ 0 h 1879950"/>
              <a:gd name="connsiteX162" fmla="*/ 48440 w 787878"/>
              <a:gd name="connsiteY162" fmla="*/ 0 h 1879950"/>
              <a:gd name="connsiteX163" fmla="*/ 48440 w 787878"/>
              <a:gd name="connsiteY163" fmla="*/ 48440 h 1879950"/>
              <a:gd name="connsiteX164" fmla="*/ 0 w 787878"/>
              <a:gd name="connsiteY164" fmla="*/ 252726 h 1879950"/>
              <a:gd name="connsiteX165" fmla="*/ 0 w 787878"/>
              <a:gd name="connsiteY165" fmla="*/ 204286 h 1879950"/>
              <a:gd name="connsiteX166" fmla="*/ 48440 w 787878"/>
              <a:gd name="connsiteY166" fmla="*/ 204286 h 1879950"/>
              <a:gd name="connsiteX167" fmla="*/ 48440 w 787878"/>
              <a:gd name="connsiteY167" fmla="*/ 252726 h 1879950"/>
              <a:gd name="connsiteX168" fmla="*/ 0 w 787878"/>
              <a:gd name="connsiteY168" fmla="*/ 457012 h 1879950"/>
              <a:gd name="connsiteX169" fmla="*/ 0 w 787878"/>
              <a:gd name="connsiteY169" fmla="*/ 408572 h 1879950"/>
              <a:gd name="connsiteX170" fmla="*/ 48440 w 787878"/>
              <a:gd name="connsiteY170" fmla="*/ 408572 h 1879950"/>
              <a:gd name="connsiteX171" fmla="*/ 48440 w 787878"/>
              <a:gd name="connsiteY171" fmla="*/ 457012 h 1879950"/>
              <a:gd name="connsiteX172" fmla="*/ 0 w 787878"/>
              <a:gd name="connsiteY172" fmla="*/ 661298 h 1879950"/>
              <a:gd name="connsiteX173" fmla="*/ 0 w 787878"/>
              <a:gd name="connsiteY173" fmla="*/ 612858 h 1879950"/>
              <a:gd name="connsiteX174" fmla="*/ 48440 w 787878"/>
              <a:gd name="connsiteY174" fmla="*/ 612858 h 1879950"/>
              <a:gd name="connsiteX175" fmla="*/ 48440 w 787878"/>
              <a:gd name="connsiteY175" fmla="*/ 661298 h 1879950"/>
              <a:gd name="connsiteX176" fmla="*/ 0 w 787878"/>
              <a:gd name="connsiteY176" fmla="*/ 865584 h 1879950"/>
              <a:gd name="connsiteX177" fmla="*/ 0 w 787878"/>
              <a:gd name="connsiteY177" fmla="*/ 817144 h 1879950"/>
              <a:gd name="connsiteX178" fmla="*/ 48440 w 787878"/>
              <a:gd name="connsiteY178" fmla="*/ 817144 h 1879950"/>
              <a:gd name="connsiteX179" fmla="*/ 48440 w 787878"/>
              <a:gd name="connsiteY179" fmla="*/ 865584 h 1879950"/>
              <a:gd name="connsiteX180" fmla="*/ 0 w 787878"/>
              <a:gd name="connsiteY180" fmla="*/ 1069870 h 1879950"/>
              <a:gd name="connsiteX181" fmla="*/ 0 w 787878"/>
              <a:gd name="connsiteY181" fmla="*/ 1021430 h 1879950"/>
              <a:gd name="connsiteX182" fmla="*/ 48440 w 787878"/>
              <a:gd name="connsiteY182" fmla="*/ 1021430 h 1879950"/>
              <a:gd name="connsiteX183" fmla="*/ 48440 w 787878"/>
              <a:gd name="connsiteY183" fmla="*/ 1069870 h 1879950"/>
              <a:gd name="connsiteX184" fmla="*/ 0 w 787878"/>
              <a:gd name="connsiteY184" fmla="*/ 1272426 h 1879950"/>
              <a:gd name="connsiteX185" fmla="*/ 0 w 787878"/>
              <a:gd name="connsiteY185" fmla="*/ 1223986 h 1879950"/>
              <a:gd name="connsiteX186" fmla="*/ 48440 w 787878"/>
              <a:gd name="connsiteY186" fmla="*/ 1223986 h 1879950"/>
              <a:gd name="connsiteX187" fmla="*/ 48440 w 787878"/>
              <a:gd name="connsiteY187" fmla="*/ 1272426 h 1879950"/>
              <a:gd name="connsiteX188" fmla="*/ 0 w 787878"/>
              <a:gd name="connsiteY188" fmla="*/ 1474982 h 1879950"/>
              <a:gd name="connsiteX189" fmla="*/ 0 w 787878"/>
              <a:gd name="connsiteY189" fmla="*/ 1426542 h 1879950"/>
              <a:gd name="connsiteX190" fmla="*/ 48440 w 787878"/>
              <a:gd name="connsiteY190" fmla="*/ 1426542 h 1879950"/>
              <a:gd name="connsiteX191" fmla="*/ 48440 w 787878"/>
              <a:gd name="connsiteY191" fmla="*/ 1474982 h 1879950"/>
              <a:gd name="connsiteX192" fmla="*/ 0 w 787878"/>
              <a:gd name="connsiteY192" fmla="*/ 1677394 h 1879950"/>
              <a:gd name="connsiteX193" fmla="*/ 0 w 787878"/>
              <a:gd name="connsiteY193" fmla="*/ 1628954 h 1879950"/>
              <a:gd name="connsiteX194" fmla="*/ 48440 w 787878"/>
              <a:gd name="connsiteY194" fmla="*/ 1628954 h 1879950"/>
              <a:gd name="connsiteX195" fmla="*/ 48440 w 787878"/>
              <a:gd name="connsiteY195" fmla="*/ 1677394 h 1879950"/>
              <a:gd name="connsiteX196" fmla="*/ 0 w 787878"/>
              <a:gd name="connsiteY196" fmla="*/ 1879950 h 1879950"/>
              <a:gd name="connsiteX197" fmla="*/ 0 w 787878"/>
              <a:gd name="connsiteY197" fmla="*/ 1831510 h 1879950"/>
              <a:gd name="connsiteX198" fmla="*/ 48440 w 787878"/>
              <a:gd name="connsiteY198" fmla="*/ 1831510 h 1879950"/>
              <a:gd name="connsiteX199" fmla="*/ 48440 w 787878"/>
              <a:gd name="connsiteY199" fmla="*/ 1879950 h 1879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787878" h="1879950">
                <a:moveTo>
                  <a:pt x="739438" y="48440"/>
                </a:moveTo>
                <a:lnTo>
                  <a:pt x="739438" y="0"/>
                </a:lnTo>
                <a:lnTo>
                  <a:pt x="787878" y="0"/>
                </a:lnTo>
                <a:lnTo>
                  <a:pt x="787878" y="48440"/>
                </a:lnTo>
                <a:close/>
                <a:moveTo>
                  <a:pt x="739438" y="252726"/>
                </a:moveTo>
                <a:lnTo>
                  <a:pt x="739438" y="204286"/>
                </a:lnTo>
                <a:lnTo>
                  <a:pt x="787878" y="204286"/>
                </a:lnTo>
                <a:lnTo>
                  <a:pt x="787878" y="252726"/>
                </a:lnTo>
                <a:close/>
                <a:moveTo>
                  <a:pt x="739438" y="457012"/>
                </a:moveTo>
                <a:lnTo>
                  <a:pt x="739438" y="408572"/>
                </a:lnTo>
                <a:lnTo>
                  <a:pt x="787878" y="408572"/>
                </a:lnTo>
                <a:lnTo>
                  <a:pt x="787878" y="457012"/>
                </a:lnTo>
                <a:close/>
                <a:moveTo>
                  <a:pt x="739438" y="661298"/>
                </a:moveTo>
                <a:lnTo>
                  <a:pt x="739438" y="612858"/>
                </a:lnTo>
                <a:lnTo>
                  <a:pt x="787878" y="612858"/>
                </a:lnTo>
                <a:lnTo>
                  <a:pt x="787878" y="661298"/>
                </a:lnTo>
                <a:close/>
                <a:moveTo>
                  <a:pt x="739438" y="865584"/>
                </a:moveTo>
                <a:lnTo>
                  <a:pt x="739438" y="817144"/>
                </a:lnTo>
                <a:lnTo>
                  <a:pt x="787878" y="817144"/>
                </a:lnTo>
                <a:lnTo>
                  <a:pt x="787878" y="865584"/>
                </a:lnTo>
                <a:close/>
                <a:moveTo>
                  <a:pt x="739438" y="1069870"/>
                </a:moveTo>
                <a:lnTo>
                  <a:pt x="739438" y="1021430"/>
                </a:lnTo>
                <a:lnTo>
                  <a:pt x="787878" y="1021430"/>
                </a:lnTo>
                <a:lnTo>
                  <a:pt x="787878" y="1069870"/>
                </a:lnTo>
                <a:close/>
                <a:moveTo>
                  <a:pt x="739438" y="1272426"/>
                </a:moveTo>
                <a:lnTo>
                  <a:pt x="739438" y="1223986"/>
                </a:lnTo>
                <a:lnTo>
                  <a:pt x="787878" y="1223986"/>
                </a:lnTo>
                <a:lnTo>
                  <a:pt x="787878" y="1272426"/>
                </a:lnTo>
                <a:close/>
                <a:moveTo>
                  <a:pt x="739438" y="1474982"/>
                </a:moveTo>
                <a:lnTo>
                  <a:pt x="739438" y="1426542"/>
                </a:lnTo>
                <a:lnTo>
                  <a:pt x="787878" y="1426542"/>
                </a:lnTo>
                <a:lnTo>
                  <a:pt x="787878" y="1474982"/>
                </a:lnTo>
                <a:close/>
                <a:moveTo>
                  <a:pt x="739438" y="1677394"/>
                </a:moveTo>
                <a:lnTo>
                  <a:pt x="739438" y="1628954"/>
                </a:lnTo>
                <a:lnTo>
                  <a:pt x="787878" y="1628954"/>
                </a:lnTo>
                <a:lnTo>
                  <a:pt x="787878" y="1677394"/>
                </a:lnTo>
                <a:close/>
                <a:moveTo>
                  <a:pt x="739438" y="1879950"/>
                </a:moveTo>
                <a:lnTo>
                  <a:pt x="739438" y="1831510"/>
                </a:lnTo>
                <a:lnTo>
                  <a:pt x="787878" y="1831510"/>
                </a:lnTo>
                <a:lnTo>
                  <a:pt x="787878" y="1879950"/>
                </a:lnTo>
                <a:close/>
                <a:moveTo>
                  <a:pt x="554614" y="48440"/>
                </a:moveTo>
                <a:lnTo>
                  <a:pt x="554614" y="0"/>
                </a:lnTo>
                <a:lnTo>
                  <a:pt x="603054" y="0"/>
                </a:lnTo>
                <a:lnTo>
                  <a:pt x="603054" y="48440"/>
                </a:lnTo>
                <a:close/>
                <a:moveTo>
                  <a:pt x="554614" y="252726"/>
                </a:moveTo>
                <a:lnTo>
                  <a:pt x="554614" y="204286"/>
                </a:lnTo>
                <a:lnTo>
                  <a:pt x="603054" y="204286"/>
                </a:lnTo>
                <a:lnTo>
                  <a:pt x="603054" y="252726"/>
                </a:lnTo>
                <a:close/>
                <a:moveTo>
                  <a:pt x="554614" y="457012"/>
                </a:moveTo>
                <a:lnTo>
                  <a:pt x="554614" y="408572"/>
                </a:lnTo>
                <a:lnTo>
                  <a:pt x="603054" y="408572"/>
                </a:lnTo>
                <a:lnTo>
                  <a:pt x="603054" y="457012"/>
                </a:lnTo>
                <a:close/>
                <a:moveTo>
                  <a:pt x="554614" y="661298"/>
                </a:moveTo>
                <a:lnTo>
                  <a:pt x="554614" y="612858"/>
                </a:lnTo>
                <a:lnTo>
                  <a:pt x="603054" y="612858"/>
                </a:lnTo>
                <a:lnTo>
                  <a:pt x="603054" y="661298"/>
                </a:lnTo>
                <a:close/>
                <a:moveTo>
                  <a:pt x="554614" y="865584"/>
                </a:moveTo>
                <a:lnTo>
                  <a:pt x="554614" y="817144"/>
                </a:lnTo>
                <a:lnTo>
                  <a:pt x="603054" y="817144"/>
                </a:lnTo>
                <a:lnTo>
                  <a:pt x="603054" y="865584"/>
                </a:lnTo>
                <a:close/>
                <a:moveTo>
                  <a:pt x="554614" y="1069870"/>
                </a:moveTo>
                <a:lnTo>
                  <a:pt x="554614" y="1021430"/>
                </a:lnTo>
                <a:lnTo>
                  <a:pt x="603054" y="1021430"/>
                </a:lnTo>
                <a:lnTo>
                  <a:pt x="603054" y="1069870"/>
                </a:lnTo>
                <a:close/>
                <a:moveTo>
                  <a:pt x="554614" y="1272426"/>
                </a:moveTo>
                <a:lnTo>
                  <a:pt x="554614" y="1223986"/>
                </a:lnTo>
                <a:lnTo>
                  <a:pt x="603054" y="1223986"/>
                </a:lnTo>
                <a:lnTo>
                  <a:pt x="603054" y="1272426"/>
                </a:lnTo>
                <a:close/>
                <a:moveTo>
                  <a:pt x="554614" y="1474982"/>
                </a:moveTo>
                <a:lnTo>
                  <a:pt x="554614" y="1426542"/>
                </a:lnTo>
                <a:lnTo>
                  <a:pt x="603054" y="1426542"/>
                </a:lnTo>
                <a:lnTo>
                  <a:pt x="603054" y="1474982"/>
                </a:lnTo>
                <a:close/>
                <a:moveTo>
                  <a:pt x="554614" y="1677394"/>
                </a:moveTo>
                <a:lnTo>
                  <a:pt x="554614" y="1628954"/>
                </a:lnTo>
                <a:lnTo>
                  <a:pt x="603054" y="1628954"/>
                </a:lnTo>
                <a:lnTo>
                  <a:pt x="603054" y="1677394"/>
                </a:lnTo>
                <a:close/>
                <a:moveTo>
                  <a:pt x="554614" y="1879950"/>
                </a:moveTo>
                <a:lnTo>
                  <a:pt x="554614" y="1831510"/>
                </a:lnTo>
                <a:lnTo>
                  <a:pt x="603054" y="1831510"/>
                </a:lnTo>
                <a:lnTo>
                  <a:pt x="603054" y="1879950"/>
                </a:lnTo>
                <a:close/>
                <a:moveTo>
                  <a:pt x="369646" y="48440"/>
                </a:moveTo>
                <a:lnTo>
                  <a:pt x="369646" y="0"/>
                </a:lnTo>
                <a:lnTo>
                  <a:pt x="418086" y="0"/>
                </a:lnTo>
                <a:lnTo>
                  <a:pt x="418086" y="48440"/>
                </a:lnTo>
                <a:close/>
                <a:moveTo>
                  <a:pt x="369646" y="252726"/>
                </a:moveTo>
                <a:lnTo>
                  <a:pt x="369646" y="204286"/>
                </a:lnTo>
                <a:lnTo>
                  <a:pt x="418086" y="204286"/>
                </a:lnTo>
                <a:lnTo>
                  <a:pt x="418086" y="252726"/>
                </a:lnTo>
                <a:close/>
                <a:moveTo>
                  <a:pt x="369646" y="457012"/>
                </a:moveTo>
                <a:lnTo>
                  <a:pt x="369646" y="408572"/>
                </a:lnTo>
                <a:lnTo>
                  <a:pt x="418086" y="408572"/>
                </a:lnTo>
                <a:lnTo>
                  <a:pt x="418086" y="457012"/>
                </a:lnTo>
                <a:close/>
                <a:moveTo>
                  <a:pt x="369646" y="661298"/>
                </a:moveTo>
                <a:lnTo>
                  <a:pt x="369646" y="612858"/>
                </a:lnTo>
                <a:lnTo>
                  <a:pt x="418086" y="612858"/>
                </a:lnTo>
                <a:lnTo>
                  <a:pt x="418086" y="661298"/>
                </a:lnTo>
                <a:close/>
                <a:moveTo>
                  <a:pt x="369646" y="865584"/>
                </a:moveTo>
                <a:lnTo>
                  <a:pt x="369646" y="817144"/>
                </a:lnTo>
                <a:lnTo>
                  <a:pt x="418086" y="817144"/>
                </a:lnTo>
                <a:lnTo>
                  <a:pt x="418086" y="865584"/>
                </a:lnTo>
                <a:close/>
                <a:moveTo>
                  <a:pt x="369646" y="1069870"/>
                </a:moveTo>
                <a:lnTo>
                  <a:pt x="369646" y="1021430"/>
                </a:lnTo>
                <a:lnTo>
                  <a:pt x="418086" y="1021430"/>
                </a:lnTo>
                <a:lnTo>
                  <a:pt x="418086" y="1069870"/>
                </a:lnTo>
                <a:close/>
                <a:moveTo>
                  <a:pt x="369646" y="1272426"/>
                </a:moveTo>
                <a:lnTo>
                  <a:pt x="369646" y="1223986"/>
                </a:lnTo>
                <a:lnTo>
                  <a:pt x="418086" y="1223986"/>
                </a:lnTo>
                <a:lnTo>
                  <a:pt x="418086" y="1272426"/>
                </a:lnTo>
                <a:close/>
                <a:moveTo>
                  <a:pt x="369646" y="1474982"/>
                </a:moveTo>
                <a:lnTo>
                  <a:pt x="369646" y="1426542"/>
                </a:lnTo>
                <a:lnTo>
                  <a:pt x="418086" y="1426542"/>
                </a:lnTo>
                <a:lnTo>
                  <a:pt x="418086" y="1474982"/>
                </a:lnTo>
                <a:close/>
                <a:moveTo>
                  <a:pt x="369646" y="1677394"/>
                </a:moveTo>
                <a:lnTo>
                  <a:pt x="369646" y="1628954"/>
                </a:lnTo>
                <a:lnTo>
                  <a:pt x="418086" y="1628954"/>
                </a:lnTo>
                <a:lnTo>
                  <a:pt x="418086" y="1677394"/>
                </a:lnTo>
                <a:close/>
                <a:moveTo>
                  <a:pt x="369646" y="1879950"/>
                </a:moveTo>
                <a:lnTo>
                  <a:pt x="369646" y="1831510"/>
                </a:lnTo>
                <a:lnTo>
                  <a:pt x="418086" y="1831510"/>
                </a:lnTo>
                <a:lnTo>
                  <a:pt x="418086" y="1879950"/>
                </a:lnTo>
                <a:close/>
                <a:moveTo>
                  <a:pt x="184823" y="48440"/>
                </a:moveTo>
                <a:lnTo>
                  <a:pt x="184823" y="0"/>
                </a:lnTo>
                <a:lnTo>
                  <a:pt x="233263" y="0"/>
                </a:lnTo>
                <a:lnTo>
                  <a:pt x="233263" y="48440"/>
                </a:lnTo>
                <a:close/>
                <a:moveTo>
                  <a:pt x="184823" y="252726"/>
                </a:moveTo>
                <a:lnTo>
                  <a:pt x="184823" y="204286"/>
                </a:lnTo>
                <a:lnTo>
                  <a:pt x="233263" y="204286"/>
                </a:lnTo>
                <a:lnTo>
                  <a:pt x="233263" y="252726"/>
                </a:lnTo>
                <a:close/>
                <a:moveTo>
                  <a:pt x="184823" y="457012"/>
                </a:moveTo>
                <a:lnTo>
                  <a:pt x="184823" y="408572"/>
                </a:lnTo>
                <a:lnTo>
                  <a:pt x="233263" y="408572"/>
                </a:lnTo>
                <a:lnTo>
                  <a:pt x="233263" y="457012"/>
                </a:lnTo>
                <a:close/>
                <a:moveTo>
                  <a:pt x="184823" y="661298"/>
                </a:moveTo>
                <a:lnTo>
                  <a:pt x="184823" y="612858"/>
                </a:lnTo>
                <a:lnTo>
                  <a:pt x="233263" y="612858"/>
                </a:lnTo>
                <a:lnTo>
                  <a:pt x="233263" y="661298"/>
                </a:lnTo>
                <a:close/>
                <a:moveTo>
                  <a:pt x="184823" y="865584"/>
                </a:moveTo>
                <a:lnTo>
                  <a:pt x="184823" y="817144"/>
                </a:lnTo>
                <a:lnTo>
                  <a:pt x="233263" y="817144"/>
                </a:lnTo>
                <a:lnTo>
                  <a:pt x="233263" y="865584"/>
                </a:lnTo>
                <a:close/>
                <a:moveTo>
                  <a:pt x="184823" y="1069870"/>
                </a:moveTo>
                <a:lnTo>
                  <a:pt x="184823" y="1021430"/>
                </a:lnTo>
                <a:lnTo>
                  <a:pt x="233263" y="1021430"/>
                </a:lnTo>
                <a:lnTo>
                  <a:pt x="233263" y="1069870"/>
                </a:lnTo>
                <a:close/>
                <a:moveTo>
                  <a:pt x="184823" y="1272426"/>
                </a:moveTo>
                <a:lnTo>
                  <a:pt x="184823" y="1223986"/>
                </a:lnTo>
                <a:lnTo>
                  <a:pt x="233263" y="1223986"/>
                </a:lnTo>
                <a:lnTo>
                  <a:pt x="233263" y="1272426"/>
                </a:lnTo>
                <a:close/>
                <a:moveTo>
                  <a:pt x="184823" y="1474982"/>
                </a:moveTo>
                <a:lnTo>
                  <a:pt x="184823" y="1426542"/>
                </a:lnTo>
                <a:lnTo>
                  <a:pt x="233263" y="1426542"/>
                </a:lnTo>
                <a:lnTo>
                  <a:pt x="233263" y="1474982"/>
                </a:lnTo>
                <a:close/>
                <a:moveTo>
                  <a:pt x="184823" y="1677394"/>
                </a:moveTo>
                <a:lnTo>
                  <a:pt x="184823" y="1628954"/>
                </a:lnTo>
                <a:lnTo>
                  <a:pt x="233263" y="1628954"/>
                </a:lnTo>
                <a:lnTo>
                  <a:pt x="233263" y="1677394"/>
                </a:lnTo>
                <a:close/>
                <a:moveTo>
                  <a:pt x="184823" y="1879950"/>
                </a:moveTo>
                <a:lnTo>
                  <a:pt x="184823" y="1831510"/>
                </a:lnTo>
                <a:lnTo>
                  <a:pt x="233263" y="1831510"/>
                </a:lnTo>
                <a:lnTo>
                  <a:pt x="233263" y="1879950"/>
                </a:lnTo>
                <a:close/>
                <a:moveTo>
                  <a:pt x="0" y="48440"/>
                </a:moveTo>
                <a:lnTo>
                  <a:pt x="0" y="0"/>
                </a:lnTo>
                <a:lnTo>
                  <a:pt x="48440" y="0"/>
                </a:lnTo>
                <a:lnTo>
                  <a:pt x="48440" y="48440"/>
                </a:lnTo>
                <a:close/>
                <a:moveTo>
                  <a:pt x="0" y="252726"/>
                </a:moveTo>
                <a:lnTo>
                  <a:pt x="0" y="204286"/>
                </a:lnTo>
                <a:lnTo>
                  <a:pt x="48440" y="204286"/>
                </a:lnTo>
                <a:lnTo>
                  <a:pt x="48440" y="252726"/>
                </a:lnTo>
                <a:close/>
                <a:moveTo>
                  <a:pt x="0" y="457012"/>
                </a:moveTo>
                <a:lnTo>
                  <a:pt x="0" y="408572"/>
                </a:lnTo>
                <a:lnTo>
                  <a:pt x="48440" y="408572"/>
                </a:lnTo>
                <a:lnTo>
                  <a:pt x="48440" y="457012"/>
                </a:lnTo>
                <a:close/>
                <a:moveTo>
                  <a:pt x="0" y="661298"/>
                </a:moveTo>
                <a:lnTo>
                  <a:pt x="0" y="612858"/>
                </a:lnTo>
                <a:lnTo>
                  <a:pt x="48440" y="612858"/>
                </a:lnTo>
                <a:lnTo>
                  <a:pt x="48440" y="661298"/>
                </a:lnTo>
                <a:close/>
                <a:moveTo>
                  <a:pt x="0" y="865584"/>
                </a:moveTo>
                <a:lnTo>
                  <a:pt x="0" y="817144"/>
                </a:lnTo>
                <a:lnTo>
                  <a:pt x="48440" y="817144"/>
                </a:lnTo>
                <a:lnTo>
                  <a:pt x="48440" y="865584"/>
                </a:lnTo>
                <a:close/>
                <a:moveTo>
                  <a:pt x="0" y="1069870"/>
                </a:moveTo>
                <a:lnTo>
                  <a:pt x="0" y="1021430"/>
                </a:lnTo>
                <a:lnTo>
                  <a:pt x="48440" y="1021430"/>
                </a:lnTo>
                <a:lnTo>
                  <a:pt x="48440" y="1069870"/>
                </a:lnTo>
                <a:close/>
                <a:moveTo>
                  <a:pt x="0" y="1272426"/>
                </a:moveTo>
                <a:lnTo>
                  <a:pt x="0" y="1223986"/>
                </a:lnTo>
                <a:lnTo>
                  <a:pt x="48440" y="1223986"/>
                </a:lnTo>
                <a:lnTo>
                  <a:pt x="48440" y="1272426"/>
                </a:lnTo>
                <a:close/>
                <a:moveTo>
                  <a:pt x="0" y="1474982"/>
                </a:moveTo>
                <a:lnTo>
                  <a:pt x="0" y="1426542"/>
                </a:lnTo>
                <a:lnTo>
                  <a:pt x="48440" y="1426542"/>
                </a:lnTo>
                <a:lnTo>
                  <a:pt x="48440" y="1474982"/>
                </a:lnTo>
                <a:close/>
                <a:moveTo>
                  <a:pt x="0" y="1677394"/>
                </a:moveTo>
                <a:lnTo>
                  <a:pt x="0" y="1628954"/>
                </a:lnTo>
                <a:lnTo>
                  <a:pt x="48440" y="1628954"/>
                </a:lnTo>
                <a:lnTo>
                  <a:pt x="48440" y="1677394"/>
                </a:lnTo>
                <a:close/>
                <a:moveTo>
                  <a:pt x="0" y="1879950"/>
                </a:moveTo>
                <a:lnTo>
                  <a:pt x="0" y="1831510"/>
                </a:lnTo>
                <a:lnTo>
                  <a:pt x="48440" y="1831510"/>
                </a:lnTo>
                <a:lnTo>
                  <a:pt x="48440" y="1879950"/>
                </a:lnTo>
                <a:close/>
              </a:path>
            </a:pathLst>
          </a:custGeom>
          <a:solidFill>
            <a:schemeClr val="tx2">
              <a:alpha val="12000"/>
            </a:schemeClr>
          </a:solidFill>
          <a:ln w="14408" cap="flat">
            <a:noFill/>
            <a:prstDash val="solid"/>
            <a:miter/>
          </a:ln>
        </p:spPr>
        <p:txBody>
          <a:bodyPr wrap="square" rtlCol="0" anchor="ctr">
            <a:noAutofit/>
          </a:bodyPr>
          <a:lstStyle/>
          <a:p>
            <a:endParaRPr lang="zh-CN" altLang="en-US"/>
          </a:p>
        </p:txBody>
      </p:sp>
      <p:sp>
        <p:nvSpPr>
          <p:cNvPr id="6" name="文本框 5">
            <a:extLst>
              <a:ext uri="{FF2B5EF4-FFF2-40B4-BE49-F238E27FC236}">
                <a16:creationId xmlns:a16="http://schemas.microsoft.com/office/drawing/2014/main" id="{4984CDB0-BA78-146E-67AC-471F99EBEA9A}"/>
              </a:ext>
            </a:extLst>
          </p:cNvPr>
          <p:cNvSpPr txBox="1"/>
          <p:nvPr/>
        </p:nvSpPr>
        <p:spPr>
          <a:xfrm>
            <a:off x="890647" y="474662"/>
            <a:ext cx="10858500" cy="923330"/>
          </a:xfrm>
          <a:prstGeom prst="rect">
            <a:avLst/>
          </a:prstGeom>
          <a:noFill/>
        </p:spPr>
        <p:txBody>
          <a:bodyPr wrap="square" rtlCol="0" anchor="b" anchorCtr="1">
            <a:normAutofit/>
          </a:bodyPr>
          <a:lstStyle/>
          <a:p>
            <a:pPr marR="0" lvl="0" algn="ctr" defTabSz="913765" rtl="0" eaLnBrk="1" fontAlgn="auto" latinLnBrk="0" hangingPunct="1">
              <a:spcBef>
                <a:spcPts val="0"/>
              </a:spcBef>
              <a:spcAft>
                <a:spcPts val="0"/>
              </a:spcAft>
              <a:buClrTx/>
              <a:buSzPct val="25000"/>
              <a:defRPr/>
            </a:pPr>
            <a:r>
              <a:rPr kumimoji="0" lang="zh-CN" altLang="en-US" sz="4800" i="0" u="none" strike="noStrike" kern="1200" cap="none" spc="0" normalizeH="0" baseline="0" noProof="0" dirty="0">
                <a:ln>
                  <a:noFill/>
                </a:ln>
                <a:solidFill>
                  <a:schemeClr val="accent1"/>
                </a:solidFill>
                <a:effectLst/>
                <a:uLnTx/>
                <a:uFillTx/>
                <a:latin typeface="阿里妈妈东方大楷" pitchFamily="2" charset="-122"/>
                <a:ea typeface="阿里妈妈东方大楷" pitchFamily="2" charset="-122"/>
              </a:rPr>
              <a:t>目录 </a:t>
            </a:r>
            <a:r>
              <a:rPr kumimoji="0" lang="en-US" altLang="zh-CN" sz="4800" i="0" u="none" strike="noStrike" kern="1200" cap="none" spc="0" normalizeH="0" baseline="0" noProof="0" dirty="0">
                <a:ln>
                  <a:noFill/>
                </a:ln>
                <a:solidFill>
                  <a:schemeClr val="accent1"/>
                </a:solidFill>
                <a:effectLst/>
                <a:uLnTx/>
                <a:uFillTx/>
                <a:latin typeface="阿里妈妈东方大楷" pitchFamily="2" charset="-122"/>
                <a:ea typeface="阿里妈妈东方大楷" pitchFamily="2" charset="-122"/>
              </a:rPr>
              <a:t>Contents</a:t>
            </a:r>
            <a:endParaRPr lang="en-US" altLang="zh-CN" sz="4800" dirty="0">
              <a:solidFill>
                <a:schemeClr val="accent1"/>
              </a:solidFill>
              <a:latin typeface="阿里妈妈东方大楷" pitchFamily="2" charset="-122"/>
              <a:ea typeface="阿里妈妈东方大楷" pitchFamily="2" charset="-122"/>
            </a:endParaRPr>
          </a:p>
        </p:txBody>
      </p:sp>
      <p:cxnSp>
        <p:nvCxnSpPr>
          <p:cNvPr id="30" name="直接连接符 29">
            <a:extLst>
              <a:ext uri="{FF2B5EF4-FFF2-40B4-BE49-F238E27FC236}">
                <a16:creationId xmlns:a16="http://schemas.microsoft.com/office/drawing/2014/main" id="{AD4B6532-0334-76BB-0A2F-83DDB4595344}"/>
              </a:ext>
            </a:extLst>
          </p:cNvPr>
          <p:cNvCxnSpPr>
            <a:cxnSpLocks/>
          </p:cNvCxnSpPr>
          <p:nvPr/>
        </p:nvCxnSpPr>
        <p:spPr>
          <a:xfrm flipH="1">
            <a:off x="4412982" y="1850297"/>
            <a:ext cx="2953318" cy="1392751"/>
          </a:xfrm>
          <a:prstGeom prst="line">
            <a:avLst/>
          </a:prstGeom>
          <a:ln w="12700">
            <a:solidFill>
              <a:schemeClr val="tx2">
                <a:alpha val="20000"/>
              </a:schemeClr>
            </a:solidFill>
            <a:headEnd type="diamond"/>
          </a:ln>
        </p:spPr>
        <p:style>
          <a:lnRef idx="1">
            <a:schemeClr val="accent1"/>
          </a:lnRef>
          <a:fillRef idx="0">
            <a:schemeClr val="accent1"/>
          </a:fillRef>
          <a:effectRef idx="0">
            <a:schemeClr val="accent1"/>
          </a:effectRef>
          <a:fontRef idx="minor">
            <a:schemeClr val="tx1"/>
          </a:fontRef>
        </p:style>
      </p:cxnSp>
      <p:grpSp>
        <p:nvGrpSpPr>
          <p:cNvPr id="8" name="组合 7">
            <a:extLst>
              <a:ext uri="{FF2B5EF4-FFF2-40B4-BE49-F238E27FC236}">
                <a16:creationId xmlns:a16="http://schemas.microsoft.com/office/drawing/2014/main" id="{38AE92D5-0BC1-AE1F-811E-29BD39382647}"/>
              </a:ext>
            </a:extLst>
          </p:cNvPr>
          <p:cNvGrpSpPr/>
          <p:nvPr/>
        </p:nvGrpSpPr>
        <p:grpSpPr>
          <a:xfrm>
            <a:off x="890647" y="1734659"/>
            <a:ext cx="3680809" cy="2225880"/>
            <a:chOff x="890647" y="1734659"/>
            <a:chExt cx="3680809" cy="2225880"/>
          </a:xfrm>
        </p:grpSpPr>
        <p:sp>
          <p:nvSpPr>
            <p:cNvPr id="24" name="文本框 23">
              <a:extLst>
                <a:ext uri="{FF2B5EF4-FFF2-40B4-BE49-F238E27FC236}">
                  <a16:creationId xmlns:a16="http://schemas.microsoft.com/office/drawing/2014/main" id="{F1473028-6DB2-32B8-7F70-A0039FD324CA}"/>
                </a:ext>
              </a:extLst>
            </p:cNvPr>
            <p:cNvSpPr txBox="1"/>
            <p:nvPr/>
          </p:nvSpPr>
          <p:spPr>
            <a:xfrm>
              <a:off x="890647" y="1734659"/>
              <a:ext cx="972669" cy="923330"/>
            </a:xfrm>
            <a:prstGeom prst="rect">
              <a:avLst/>
            </a:prstGeom>
            <a:no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rmAutofit lnSpcReduction="10000"/>
            </a:bodyPr>
            <a:lstStyle>
              <a:defPPr>
                <a:defRPr lang="zh-CN"/>
              </a:defPPr>
              <a:lvl1pPr algn="ctr" defTabSz="914354">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6000" dirty="0">
                  <a:solidFill>
                    <a:schemeClr val="accent1"/>
                  </a:solidFill>
                  <a:latin typeface="霞鹜文楷" pitchFamily="2" charset="-122"/>
                  <a:ea typeface="霞鹜文楷" pitchFamily="2" charset="-122"/>
                </a:rPr>
                <a:t>01</a:t>
              </a:r>
              <a:endParaRPr lang="zh-CN" altLang="en-US" sz="6000" dirty="0">
                <a:solidFill>
                  <a:schemeClr val="accent1"/>
                </a:solidFill>
                <a:latin typeface="霞鹜文楷" pitchFamily="2" charset="-122"/>
                <a:ea typeface="霞鹜文楷" pitchFamily="2" charset="-122"/>
              </a:endParaRPr>
            </a:p>
          </p:txBody>
        </p:sp>
        <p:sp>
          <p:nvSpPr>
            <p:cNvPr id="25" name="文本框 24">
              <a:extLst>
                <a:ext uri="{FF2B5EF4-FFF2-40B4-BE49-F238E27FC236}">
                  <a16:creationId xmlns:a16="http://schemas.microsoft.com/office/drawing/2014/main" id="{4771C825-A954-3ABE-08E5-C41B8A3948B4}"/>
                </a:ext>
              </a:extLst>
            </p:cNvPr>
            <p:cNvSpPr txBox="1"/>
            <p:nvPr/>
          </p:nvSpPr>
          <p:spPr>
            <a:xfrm>
              <a:off x="2049196" y="3295574"/>
              <a:ext cx="2522260" cy="664965"/>
            </a:xfrm>
            <a:prstGeom prst="rect">
              <a:avLst/>
            </a:prstGeom>
            <a:no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defPPr>
                <a:defRPr lang="en-US"/>
              </a:defPPr>
              <a:lvl1pPr defTabSz="914354">
                <a:defRPr sz="2800" b="1">
                  <a:ln w="0"/>
                  <a:solidFill>
                    <a:schemeClr val="accent1"/>
                  </a:solidFill>
                  <a:effectLst>
                    <a:outerShdw blurRad="38100" dist="25400" dir="5400000" algn="ctr" rotWithShape="0">
                      <a:srgbClr val="6E747A">
                        <a:alpha val="43000"/>
                      </a:srgbClr>
                    </a:outerShdw>
                  </a:effectLst>
                  <a:latin typeface="霞鹜文楷" pitchFamily="2" charset="-122"/>
                  <a:ea typeface="霞鹜文楷"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zh-CN" dirty="0"/>
                <a:t>量子计算机硬件的组成</a:t>
              </a:r>
            </a:p>
          </p:txBody>
        </p:sp>
      </p:grpSp>
      <p:grpSp>
        <p:nvGrpSpPr>
          <p:cNvPr id="9" name="组合 8">
            <a:extLst>
              <a:ext uri="{FF2B5EF4-FFF2-40B4-BE49-F238E27FC236}">
                <a16:creationId xmlns:a16="http://schemas.microsoft.com/office/drawing/2014/main" id="{57551251-45C5-C36E-8DE6-E90DD67C1FFE}"/>
              </a:ext>
            </a:extLst>
          </p:cNvPr>
          <p:cNvGrpSpPr/>
          <p:nvPr/>
        </p:nvGrpSpPr>
        <p:grpSpPr>
          <a:xfrm>
            <a:off x="890647" y="1187043"/>
            <a:ext cx="4998994" cy="3031861"/>
            <a:chOff x="1461113" y="1175607"/>
            <a:chExt cx="4998994" cy="3031861"/>
          </a:xfrm>
        </p:grpSpPr>
        <p:sp>
          <p:nvSpPr>
            <p:cNvPr id="20" name="文本框 19">
              <a:extLst>
                <a:ext uri="{FF2B5EF4-FFF2-40B4-BE49-F238E27FC236}">
                  <a16:creationId xmlns:a16="http://schemas.microsoft.com/office/drawing/2014/main" id="{C403170A-331C-0DED-C450-6CBB1534628A}"/>
                </a:ext>
              </a:extLst>
            </p:cNvPr>
            <p:cNvSpPr txBox="1"/>
            <p:nvPr/>
          </p:nvSpPr>
          <p:spPr>
            <a:xfrm>
              <a:off x="1461113" y="3284138"/>
              <a:ext cx="972669" cy="923330"/>
            </a:xfrm>
            <a:prstGeom prst="rect">
              <a:avLst/>
            </a:prstGeom>
            <a:no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rmAutofit lnSpcReduction="10000"/>
            </a:bodyPr>
            <a:lstStyle>
              <a:defPPr>
                <a:defRPr lang="zh-CN"/>
              </a:defPPr>
              <a:lvl1pPr algn="ctr" defTabSz="914354">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6000" dirty="0">
                  <a:solidFill>
                    <a:schemeClr val="accent1"/>
                  </a:solidFill>
                  <a:latin typeface="霞鹜文楷" pitchFamily="2" charset="-122"/>
                  <a:ea typeface="霞鹜文楷" pitchFamily="2" charset="-122"/>
                </a:rPr>
                <a:t>02</a:t>
              </a:r>
              <a:endParaRPr lang="zh-CN" altLang="en-US" sz="5400" dirty="0">
                <a:solidFill>
                  <a:schemeClr val="accent1"/>
                </a:solidFill>
                <a:latin typeface="霞鹜文楷" pitchFamily="2" charset="-122"/>
                <a:ea typeface="霞鹜文楷" pitchFamily="2" charset="-122"/>
              </a:endParaRPr>
            </a:p>
          </p:txBody>
        </p:sp>
        <p:sp>
          <p:nvSpPr>
            <p:cNvPr id="21" name="文本框 20">
              <a:extLst>
                <a:ext uri="{FF2B5EF4-FFF2-40B4-BE49-F238E27FC236}">
                  <a16:creationId xmlns:a16="http://schemas.microsoft.com/office/drawing/2014/main" id="{E1F9A238-379E-64E7-7D93-06839FBEF379}"/>
                </a:ext>
              </a:extLst>
            </p:cNvPr>
            <p:cNvSpPr txBox="1"/>
            <p:nvPr/>
          </p:nvSpPr>
          <p:spPr>
            <a:xfrm>
              <a:off x="2428596" y="1175607"/>
              <a:ext cx="4031511" cy="1317993"/>
            </a:xfrm>
            <a:prstGeom prst="rect">
              <a:avLst/>
            </a:prstGeom>
            <a:no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a:bodyPr>
            <a:lstStyle>
              <a:defPPr>
                <a:defRPr lang="zh-CN"/>
              </a:defPPr>
              <a:lvl1pPr algn="ctr" defTabSz="914354">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zh-CN" sz="2800" dirty="0">
                  <a:ln w="0"/>
                  <a:solidFill>
                    <a:schemeClr val="accent1"/>
                  </a:solidFill>
                  <a:effectLst>
                    <a:outerShdw blurRad="38100" dist="25400" dir="5400000" algn="ctr" rotWithShape="0">
                      <a:srgbClr val="6E747A">
                        <a:alpha val="43000"/>
                      </a:srgbClr>
                    </a:outerShdw>
                  </a:effectLst>
                  <a:latin typeface="霞鹜文楷" pitchFamily="2" charset="-122"/>
                  <a:ea typeface="霞鹜文楷" pitchFamily="2" charset="-122"/>
                </a:rPr>
                <a:t>介绍量子计算的基本概念和原理</a:t>
              </a:r>
              <a:endParaRPr lang="zh-CN" altLang="en-US" sz="2800" dirty="0">
                <a:ln w="0"/>
                <a:solidFill>
                  <a:schemeClr val="accent1"/>
                </a:solidFill>
                <a:effectLst>
                  <a:outerShdw blurRad="38100" dist="25400" dir="5400000" algn="ctr" rotWithShape="0">
                    <a:srgbClr val="6E747A">
                      <a:alpha val="43000"/>
                    </a:srgbClr>
                  </a:outerShdw>
                </a:effectLst>
                <a:latin typeface="霞鹜文楷" pitchFamily="2" charset="-122"/>
                <a:ea typeface="霞鹜文楷" pitchFamily="2" charset="-122"/>
              </a:endParaRPr>
            </a:p>
          </p:txBody>
        </p:sp>
      </p:grpSp>
      <p:grpSp>
        <p:nvGrpSpPr>
          <p:cNvPr id="10" name="组合 9">
            <a:extLst>
              <a:ext uri="{FF2B5EF4-FFF2-40B4-BE49-F238E27FC236}">
                <a16:creationId xmlns:a16="http://schemas.microsoft.com/office/drawing/2014/main" id="{62392E30-3EAB-9F71-81B6-F1872819428D}"/>
              </a:ext>
            </a:extLst>
          </p:cNvPr>
          <p:cNvGrpSpPr/>
          <p:nvPr/>
        </p:nvGrpSpPr>
        <p:grpSpPr>
          <a:xfrm>
            <a:off x="895739" y="4432851"/>
            <a:ext cx="3861597" cy="1466171"/>
            <a:chOff x="895739" y="4432851"/>
            <a:chExt cx="3861597" cy="1466171"/>
          </a:xfrm>
        </p:grpSpPr>
        <p:sp>
          <p:nvSpPr>
            <p:cNvPr id="16" name="文本框 15">
              <a:extLst>
                <a:ext uri="{FF2B5EF4-FFF2-40B4-BE49-F238E27FC236}">
                  <a16:creationId xmlns:a16="http://schemas.microsoft.com/office/drawing/2014/main" id="{C04A1850-9DB2-8214-833E-D7CA75AD2EAE}"/>
                </a:ext>
              </a:extLst>
            </p:cNvPr>
            <p:cNvSpPr txBox="1"/>
            <p:nvPr/>
          </p:nvSpPr>
          <p:spPr>
            <a:xfrm>
              <a:off x="895739" y="4975692"/>
              <a:ext cx="972669" cy="923330"/>
            </a:xfrm>
            <a:prstGeom prst="rect">
              <a:avLst/>
            </a:prstGeom>
            <a:no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rmAutofit lnSpcReduction="10000"/>
            </a:bodyPr>
            <a:lstStyle>
              <a:defPPr>
                <a:defRPr lang="zh-CN"/>
              </a:defPPr>
              <a:lvl1pPr algn="ctr" defTabSz="914354">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6000" dirty="0">
                  <a:solidFill>
                    <a:schemeClr val="accent1"/>
                  </a:solidFill>
                  <a:latin typeface="霞鹜文楷" pitchFamily="2" charset="-122"/>
                  <a:ea typeface="霞鹜文楷" pitchFamily="2" charset="-122"/>
                </a:rPr>
                <a:t>03</a:t>
              </a:r>
              <a:endParaRPr lang="zh-CN" altLang="en-US" sz="6000" dirty="0">
                <a:solidFill>
                  <a:schemeClr val="accent1"/>
                </a:solidFill>
                <a:latin typeface="霞鹜文楷" pitchFamily="2" charset="-122"/>
                <a:ea typeface="霞鹜文楷" pitchFamily="2" charset="-122"/>
              </a:endParaRPr>
            </a:p>
          </p:txBody>
        </p:sp>
        <p:sp>
          <p:nvSpPr>
            <p:cNvPr id="17" name="文本框 16">
              <a:extLst>
                <a:ext uri="{FF2B5EF4-FFF2-40B4-BE49-F238E27FC236}">
                  <a16:creationId xmlns:a16="http://schemas.microsoft.com/office/drawing/2014/main" id="{26A360DD-7C05-6ECC-F675-957905757DB7}"/>
                </a:ext>
              </a:extLst>
            </p:cNvPr>
            <p:cNvSpPr txBox="1"/>
            <p:nvPr/>
          </p:nvSpPr>
          <p:spPr>
            <a:xfrm>
              <a:off x="2061765" y="4432851"/>
              <a:ext cx="2695571" cy="1197536"/>
            </a:xfrm>
            <a:prstGeom prst="rect">
              <a:avLst/>
            </a:prstGeom>
            <a:no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a:bodyPr>
            <a:lstStyle>
              <a:defPPr>
                <a:defRPr lang="zh-CN"/>
              </a:defPPr>
              <a:lvl1pPr algn="ctr" defTabSz="914354">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algn="l">
                <a:lnSpc>
                  <a:spcPct val="80000"/>
                </a:lnSpc>
              </a:pPr>
              <a:r>
                <a:rPr lang="zh-CN" altLang="zh-CN" sz="2800" dirty="0">
                  <a:ln w="0"/>
                  <a:solidFill>
                    <a:schemeClr val="accent1"/>
                  </a:solidFill>
                  <a:effectLst>
                    <a:outerShdw blurRad="38100" dist="25400" dir="5400000" algn="ctr" rotWithShape="0">
                      <a:srgbClr val="6E747A">
                        <a:alpha val="43000"/>
                      </a:srgbClr>
                    </a:outerShdw>
                  </a:effectLst>
                  <a:latin typeface="霞鹜文楷" pitchFamily="2" charset="-122"/>
                  <a:ea typeface="霞鹜文楷" pitchFamily="2" charset="-122"/>
                </a:rPr>
                <a:t>比较量子计算与传统计算在硬件架构上的差异</a:t>
              </a:r>
            </a:p>
          </p:txBody>
        </p:sp>
      </p:grpSp>
      <p:grpSp>
        <p:nvGrpSpPr>
          <p:cNvPr id="11" name="组合 10">
            <a:extLst>
              <a:ext uri="{FF2B5EF4-FFF2-40B4-BE49-F238E27FC236}">
                <a16:creationId xmlns:a16="http://schemas.microsoft.com/office/drawing/2014/main" id="{31C349B2-4C83-B3FB-776C-27804CFA5607}"/>
              </a:ext>
            </a:extLst>
          </p:cNvPr>
          <p:cNvGrpSpPr/>
          <p:nvPr/>
        </p:nvGrpSpPr>
        <p:grpSpPr>
          <a:xfrm>
            <a:off x="4757336" y="1466564"/>
            <a:ext cx="6413853" cy="3301419"/>
            <a:chOff x="4757336" y="1466564"/>
            <a:chExt cx="6413853" cy="3301419"/>
          </a:xfrm>
        </p:grpSpPr>
        <p:sp>
          <p:nvSpPr>
            <p:cNvPr id="13" name="文本框 12">
              <a:extLst>
                <a:ext uri="{FF2B5EF4-FFF2-40B4-BE49-F238E27FC236}">
                  <a16:creationId xmlns:a16="http://schemas.microsoft.com/office/drawing/2014/main" id="{C1ADA83D-509A-25CD-C718-452A75D4360E}"/>
                </a:ext>
              </a:extLst>
            </p:cNvPr>
            <p:cNvSpPr txBox="1"/>
            <p:nvPr/>
          </p:nvSpPr>
          <p:spPr>
            <a:xfrm>
              <a:off x="6866618" y="1466564"/>
              <a:ext cx="4304571" cy="1027395"/>
            </a:xfrm>
            <a:prstGeom prst="rect">
              <a:avLst/>
            </a:prstGeom>
            <a:no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defPPr>
                <a:defRPr lang="zh-CN"/>
              </a:defPPr>
              <a:lvl1pPr algn="ctr" defTabSz="914354">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indent="266700" algn="just"/>
              <a:r>
                <a:rPr lang="zh-CN" altLang="zh-CN" sz="2200" b="0" dirty="0">
                  <a:ln w="0"/>
                  <a:solidFill>
                    <a:schemeClr val="accent1"/>
                  </a:solidFill>
                  <a:effectLst>
                    <a:outerShdw blurRad="38100" dist="38100" dir="2700000" algn="tl">
                      <a:srgbClr val="000000">
                        <a:alpha val="43137"/>
                      </a:srgbClr>
                    </a:outerShdw>
                  </a:effectLst>
                  <a:latin typeface="霞鹜文楷" pitchFamily="2" charset="-122"/>
                  <a:ea typeface="霞鹜文楷" pitchFamily="2" charset="-122"/>
                </a:rPr>
                <a:t>控制和测量平面</a:t>
              </a:r>
              <a:endParaRPr lang="zh-CN" altLang="en-US" sz="2200" b="0" dirty="0">
                <a:ln w="0"/>
                <a:solidFill>
                  <a:schemeClr val="accent1"/>
                </a:solidFill>
                <a:effectLst>
                  <a:outerShdw blurRad="38100" dist="38100" dir="2700000" algn="tl">
                    <a:srgbClr val="000000">
                      <a:alpha val="43137"/>
                    </a:srgbClr>
                  </a:outerShdw>
                </a:effectLst>
                <a:latin typeface="霞鹜文楷" pitchFamily="2" charset="-122"/>
                <a:ea typeface="霞鹜文楷" pitchFamily="2" charset="-122"/>
              </a:endParaRPr>
            </a:p>
          </p:txBody>
        </p:sp>
        <p:cxnSp>
          <p:nvCxnSpPr>
            <p:cNvPr id="14" name="直接连接符 13">
              <a:extLst>
                <a:ext uri="{FF2B5EF4-FFF2-40B4-BE49-F238E27FC236}">
                  <a16:creationId xmlns:a16="http://schemas.microsoft.com/office/drawing/2014/main" id="{D2253C40-6DFF-3937-1734-C1E8B3EE357C}"/>
                </a:ext>
              </a:extLst>
            </p:cNvPr>
            <p:cNvCxnSpPr>
              <a:cxnSpLocks/>
            </p:cNvCxnSpPr>
            <p:nvPr/>
          </p:nvCxnSpPr>
          <p:spPr>
            <a:xfrm flipH="1">
              <a:off x="4757336" y="4023441"/>
              <a:ext cx="2993585" cy="744542"/>
            </a:xfrm>
            <a:prstGeom prst="line">
              <a:avLst/>
            </a:prstGeom>
            <a:ln w="12700">
              <a:solidFill>
                <a:schemeClr val="tx2">
                  <a:alpha val="20000"/>
                </a:schemeClr>
              </a:solidFill>
              <a:headEnd type="diamond"/>
            </a:ln>
          </p:spPr>
          <p:style>
            <a:lnRef idx="1">
              <a:schemeClr val="accent1"/>
            </a:lnRef>
            <a:fillRef idx="0">
              <a:schemeClr val="accent1"/>
            </a:fillRef>
            <a:effectRef idx="0">
              <a:schemeClr val="accent1"/>
            </a:effectRef>
            <a:fontRef idx="minor">
              <a:schemeClr val="tx1"/>
            </a:fontRef>
          </p:style>
        </p:cxnSp>
      </p:grpSp>
      <p:sp>
        <p:nvSpPr>
          <p:cNvPr id="15" name="文本框 14">
            <a:extLst>
              <a:ext uri="{FF2B5EF4-FFF2-40B4-BE49-F238E27FC236}">
                <a16:creationId xmlns:a16="http://schemas.microsoft.com/office/drawing/2014/main" id="{75A70272-CA54-9E62-9655-D2FD23E42E0E}"/>
              </a:ext>
            </a:extLst>
          </p:cNvPr>
          <p:cNvSpPr txBox="1"/>
          <p:nvPr/>
        </p:nvSpPr>
        <p:spPr>
          <a:xfrm>
            <a:off x="7086770" y="1223685"/>
            <a:ext cx="2528727" cy="706249"/>
          </a:xfrm>
          <a:prstGeom prst="rect">
            <a:avLst/>
          </a:prstGeom>
          <a:no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defPPr>
              <a:defRPr lang="en-US"/>
            </a:defPPr>
            <a:lvl1pPr indent="266700" algn="just" defTabSz="914354">
              <a:defRPr b="1" kern="100">
                <a:solidFill>
                  <a:schemeClr val="tx1">
                    <a:lumMod val="90000"/>
                    <a:lumOff val="10000"/>
                  </a:schemeClr>
                </a:solidFill>
                <a:effectLst/>
                <a:latin typeface="等线" panose="02010600030101010101" pitchFamily="2" charset="-122"/>
                <a:ea typeface="宋体" panose="02010600030101010101" pitchFamily="2" charset="-122"/>
                <a:cs typeface="Times New Roman" panose="02020603050405020304" pitchFamily="18"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zh-CN" sz="2200" b="0" kern="1200" dirty="0">
                <a:ln w="0"/>
                <a:solidFill>
                  <a:schemeClr val="accent1"/>
                </a:solidFill>
                <a:effectLst>
                  <a:outerShdw blurRad="38100" dist="38100" dir="2700000" algn="tl">
                    <a:srgbClr val="000000">
                      <a:alpha val="43137"/>
                    </a:srgbClr>
                  </a:outerShdw>
                </a:effectLst>
                <a:latin typeface="霞鹜文楷" pitchFamily="2" charset="-122"/>
                <a:ea typeface="霞鹜文楷" pitchFamily="2" charset="-122"/>
                <a:cs typeface="+mn-cs"/>
              </a:rPr>
              <a:t>量子数据平面</a:t>
            </a:r>
          </a:p>
        </p:txBody>
      </p:sp>
      <p:sp>
        <p:nvSpPr>
          <p:cNvPr id="19" name="文本框 18">
            <a:extLst>
              <a:ext uri="{FF2B5EF4-FFF2-40B4-BE49-F238E27FC236}">
                <a16:creationId xmlns:a16="http://schemas.microsoft.com/office/drawing/2014/main" id="{66C8B4E9-F161-7D63-69B8-ACAA692124CC}"/>
              </a:ext>
            </a:extLst>
          </p:cNvPr>
          <p:cNvSpPr txBox="1"/>
          <p:nvPr/>
        </p:nvSpPr>
        <p:spPr>
          <a:xfrm>
            <a:off x="6785671" y="2155791"/>
            <a:ext cx="3307272" cy="816236"/>
          </a:xfrm>
          <a:prstGeom prst="rect">
            <a:avLst/>
          </a:prstGeom>
          <a:no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defPPr>
              <a:defRPr lang="zh-CN"/>
            </a:defPPr>
            <a:lvl1pPr algn="ctr" defTabSz="914354">
              <a:defRPr sz="1400" b="1">
                <a:solidFill>
                  <a:schemeClr val="tx1">
                    <a:lumMod val="90000"/>
                    <a:lumOff val="1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indent="266700" algn="just"/>
            <a:r>
              <a:rPr lang="zh-CN" altLang="zh-CN" sz="2200" b="0" dirty="0">
                <a:ln w="0"/>
                <a:solidFill>
                  <a:schemeClr val="accent1"/>
                </a:solidFill>
                <a:effectLst>
                  <a:outerShdw blurRad="38100" dist="38100" dir="2700000" algn="tl">
                    <a:srgbClr val="000000">
                      <a:alpha val="43137"/>
                    </a:srgbClr>
                  </a:outerShdw>
                </a:effectLst>
                <a:latin typeface="霞鹜文楷" pitchFamily="2" charset="-122"/>
                <a:ea typeface="霞鹜文楷" pitchFamily="2" charset="-122"/>
              </a:rPr>
              <a:t>控制处理器平面</a:t>
            </a:r>
          </a:p>
        </p:txBody>
      </p:sp>
      <p:cxnSp>
        <p:nvCxnSpPr>
          <p:cNvPr id="33" name="直接连接符 32">
            <a:extLst>
              <a:ext uri="{FF2B5EF4-FFF2-40B4-BE49-F238E27FC236}">
                <a16:creationId xmlns:a16="http://schemas.microsoft.com/office/drawing/2014/main" id="{5EAA0B56-883F-07E6-02EF-9AB72BCC63A1}"/>
              </a:ext>
            </a:extLst>
          </p:cNvPr>
          <p:cNvCxnSpPr>
            <a:cxnSpLocks/>
          </p:cNvCxnSpPr>
          <p:nvPr/>
        </p:nvCxnSpPr>
        <p:spPr>
          <a:xfrm flipH="1">
            <a:off x="4424583" y="2786906"/>
            <a:ext cx="2547425" cy="786647"/>
          </a:xfrm>
          <a:prstGeom prst="line">
            <a:avLst/>
          </a:prstGeom>
          <a:ln w="12700">
            <a:solidFill>
              <a:schemeClr val="tx2">
                <a:alpha val="20000"/>
              </a:schemeClr>
            </a:solidFill>
            <a:headEnd type="diamond"/>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436E32FA-EC23-7415-0D78-630DD693BE6F}"/>
              </a:ext>
            </a:extLst>
          </p:cNvPr>
          <p:cNvCxnSpPr>
            <a:cxnSpLocks/>
          </p:cNvCxnSpPr>
          <p:nvPr/>
        </p:nvCxnSpPr>
        <p:spPr>
          <a:xfrm flipH="1">
            <a:off x="4643038" y="2364761"/>
            <a:ext cx="2478084" cy="1018187"/>
          </a:xfrm>
          <a:prstGeom prst="line">
            <a:avLst/>
          </a:prstGeom>
          <a:ln w="12700">
            <a:solidFill>
              <a:schemeClr val="tx2">
                <a:alpha val="20000"/>
              </a:schemeClr>
            </a:solidFill>
            <a:headEnd type="diamond"/>
          </a:ln>
        </p:spPr>
        <p:style>
          <a:lnRef idx="1">
            <a:schemeClr val="accent1"/>
          </a:lnRef>
          <a:fillRef idx="0">
            <a:schemeClr val="accent1"/>
          </a:fillRef>
          <a:effectRef idx="0">
            <a:schemeClr val="accent1"/>
          </a:effectRef>
          <a:fontRef idx="minor">
            <a:schemeClr val="tx1"/>
          </a:fontRef>
        </p:style>
      </p:cxnSp>
      <p:sp>
        <p:nvSpPr>
          <p:cNvPr id="7" name="任意多边形: 形状 6">
            <a:extLst>
              <a:ext uri="{FF2B5EF4-FFF2-40B4-BE49-F238E27FC236}">
                <a16:creationId xmlns:a16="http://schemas.microsoft.com/office/drawing/2014/main" id="{D6BCA5E4-50A7-71EF-FEA1-37D9D3953094}"/>
              </a:ext>
            </a:extLst>
          </p:cNvPr>
          <p:cNvSpPr/>
          <p:nvPr/>
        </p:nvSpPr>
        <p:spPr>
          <a:xfrm>
            <a:off x="6539656" y="-211662"/>
            <a:ext cx="2279738" cy="1891432"/>
          </a:xfrm>
          <a:custGeom>
            <a:avLst/>
            <a:gdLst>
              <a:gd name="connsiteX0" fmla="*/ 288938 w 2279738"/>
              <a:gd name="connsiteY0" fmla="*/ 0 h 1891432"/>
              <a:gd name="connsiteX1" fmla="*/ 1990800 w 2279738"/>
              <a:gd name="connsiteY1" fmla="*/ 0 h 1891432"/>
              <a:gd name="connsiteX2" fmla="*/ 2085067 w 2279738"/>
              <a:gd name="connsiteY2" fmla="*/ 114252 h 1891432"/>
              <a:gd name="connsiteX3" fmla="*/ 2279738 w 2279738"/>
              <a:gd name="connsiteY3" fmla="*/ 751563 h 1891432"/>
              <a:gd name="connsiteX4" fmla="*/ 1139869 w 2279738"/>
              <a:gd name="connsiteY4" fmla="*/ 1891432 h 1891432"/>
              <a:gd name="connsiteX5" fmla="*/ 0 w 2279738"/>
              <a:gd name="connsiteY5" fmla="*/ 751563 h 1891432"/>
              <a:gd name="connsiteX6" fmla="*/ 194672 w 2279738"/>
              <a:gd name="connsiteY6" fmla="*/ 114252 h 1891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79738" h="1891432">
                <a:moveTo>
                  <a:pt x="288938" y="0"/>
                </a:moveTo>
                <a:lnTo>
                  <a:pt x="1990800" y="0"/>
                </a:lnTo>
                <a:lnTo>
                  <a:pt x="2085067" y="114252"/>
                </a:lnTo>
                <a:cubicBezTo>
                  <a:pt x="2207972" y="296176"/>
                  <a:pt x="2279738" y="515489"/>
                  <a:pt x="2279738" y="751563"/>
                </a:cubicBezTo>
                <a:cubicBezTo>
                  <a:pt x="2279738" y="1381095"/>
                  <a:pt x="1769401" y="1891432"/>
                  <a:pt x="1139869" y="1891432"/>
                </a:cubicBezTo>
                <a:cubicBezTo>
                  <a:pt x="510337" y="1891432"/>
                  <a:pt x="0" y="1381095"/>
                  <a:pt x="0" y="751563"/>
                </a:cubicBezTo>
                <a:cubicBezTo>
                  <a:pt x="0" y="515489"/>
                  <a:pt x="71766" y="296176"/>
                  <a:pt x="194672" y="114252"/>
                </a:cubicBezTo>
                <a:close/>
              </a:path>
            </a:pathLst>
          </a:cu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2" name="任意多边形: 形状 11">
            <a:extLst>
              <a:ext uri="{FF2B5EF4-FFF2-40B4-BE49-F238E27FC236}">
                <a16:creationId xmlns:a16="http://schemas.microsoft.com/office/drawing/2014/main" id="{B1DF03DF-91C2-BF81-3A09-7DB8DF684FA2}"/>
              </a:ext>
            </a:extLst>
          </p:cNvPr>
          <p:cNvSpPr/>
          <p:nvPr/>
        </p:nvSpPr>
        <p:spPr>
          <a:xfrm rot="10800000">
            <a:off x="9098212" y="4767983"/>
            <a:ext cx="2279738" cy="1891432"/>
          </a:xfrm>
          <a:custGeom>
            <a:avLst/>
            <a:gdLst>
              <a:gd name="connsiteX0" fmla="*/ 288938 w 2279738"/>
              <a:gd name="connsiteY0" fmla="*/ 0 h 1891432"/>
              <a:gd name="connsiteX1" fmla="*/ 1990800 w 2279738"/>
              <a:gd name="connsiteY1" fmla="*/ 0 h 1891432"/>
              <a:gd name="connsiteX2" fmla="*/ 2085067 w 2279738"/>
              <a:gd name="connsiteY2" fmla="*/ 114252 h 1891432"/>
              <a:gd name="connsiteX3" fmla="*/ 2279738 w 2279738"/>
              <a:gd name="connsiteY3" fmla="*/ 751563 h 1891432"/>
              <a:gd name="connsiteX4" fmla="*/ 1139869 w 2279738"/>
              <a:gd name="connsiteY4" fmla="*/ 1891432 h 1891432"/>
              <a:gd name="connsiteX5" fmla="*/ 0 w 2279738"/>
              <a:gd name="connsiteY5" fmla="*/ 751563 h 1891432"/>
              <a:gd name="connsiteX6" fmla="*/ 194672 w 2279738"/>
              <a:gd name="connsiteY6" fmla="*/ 114252 h 1891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79738" h="1891432">
                <a:moveTo>
                  <a:pt x="288938" y="0"/>
                </a:moveTo>
                <a:lnTo>
                  <a:pt x="1990800" y="0"/>
                </a:lnTo>
                <a:lnTo>
                  <a:pt x="2085067" y="114252"/>
                </a:lnTo>
                <a:cubicBezTo>
                  <a:pt x="2207972" y="296176"/>
                  <a:pt x="2279738" y="515489"/>
                  <a:pt x="2279738" y="751563"/>
                </a:cubicBezTo>
                <a:cubicBezTo>
                  <a:pt x="2279738" y="1381095"/>
                  <a:pt x="1769401" y="1891432"/>
                  <a:pt x="1139869" y="1891432"/>
                </a:cubicBezTo>
                <a:cubicBezTo>
                  <a:pt x="510337" y="1891432"/>
                  <a:pt x="0" y="1381095"/>
                  <a:pt x="0" y="751563"/>
                </a:cubicBezTo>
                <a:cubicBezTo>
                  <a:pt x="0" y="515489"/>
                  <a:pt x="71766" y="296176"/>
                  <a:pt x="194672" y="114252"/>
                </a:cubicBezTo>
                <a:close/>
              </a:path>
            </a:pathLst>
          </a:cu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cxnSp>
        <p:nvCxnSpPr>
          <p:cNvPr id="18" name="直接连接符 17">
            <a:extLst>
              <a:ext uri="{FF2B5EF4-FFF2-40B4-BE49-F238E27FC236}">
                <a16:creationId xmlns:a16="http://schemas.microsoft.com/office/drawing/2014/main" id="{2CE1F36E-4E33-6D73-CC5C-5C03A971CCFE}"/>
              </a:ext>
            </a:extLst>
          </p:cNvPr>
          <p:cNvCxnSpPr>
            <a:cxnSpLocks/>
          </p:cNvCxnSpPr>
          <p:nvPr/>
        </p:nvCxnSpPr>
        <p:spPr>
          <a:xfrm flipH="1">
            <a:off x="4379481" y="3243048"/>
            <a:ext cx="2627198" cy="530025"/>
          </a:xfrm>
          <a:prstGeom prst="line">
            <a:avLst/>
          </a:prstGeom>
          <a:ln w="12700">
            <a:solidFill>
              <a:schemeClr val="tx2">
                <a:alpha val="20000"/>
              </a:schemeClr>
            </a:solidFill>
            <a:headEnd type="diamond"/>
          </a:ln>
        </p:spPr>
        <p:style>
          <a:lnRef idx="1">
            <a:schemeClr val="accent1"/>
          </a:lnRef>
          <a:fillRef idx="0">
            <a:schemeClr val="accent1"/>
          </a:fillRef>
          <a:effectRef idx="0">
            <a:schemeClr val="accent1"/>
          </a:effectRef>
          <a:fontRef idx="minor">
            <a:schemeClr val="tx1"/>
          </a:fontRef>
        </p:style>
      </p:cxnSp>
      <p:sp>
        <p:nvSpPr>
          <p:cNvPr id="27" name="文本框 26">
            <a:extLst>
              <a:ext uri="{FF2B5EF4-FFF2-40B4-BE49-F238E27FC236}">
                <a16:creationId xmlns:a16="http://schemas.microsoft.com/office/drawing/2014/main" id="{9FECA82E-4EFB-5270-CA2D-24B2C5B67C85}"/>
              </a:ext>
            </a:extLst>
          </p:cNvPr>
          <p:cNvSpPr txBox="1"/>
          <p:nvPr/>
        </p:nvSpPr>
        <p:spPr>
          <a:xfrm>
            <a:off x="7236735" y="3007159"/>
            <a:ext cx="6410004" cy="430887"/>
          </a:xfrm>
          <a:prstGeom prst="rect">
            <a:avLst/>
          </a:prstGeom>
          <a:noFill/>
        </p:spPr>
        <p:txBody>
          <a:bodyPr wrap="square">
            <a:spAutoFit/>
          </a:bodyPr>
          <a:lstStyle/>
          <a:p>
            <a:r>
              <a:rPr lang="zh-CN" altLang="zh-CN" sz="2200" dirty="0">
                <a:ln w="0"/>
                <a:solidFill>
                  <a:schemeClr val="accent1"/>
                </a:solidFill>
                <a:effectLst>
                  <a:outerShdw blurRad="38100" dist="38100" dir="2700000" algn="tl">
                    <a:srgbClr val="000000">
                      <a:alpha val="43137"/>
                    </a:srgbClr>
                  </a:outerShdw>
                </a:effectLst>
                <a:latin typeface="霞鹜文楷" pitchFamily="2" charset="-122"/>
                <a:ea typeface="霞鹜文楷" pitchFamily="2" charset="-122"/>
              </a:rPr>
              <a:t>主处理器</a:t>
            </a:r>
            <a:endParaRPr lang="zh-CN" altLang="en-US" sz="2200" dirty="0">
              <a:ln w="0"/>
              <a:solidFill>
                <a:schemeClr val="accent1"/>
              </a:solidFill>
              <a:effectLst>
                <a:outerShdw blurRad="38100" dist="38100" dir="2700000" algn="tl">
                  <a:srgbClr val="000000">
                    <a:alpha val="43137"/>
                  </a:srgbClr>
                </a:outerShdw>
              </a:effectLst>
              <a:latin typeface="霞鹜文楷" pitchFamily="2" charset="-122"/>
              <a:ea typeface="霞鹜文楷" pitchFamily="2" charset="-122"/>
            </a:endParaRPr>
          </a:p>
        </p:txBody>
      </p:sp>
      <p:sp>
        <p:nvSpPr>
          <p:cNvPr id="32" name="文本框 31">
            <a:extLst>
              <a:ext uri="{FF2B5EF4-FFF2-40B4-BE49-F238E27FC236}">
                <a16:creationId xmlns:a16="http://schemas.microsoft.com/office/drawing/2014/main" id="{82AFFA91-6097-4A8F-0784-85BDB68B7472}"/>
              </a:ext>
            </a:extLst>
          </p:cNvPr>
          <p:cNvSpPr txBox="1"/>
          <p:nvPr/>
        </p:nvSpPr>
        <p:spPr>
          <a:xfrm>
            <a:off x="7907526" y="3733682"/>
            <a:ext cx="6940848" cy="430887"/>
          </a:xfrm>
          <a:prstGeom prst="rect">
            <a:avLst/>
          </a:prstGeom>
          <a:noFill/>
        </p:spPr>
        <p:txBody>
          <a:bodyPr wrap="square">
            <a:spAutoFit/>
          </a:bodyPr>
          <a:lstStyle/>
          <a:p>
            <a:r>
              <a:rPr lang="zh-CN" altLang="zh-CN" sz="2200" dirty="0">
                <a:solidFill>
                  <a:schemeClr val="accent1"/>
                </a:solidFill>
                <a:effectLst>
                  <a:outerShdw blurRad="38100" dist="38100" dir="2700000" algn="tl">
                    <a:srgbClr val="000000">
                      <a:alpha val="43137"/>
                    </a:srgbClr>
                  </a:outerShdw>
                </a:effectLst>
                <a:latin typeface="霞鹜文楷" panose="02010600030101010101" charset="-122"/>
                <a:ea typeface="霞鹜文楷" panose="02010600030101010101" charset="-122"/>
                <a:cs typeface="Times New Roman" panose="02020603050405020304" pitchFamily="18" charset="0"/>
              </a:rPr>
              <a:t>数据存储单元</a:t>
            </a:r>
            <a:endParaRPr lang="zh-CN" altLang="en-US" sz="2200" dirty="0">
              <a:solidFill>
                <a:schemeClr val="accent1"/>
              </a:solidFill>
              <a:effectLst>
                <a:outerShdw blurRad="38100" dist="38100" dir="2700000" algn="tl">
                  <a:srgbClr val="000000">
                    <a:alpha val="43137"/>
                  </a:srgbClr>
                </a:outerShdw>
              </a:effectLst>
              <a:latin typeface="霞鹜文楷" panose="02010600030101010101" charset="-122"/>
              <a:ea typeface="霞鹜文楷" panose="02010600030101010101" charset="-122"/>
            </a:endParaRPr>
          </a:p>
        </p:txBody>
      </p:sp>
      <p:sp>
        <p:nvSpPr>
          <p:cNvPr id="36" name="文本框 35">
            <a:extLst>
              <a:ext uri="{FF2B5EF4-FFF2-40B4-BE49-F238E27FC236}">
                <a16:creationId xmlns:a16="http://schemas.microsoft.com/office/drawing/2014/main" id="{3871D6C9-B849-0EA5-5E69-C0F02196F787}"/>
              </a:ext>
            </a:extLst>
          </p:cNvPr>
          <p:cNvSpPr txBox="1"/>
          <p:nvPr/>
        </p:nvSpPr>
        <p:spPr>
          <a:xfrm>
            <a:off x="7978014" y="4214046"/>
            <a:ext cx="7542266" cy="430887"/>
          </a:xfrm>
          <a:prstGeom prst="rect">
            <a:avLst/>
          </a:prstGeom>
          <a:noFill/>
        </p:spPr>
        <p:txBody>
          <a:bodyPr wrap="square">
            <a:spAutoFit/>
          </a:bodyPr>
          <a:lstStyle/>
          <a:p>
            <a:r>
              <a:rPr lang="zh-CN" altLang="zh-CN" sz="2200" b="1" dirty="0">
                <a:solidFill>
                  <a:schemeClr val="accent1"/>
                </a:solidFill>
                <a:effectLst>
                  <a:outerShdw blurRad="38100" dist="38100" dir="2700000" algn="tl">
                    <a:srgbClr val="000000">
                      <a:alpha val="43137"/>
                    </a:srgbClr>
                  </a:outerShdw>
                </a:effectLst>
                <a:ea typeface="宋体" panose="02010600030101010101" pitchFamily="2" charset="-122"/>
                <a:cs typeface="Times New Roman" panose="02020603050405020304" pitchFamily="18" charset="0"/>
              </a:rPr>
              <a:t>运算单元</a:t>
            </a:r>
            <a:endParaRPr lang="zh-CN" altLang="en-US" sz="2200" dirty="0">
              <a:solidFill>
                <a:schemeClr val="accent1"/>
              </a:solidFill>
              <a:effectLst>
                <a:outerShdw blurRad="38100" dist="38100" dir="2700000" algn="tl">
                  <a:srgbClr val="000000">
                    <a:alpha val="43137"/>
                  </a:srgbClr>
                </a:outerShdw>
              </a:effectLst>
            </a:endParaRPr>
          </a:p>
        </p:txBody>
      </p:sp>
      <p:sp>
        <p:nvSpPr>
          <p:cNvPr id="38" name="文本框 37">
            <a:extLst>
              <a:ext uri="{FF2B5EF4-FFF2-40B4-BE49-F238E27FC236}">
                <a16:creationId xmlns:a16="http://schemas.microsoft.com/office/drawing/2014/main" id="{205B3582-E71B-0817-625E-F191CC8F6593}"/>
              </a:ext>
            </a:extLst>
          </p:cNvPr>
          <p:cNvSpPr txBox="1"/>
          <p:nvPr/>
        </p:nvSpPr>
        <p:spPr>
          <a:xfrm>
            <a:off x="7720994" y="4918838"/>
            <a:ext cx="7842974" cy="430887"/>
          </a:xfrm>
          <a:prstGeom prst="rect">
            <a:avLst/>
          </a:prstGeom>
          <a:noFill/>
        </p:spPr>
        <p:txBody>
          <a:bodyPr wrap="square">
            <a:spAutoFit/>
          </a:bodyPr>
          <a:lstStyle/>
          <a:p>
            <a:r>
              <a:rPr lang="zh-CN" altLang="zh-CN" sz="2200" b="1" dirty="0">
                <a:solidFill>
                  <a:schemeClr val="accent1"/>
                </a:solidFill>
                <a:effectLst>
                  <a:outerShdw blurRad="38100" dist="38100" dir="2700000" algn="tl">
                    <a:srgbClr val="000000">
                      <a:alpha val="43137"/>
                    </a:srgbClr>
                  </a:outerShdw>
                </a:effectLst>
                <a:ea typeface="宋体" panose="02010600030101010101" pitchFamily="2" charset="-122"/>
                <a:cs typeface="Times New Roman" panose="02020603050405020304" pitchFamily="18" charset="0"/>
              </a:rPr>
              <a:t>控制单元</a:t>
            </a:r>
            <a:endParaRPr lang="zh-CN" altLang="en-US" sz="2200" dirty="0">
              <a:solidFill>
                <a:schemeClr val="accent1"/>
              </a:solidFill>
              <a:effectLst>
                <a:outerShdw blurRad="38100" dist="38100" dir="2700000" algn="tl">
                  <a:srgbClr val="000000">
                    <a:alpha val="43137"/>
                  </a:srgbClr>
                </a:outerShdw>
              </a:effectLst>
            </a:endParaRPr>
          </a:p>
        </p:txBody>
      </p:sp>
      <p:cxnSp>
        <p:nvCxnSpPr>
          <p:cNvPr id="41" name="直接连接符 40">
            <a:extLst>
              <a:ext uri="{FF2B5EF4-FFF2-40B4-BE49-F238E27FC236}">
                <a16:creationId xmlns:a16="http://schemas.microsoft.com/office/drawing/2014/main" id="{B14D0F43-BCE5-8158-16BE-6D81EE20CF86}"/>
              </a:ext>
            </a:extLst>
          </p:cNvPr>
          <p:cNvCxnSpPr>
            <a:cxnSpLocks/>
            <a:stCxn id="36" idx="1"/>
          </p:cNvCxnSpPr>
          <p:nvPr/>
        </p:nvCxnSpPr>
        <p:spPr>
          <a:xfrm flipH="1">
            <a:off x="4764856" y="4429490"/>
            <a:ext cx="3213158" cy="562982"/>
          </a:xfrm>
          <a:prstGeom prst="line">
            <a:avLst/>
          </a:prstGeom>
          <a:ln w="12700">
            <a:solidFill>
              <a:schemeClr val="tx2">
                <a:alpha val="20000"/>
              </a:schemeClr>
            </a:solidFill>
            <a:headEnd type="diamond"/>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61219913-FE0C-CF65-52DE-3FC522FF7611}"/>
              </a:ext>
            </a:extLst>
          </p:cNvPr>
          <p:cNvCxnSpPr>
            <a:cxnSpLocks/>
            <a:stCxn id="38" idx="1"/>
          </p:cNvCxnSpPr>
          <p:nvPr/>
        </p:nvCxnSpPr>
        <p:spPr>
          <a:xfrm flipH="1">
            <a:off x="4546649" y="5134282"/>
            <a:ext cx="3174345" cy="153827"/>
          </a:xfrm>
          <a:prstGeom prst="line">
            <a:avLst/>
          </a:prstGeom>
          <a:ln w="12700">
            <a:solidFill>
              <a:schemeClr val="tx2">
                <a:alpha val="20000"/>
              </a:schemeClr>
            </a:solidFill>
            <a:headEnd type="diamond"/>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E9B22B3B-5602-5248-251A-6EA6F4EECA5F}"/>
              </a:ext>
            </a:extLst>
          </p:cNvPr>
          <p:cNvCxnSpPr>
            <a:cxnSpLocks/>
          </p:cNvCxnSpPr>
          <p:nvPr/>
        </p:nvCxnSpPr>
        <p:spPr>
          <a:xfrm flipH="1" flipV="1">
            <a:off x="4158473" y="5631854"/>
            <a:ext cx="3207827" cy="262092"/>
          </a:xfrm>
          <a:prstGeom prst="line">
            <a:avLst/>
          </a:prstGeom>
          <a:ln w="12700">
            <a:solidFill>
              <a:schemeClr val="tx2">
                <a:alpha val="20000"/>
              </a:schemeClr>
            </a:solidFill>
            <a:headEnd type="diamond"/>
          </a:ln>
        </p:spPr>
        <p:style>
          <a:lnRef idx="1">
            <a:schemeClr val="accent1"/>
          </a:lnRef>
          <a:fillRef idx="0">
            <a:schemeClr val="accent1"/>
          </a:fillRef>
          <a:effectRef idx="0">
            <a:schemeClr val="accent1"/>
          </a:effectRef>
          <a:fontRef idx="minor">
            <a:schemeClr val="tx1"/>
          </a:fontRef>
        </p:style>
      </p:cxnSp>
      <p:sp>
        <p:nvSpPr>
          <p:cNvPr id="47" name="文本框 46">
            <a:extLst>
              <a:ext uri="{FF2B5EF4-FFF2-40B4-BE49-F238E27FC236}">
                <a16:creationId xmlns:a16="http://schemas.microsoft.com/office/drawing/2014/main" id="{7C138844-0A09-2231-B40C-EA775D60F32A}"/>
              </a:ext>
            </a:extLst>
          </p:cNvPr>
          <p:cNvSpPr txBox="1"/>
          <p:nvPr/>
        </p:nvSpPr>
        <p:spPr>
          <a:xfrm>
            <a:off x="7485499" y="5627172"/>
            <a:ext cx="7876726" cy="430887"/>
          </a:xfrm>
          <a:prstGeom prst="rect">
            <a:avLst/>
          </a:prstGeom>
          <a:noFill/>
        </p:spPr>
        <p:txBody>
          <a:bodyPr wrap="square">
            <a:spAutoFit/>
          </a:bodyPr>
          <a:lstStyle/>
          <a:p>
            <a:r>
              <a:rPr lang="zh-CN" altLang="zh-CN" sz="2200" b="1" dirty="0">
                <a:solidFill>
                  <a:schemeClr val="accent1"/>
                </a:solidFill>
                <a:effectLst>
                  <a:outerShdw blurRad="38100" dist="38100" dir="2700000" algn="tl">
                    <a:srgbClr val="000000">
                      <a:alpha val="43137"/>
                    </a:srgbClr>
                  </a:outerShdw>
                </a:effectLst>
                <a:ea typeface="宋体" panose="02010600030101010101" pitchFamily="2" charset="-122"/>
                <a:cs typeface="Times New Roman" panose="02020603050405020304" pitchFamily="18" charset="0"/>
              </a:rPr>
              <a:t>整体架构布局</a:t>
            </a:r>
            <a:endParaRPr lang="zh-CN" altLang="en-US" sz="2200" dirty="0">
              <a:solidFill>
                <a:schemeClr val="accent1"/>
              </a:solidFill>
              <a:effectLst>
                <a:outerShdw blurRad="38100" dist="38100" dir="2700000" algn="tl">
                  <a:srgbClr val="000000">
                    <a:alpha val="43137"/>
                  </a:srgbClr>
                </a:outerShdw>
              </a:effectLs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1049901" y="2122748"/>
            <a:ext cx="9518351" cy="1576238"/>
          </a:xfrm>
        </p:spPr>
        <p:txBody>
          <a:bodyPr>
            <a:normAutofit/>
          </a:bodyPr>
          <a:lstStyle/>
          <a:p>
            <a:pPr>
              <a:tabLst>
                <a:tab pos="3289300" algn="l"/>
              </a:tabLst>
            </a:pPr>
            <a:r>
              <a:rPr lang="en-US" altLang="zh-CN" sz="4400" dirty="0">
                <a:latin typeface="霞鹜文楷" pitchFamily="2" charset="-122"/>
                <a:ea typeface="霞鹜文楷" pitchFamily="2" charset="-122"/>
              </a:rPr>
              <a:t>——</a:t>
            </a:r>
            <a:r>
              <a:rPr lang="zh-CN" altLang="zh-CN" sz="4400" dirty="0">
                <a:ln w="0"/>
                <a:solidFill>
                  <a:schemeClr val="accent1"/>
                </a:solidFill>
                <a:effectLst>
                  <a:outerShdw blurRad="38100" dist="25400" dir="5400000" algn="ctr" rotWithShape="0">
                    <a:srgbClr val="6E747A">
                      <a:alpha val="43000"/>
                    </a:srgbClr>
                  </a:outerShdw>
                </a:effectLst>
                <a:latin typeface="霞鹜文楷" pitchFamily="2" charset="-122"/>
                <a:ea typeface="霞鹜文楷" pitchFamily="2" charset="-122"/>
              </a:rPr>
              <a:t>量子计算的基本概念和原理</a:t>
            </a:r>
            <a:r>
              <a:rPr lang="en-US" altLang="zh-CN" sz="4400" dirty="0">
                <a:latin typeface="霞鹜文楷" pitchFamily="2" charset="-122"/>
                <a:ea typeface="霞鹜文楷" pitchFamily="2" charset="-122"/>
              </a:rPr>
              <a:t>——</a:t>
            </a:r>
            <a:endParaRPr lang="en-US" sz="4400" dirty="0">
              <a:latin typeface="霞鹜文楷" pitchFamily="2" charset="-122"/>
              <a:ea typeface="霞鹜文楷"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60" name="文本框 1049059"/>
          <p:cNvSpPr txBox="1"/>
          <p:nvPr/>
        </p:nvSpPr>
        <p:spPr>
          <a:xfrm>
            <a:off x="1099518" y="5025352"/>
            <a:ext cx="9992965" cy="485967"/>
          </a:xfrm>
          <a:prstGeom prst="rect">
            <a:avLst/>
          </a:prstGeom>
        </p:spPr>
        <p:txBody>
          <a:bodyPr wrap="square" rtlCol="0">
            <a:spAutoFit/>
          </a:bodyPr>
          <a:lstStyle>
            <a:defPPr>
              <a:defRPr lang="en-US"/>
            </a:defPPr>
            <a:lvl1pPr marL="0" algn="l" defTabSz="914400" rtl="0" eaLnBrk="1" latinLnBrk="0" hangingPunct="1">
              <a:defRPr sz="1800" kern="1200">
                <a:solidFill>
                  <a:srgbClr val="2F2F2F"/>
                </a:solidFill>
                <a:latin typeface="+mn-lt"/>
                <a:ea typeface="+mn-ea"/>
                <a:cs typeface="+mn-cs"/>
              </a:defRPr>
            </a:lvl1pPr>
            <a:lvl2pPr marL="457200" algn="l" defTabSz="914400" rtl="0" eaLnBrk="1" latinLnBrk="0" hangingPunct="1">
              <a:defRPr sz="1800" kern="1200">
                <a:solidFill>
                  <a:srgbClr val="2F2F2F"/>
                </a:solidFill>
                <a:latin typeface="+mn-lt"/>
                <a:ea typeface="+mn-ea"/>
                <a:cs typeface="+mn-cs"/>
              </a:defRPr>
            </a:lvl2pPr>
            <a:lvl3pPr marL="914400" algn="l" defTabSz="914400" rtl="0" eaLnBrk="1" latinLnBrk="0" hangingPunct="1">
              <a:defRPr sz="1800" kern="1200">
                <a:solidFill>
                  <a:srgbClr val="2F2F2F"/>
                </a:solidFill>
                <a:latin typeface="+mn-lt"/>
                <a:ea typeface="+mn-ea"/>
                <a:cs typeface="+mn-cs"/>
              </a:defRPr>
            </a:lvl3pPr>
            <a:lvl4pPr marL="1371600" algn="l" defTabSz="914400" rtl="0" eaLnBrk="1" latinLnBrk="0" hangingPunct="1">
              <a:defRPr sz="1800" kern="1200">
                <a:solidFill>
                  <a:srgbClr val="2F2F2F"/>
                </a:solidFill>
                <a:latin typeface="+mn-lt"/>
                <a:ea typeface="+mn-ea"/>
                <a:cs typeface="+mn-cs"/>
              </a:defRPr>
            </a:lvl4pPr>
            <a:lvl5pPr marL="1828800" algn="l" defTabSz="914400" rtl="0" eaLnBrk="1" latinLnBrk="0" hangingPunct="1">
              <a:defRPr sz="1800" kern="1200">
                <a:solidFill>
                  <a:srgbClr val="2F2F2F"/>
                </a:solidFill>
                <a:latin typeface="+mn-lt"/>
                <a:ea typeface="+mn-ea"/>
                <a:cs typeface="+mn-cs"/>
              </a:defRPr>
            </a:lvl5pPr>
            <a:lvl6pPr marL="2286000" algn="l" defTabSz="914400" rtl="0" eaLnBrk="1" latinLnBrk="0" hangingPunct="1">
              <a:defRPr sz="1800" kern="1200">
                <a:solidFill>
                  <a:srgbClr val="2F2F2F"/>
                </a:solidFill>
                <a:latin typeface="+mn-lt"/>
                <a:ea typeface="+mn-ea"/>
                <a:cs typeface="+mn-cs"/>
              </a:defRPr>
            </a:lvl6pPr>
            <a:lvl7pPr marL="2743200" algn="l" defTabSz="914400" rtl="0" eaLnBrk="1" latinLnBrk="0" hangingPunct="1">
              <a:defRPr sz="1800" kern="1200">
                <a:solidFill>
                  <a:srgbClr val="2F2F2F"/>
                </a:solidFill>
                <a:latin typeface="+mn-lt"/>
                <a:ea typeface="+mn-ea"/>
                <a:cs typeface="+mn-cs"/>
              </a:defRPr>
            </a:lvl7pPr>
            <a:lvl8pPr marL="3200400" algn="l" defTabSz="914400" rtl="0" eaLnBrk="1" latinLnBrk="0" hangingPunct="1">
              <a:defRPr sz="1800" kern="1200">
                <a:solidFill>
                  <a:srgbClr val="2F2F2F"/>
                </a:solidFill>
                <a:latin typeface="+mn-lt"/>
                <a:ea typeface="+mn-ea"/>
                <a:cs typeface="+mn-cs"/>
              </a:defRPr>
            </a:lvl8pPr>
            <a:lvl9pPr marL="3657600" algn="l" defTabSz="914400" rtl="0" eaLnBrk="1" latinLnBrk="0" hangingPunct="1">
              <a:defRPr sz="1800" kern="1200">
                <a:solidFill>
                  <a:srgbClr val="2F2F2F"/>
                </a:solidFill>
                <a:latin typeface="+mn-lt"/>
                <a:ea typeface="+mn-ea"/>
                <a:cs typeface="+mn-cs"/>
              </a:defRPr>
            </a:lvl9pPr>
          </a:lstStyle>
          <a:p>
            <a:pPr>
              <a:lnSpc>
                <a:spcPts val="3400"/>
              </a:lnSpc>
            </a:pPr>
            <a:r>
              <a:rPr lang="en-US" sz="2000" b="0" i="0" kern="100" dirty="0">
                <a:solidFill>
                  <a:srgbClr val="000000"/>
                </a:solidFill>
                <a:latin typeface="霞鹜文楷" pitchFamily="2" charset="-122"/>
                <a:ea typeface="霞鹜文楷" pitchFamily="2" charset="-122"/>
                <a:cs typeface="Times New Roman"/>
              </a:rPr>
              <a:t>      </a:t>
            </a:r>
            <a:endParaRPr lang="zh-CN-#Hans" sz="2800" dirty="0">
              <a:solidFill>
                <a:srgbClr val="000000"/>
              </a:solidFill>
              <a:latin typeface="霞鹜文楷" pitchFamily="2" charset="-122"/>
              <a:ea typeface="霞鹜文楷" pitchFamily="2" charset="-122"/>
            </a:endParaRPr>
          </a:p>
        </p:txBody>
      </p:sp>
      <p:sp>
        <p:nvSpPr>
          <p:cNvPr id="3" name="任意多边形: 形状 2">
            <a:extLst>
              <a:ext uri="{FF2B5EF4-FFF2-40B4-BE49-F238E27FC236}">
                <a16:creationId xmlns:a16="http://schemas.microsoft.com/office/drawing/2014/main" id="{FBA153BD-FA1B-D0AC-161E-C1EC59BDFABE}"/>
              </a:ext>
            </a:extLst>
          </p:cNvPr>
          <p:cNvSpPr/>
          <p:nvPr/>
        </p:nvSpPr>
        <p:spPr>
          <a:xfrm>
            <a:off x="2319401" y="0"/>
            <a:ext cx="2279738" cy="1891432"/>
          </a:xfrm>
          <a:custGeom>
            <a:avLst/>
            <a:gdLst>
              <a:gd name="connsiteX0" fmla="*/ 288938 w 2279738"/>
              <a:gd name="connsiteY0" fmla="*/ 0 h 1891432"/>
              <a:gd name="connsiteX1" fmla="*/ 1990800 w 2279738"/>
              <a:gd name="connsiteY1" fmla="*/ 0 h 1891432"/>
              <a:gd name="connsiteX2" fmla="*/ 2085067 w 2279738"/>
              <a:gd name="connsiteY2" fmla="*/ 114252 h 1891432"/>
              <a:gd name="connsiteX3" fmla="*/ 2279738 w 2279738"/>
              <a:gd name="connsiteY3" fmla="*/ 751563 h 1891432"/>
              <a:gd name="connsiteX4" fmla="*/ 1139869 w 2279738"/>
              <a:gd name="connsiteY4" fmla="*/ 1891432 h 1891432"/>
              <a:gd name="connsiteX5" fmla="*/ 0 w 2279738"/>
              <a:gd name="connsiteY5" fmla="*/ 751563 h 1891432"/>
              <a:gd name="connsiteX6" fmla="*/ 194672 w 2279738"/>
              <a:gd name="connsiteY6" fmla="*/ 114252 h 1891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79738" h="1891432">
                <a:moveTo>
                  <a:pt x="288938" y="0"/>
                </a:moveTo>
                <a:lnTo>
                  <a:pt x="1990800" y="0"/>
                </a:lnTo>
                <a:lnTo>
                  <a:pt x="2085067" y="114252"/>
                </a:lnTo>
                <a:cubicBezTo>
                  <a:pt x="2207972" y="296176"/>
                  <a:pt x="2279738" y="515489"/>
                  <a:pt x="2279738" y="751563"/>
                </a:cubicBezTo>
                <a:cubicBezTo>
                  <a:pt x="2279738" y="1381095"/>
                  <a:pt x="1769401" y="1891432"/>
                  <a:pt x="1139869" y="1891432"/>
                </a:cubicBezTo>
                <a:cubicBezTo>
                  <a:pt x="510337" y="1891432"/>
                  <a:pt x="0" y="1381095"/>
                  <a:pt x="0" y="751563"/>
                </a:cubicBezTo>
                <a:cubicBezTo>
                  <a:pt x="0" y="515489"/>
                  <a:pt x="71766" y="296176"/>
                  <a:pt x="194672" y="114252"/>
                </a:cubicBezTo>
                <a:close/>
              </a:path>
            </a:pathLst>
          </a:cu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 name="Rectangle 1">
            <a:extLst>
              <a:ext uri="{FF2B5EF4-FFF2-40B4-BE49-F238E27FC236}">
                <a16:creationId xmlns:a16="http://schemas.microsoft.com/office/drawing/2014/main" id="{987CE539-3C29-C907-DEEA-AFBA5C862E90}"/>
              </a:ext>
            </a:extLst>
          </p:cNvPr>
          <p:cNvSpPr>
            <a:spLocks noChangeArrowheads="1"/>
          </p:cNvSpPr>
          <p:nvPr/>
        </p:nvSpPr>
        <p:spPr bwMode="auto">
          <a:xfrm>
            <a:off x="950176" y="1120677"/>
            <a:ext cx="4849239" cy="4616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lvl="0" indent="133350" eaLnBrk="1" fontAlgn="base" hangingPunct="1">
              <a:lnSpc>
                <a:spcPct val="100000"/>
              </a:lnSpc>
              <a:spcBef>
                <a:spcPct val="0"/>
              </a:spcBef>
              <a:spcAft>
                <a:spcPts val="1200"/>
              </a:spcAft>
              <a:buClrTx/>
              <a:buSzTx/>
              <a:buFontTx/>
              <a:buNone/>
              <a:tabLst/>
            </a:pPr>
            <a:r>
              <a:rPr lang="zh-CN" altLang="en-US" sz="2400" b="1" dirty="0">
                <a:solidFill>
                  <a:srgbClr val="8865CB"/>
                </a:solidFill>
                <a:latin typeface="霞鹜文楷" pitchFamily="2" charset="-122"/>
                <a:ea typeface="霞鹜文楷" pitchFamily="2" charset="-122"/>
              </a:rPr>
              <a:t>量子计算的基本概念</a:t>
            </a:r>
            <a:endParaRPr lang="en-US" altLang="zh-CN" sz="2400" b="1" dirty="0">
              <a:solidFill>
                <a:srgbClr val="8865CB"/>
              </a:solidFill>
              <a:latin typeface="霞鹜文楷" pitchFamily="2" charset="-122"/>
              <a:ea typeface="霞鹜文楷" pitchFamily="2" charset="-122"/>
            </a:endParaRPr>
          </a:p>
          <a:p>
            <a:pPr marR="0" lvl="0" indent="0" eaLnBrk="1" fontAlgn="base" hangingPunct="1">
              <a:lnSpc>
                <a:spcPct val="100000"/>
              </a:lnSpc>
              <a:spcBef>
                <a:spcPct val="0"/>
              </a:spcBef>
              <a:spcAft>
                <a:spcPts val="1200"/>
              </a:spcAft>
              <a:buClrTx/>
              <a:buSzTx/>
              <a:buFontTx/>
              <a:buNone/>
              <a:tabLst/>
            </a:pPr>
            <a:r>
              <a:rPr kumimoji="0" lang="zh-CN" altLang="en-US" sz="2000" b="0" i="0" u="none" strike="noStrike" cap="none" normalizeH="0" baseline="0" dirty="0">
                <a:ln>
                  <a:noFill/>
                </a:ln>
                <a:solidFill>
                  <a:schemeClr val="tx1"/>
                </a:solidFill>
                <a:effectLst/>
                <a:latin typeface="+mn-ea"/>
                <a:cs typeface="Times New Roman" panose="02020603050405020304" pitchFamily="18" charset="0"/>
              </a:rPr>
              <a:t>量子计算是一种</a:t>
            </a:r>
            <a:r>
              <a:rPr kumimoji="0" lang="zh-CN" altLang="en-US" sz="2000" b="1" i="0" u="none" strike="noStrike" cap="none" normalizeH="0" baseline="0" dirty="0">
                <a:ln>
                  <a:noFill/>
                </a:ln>
                <a:solidFill>
                  <a:schemeClr val="tx1"/>
                </a:solidFill>
                <a:effectLst/>
                <a:latin typeface="+mn-ea"/>
                <a:cs typeface="Times New Roman" panose="02020603050405020304" pitchFamily="18" charset="0"/>
              </a:rPr>
              <a:t>遵循量子力学规律</a:t>
            </a:r>
            <a:r>
              <a:rPr kumimoji="0" lang="zh-CN" altLang="en-US" sz="2000" b="0" i="0" u="none" strike="noStrike" cap="none" normalizeH="0" baseline="0" dirty="0">
                <a:ln>
                  <a:noFill/>
                </a:ln>
                <a:solidFill>
                  <a:schemeClr val="tx1"/>
                </a:solidFill>
                <a:effectLst/>
                <a:latin typeface="+mn-ea"/>
                <a:cs typeface="Times New Roman" panose="02020603050405020304" pitchFamily="18" charset="0"/>
              </a:rPr>
              <a:t>调控量子信息单元进行计算的新型计算模式，基于量子叠加和纠缠等量子力学规律，将信息存储在物质的量子态中，并通过量子门实施量子态的受控演化来实现计算处理。与经典计算不同，量子计算遵循量子力学规律，它是能突破经典算力瓶颈的新型计算模式。量子计算机，作为执行量子计算任务的设备，以</a:t>
            </a:r>
            <a:r>
              <a:rPr kumimoji="0" lang="zh-CN" altLang="en-US" sz="2000" b="1" i="0" u="none" strike="noStrike" cap="none" normalizeH="0" baseline="0" dirty="0">
                <a:ln>
                  <a:noFill/>
                </a:ln>
                <a:solidFill>
                  <a:schemeClr val="tx1"/>
                </a:solidFill>
                <a:effectLst/>
                <a:latin typeface="+mn-ea"/>
                <a:cs typeface="Times New Roman" panose="02020603050405020304" pitchFamily="18" charset="0"/>
              </a:rPr>
              <a:t>量子比特</a:t>
            </a:r>
            <a:r>
              <a:rPr kumimoji="0" lang="zh-CN" altLang="en-US" sz="2000" b="0" i="0" u="none" strike="noStrike" cap="none" normalizeH="0" baseline="0" dirty="0">
                <a:ln>
                  <a:noFill/>
                </a:ln>
                <a:solidFill>
                  <a:schemeClr val="tx1"/>
                </a:solidFill>
                <a:effectLst/>
                <a:latin typeface="+mn-ea"/>
                <a:cs typeface="Times New Roman" panose="02020603050405020304" pitchFamily="18" charset="0"/>
              </a:rPr>
              <a:t>（</a:t>
            </a:r>
            <a:r>
              <a:rPr kumimoji="0" lang="en-US" altLang="zh-CN" sz="2000" b="0" i="0" u="none" strike="noStrike" cap="none" normalizeH="0" baseline="0" dirty="0">
                <a:ln>
                  <a:noFill/>
                </a:ln>
                <a:solidFill>
                  <a:schemeClr val="tx1"/>
                </a:solidFill>
                <a:effectLst/>
                <a:latin typeface="+mn-ea"/>
                <a:cs typeface="Times New Roman" panose="02020603050405020304" pitchFamily="18" charset="0"/>
              </a:rPr>
              <a:t>qubit</a:t>
            </a:r>
            <a:r>
              <a:rPr kumimoji="0" lang="zh-CN" altLang="en-US" sz="2000" b="0" i="0" u="none" strike="noStrike" cap="none" normalizeH="0" baseline="0" dirty="0">
                <a:ln>
                  <a:noFill/>
                </a:ln>
                <a:solidFill>
                  <a:schemeClr val="tx1"/>
                </a:solidFill>
                <a:effectLst/>
                <a:latin typeface="+mn-ea"/>
                <a:cs typeface="Times New Roman" panose="02020603050405020304" pitchFamily="18" charset="0"/>
              </a:rPr>
              <a:t>）为基本运算单元。在量子计算中，基于</a:t>
            </a:r>
            <a:r>
              <a:rPr kumimoji="0" lang="zh-CN" altLang="en-US" sz="2000" b="1" i="0" u="none" strike="noStrike" cap="none" normalizeH="0" baseline="0" dirty="0">
                <a:ln>
                  <a:noFill/>
                </a:ln>
                <a:solidFill>
                  <a:schemeClr val="tx1"/>
                </a:solidFill>
                <a:effectLst/>
                <a:latin typeface="+mn-ea"/>
                <a:cs typeface="Times New Roman" panose="02020603050405020304" pitchFamily="18" charset="0"/>
              </a:rPr>
              <a:t>量子叠加原理</a:t>
            </a:r>
            <a:r>
              <a:rPr kumimoji="0" lang="zh-CN" altLang="en-US" sz="2000" b="0" i="0" u="none" strike="noStrike" cap="none" normalizeH="0" baseline="0" dirty="0">
                <a:ln>
                  <a:noFill/>
                </a:ln>
                <a:solidFill>
                  <a:schemeClr val="tx1"/>
                </a:solidFill>
                <a:effectLst/>
                <a:latin typeface="+mn-ea"/>
                <a:cs typeface="Times New Roman" panose="02020603050405020304" pitchFamily="18" charset="0"/>
              </a:rPr>
              <a:t>，量子比特的不同状态可被同时存储和处理，其信息存储量、并行计算能力以指数级增加。</a:t>
            </a:r>
            <a:endParaRPr kumimoji="0" lang="zh-CN" altLang="en-US" sz="2000" b="0" i="0" u="none" strike="noStrike" cap="none" normalizeH="0" baseline="0" dirty="0">
              <a:ln>
                <a:noFill/>
              </a:ln>
              <a:solidFill>
                <a:schemeClr val="tx1"/>
              </a:solidFill>
              <a:effectLst/>
              <a:latin typeface="+mn-ea"/>
            </a:endParaRPr>
          </a:p>
        </p:txBody>
      </p:sp>
      <p:pic>
        <p:nvPicPr>
          <p:cNvPr id="1027" name="Picture 3">
            <a:extLst>
              <a:ext uri="{FF2B5EF4-FFF2-40B4-BE49-F238E27FC236}">
                <a16:creationId xmlns:a16="http://schemas.microsoft.com/office/drawing/2014/main" id="{D6519D04-4E97-B496-C516-0FF053199173}"/>
              </a:ext>
            </a:extLst>
          </p:cNvPr>
          <p:cNvPicPr>
            <a:picLocks noChangeAspect="1" noChangeArrowheads="1"/>
          </p:cNvPicPr>
          <p:nvPr/>
        </p:nvPicPr>
        <p:blipFill rotWithShape="1">
          <a:blip r:embed="rId2">
            <a:alphaModFix/>
            <a:extLst>
              <a:ext uri="{28A0092B-C50C-407E-A947-70E740481C1C}">
                <a14:useLocalDpi xmlns:a14="http://schemas.microsoft.com/office/drawing/2010/main" val="0"/>
              </a:ext>
            </a:extLst>
          </a:blip>
          <a:srcRect b="13841"/>
          <a:stretch/>
        </p:blipFill>
        <p:spPr bwMode="auto">
          <a:xfrm>
            <a:off x="6256058" y="1384078"/>
            <a:ext cx="5293067" cy="3969800"/>
          </a:xfrm>
          <a:prstGeom prst="rect">
            <a:avLst/>
          </a:prstGeom>
          <a:noFill/>
          <a:effectLst>
            <a:outerShdw blurRad="50800" dist="50800" dir="5400000" algn="ctr" rotWithShape="0">
              <a:srgbClr val="000000">
                <a:alpha val="0"/>
              </a:srgbClr>
            </a:outerShdw>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49" name="文本框 2"/>
          <p:cNvSpPr txBox="1"/>
          <p:nvPr/>
        </p:nvSpPr>
        <p:spPr>
          <a:xfrm>
            <a:off x="663409" y="671553"/>
            <a:ext cx="6096000" cy="707886"/>
          </a:xfrm>
          <a:prstGeom prst="rect">
            <a:avLst/>
          </a:prstGeom>
          <a:noFill/>
        </p:spPr>
        <p:txBody>
          <a:bodyPr wrap="square">
            <a:spAutoFit/>
          </a:bodyPr>
          <a:lstStyle>
            <a:defPPr>
              <a:defRPr lang="zh-CN"/>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marR="0" lvl="0" indent="133350" eaLnBrk="1" fontAlgn="base" hangingPunct="1">
              <a:lnSpc>
                <a:spcPct val="100000"/>
              </a:lnSpc>
              <a:spcBef>
                <a:spcPct val="0"/>
              </a:spcBef>
              <a:spcAft>
                <a:spcPct val="0"/>
              </a:spcAft>
              <a:buClrTx/>
              <a:buSzTx/>
              <a:buFontTx/>
              <a:buNone/>
              <a:tabLst/>
            </a:pPr>
            <a:r>
              <a:rPr lang="zh-CN" altLang="en-US" sz="4000" b="1" dirty="0">
                <a:solidFill>
                  <a:srgbClr val="8865CB"/>
                </a:solidFill>
                <a:latin typeface="霞鹜文楷" pitchFamily="2" charset="-122"/>
                <a:ea typeface="霞鹜文楷" pitchFamily="2" charset="-122"/>
              </a:rPr>
              <a:t>量子计算的基本原理</a:t>
            </a:r>
            <a:endParaRPr lang="en-US" altLang="zh-CN" sz="4000" b="1" dirty="0">
              <a:solidFill>
                <a:srgbClr val="8865CB"/>
              </a:solidFill>
              <a:latin typeface="霞鹜文楷" pitchFamily="2" charset="-122"/>
              <a:ea typeface="霞鹜文楷" pitchFamily="2" charset="-122"/>
            </a:endParaRPr>
          </a:p>
        </p:txBody>
      </p:sp>
      <p:sp>
        <p:nvSpPr>
          <p:cNvPr id="1049050" name="文本框 1049049"/>
          <p:cNvSpPr txBox="1"/>
          <p:nvPr/>
        </p:nvSpPr>
        <p:spPr>
          <a:xfrm>
            <a:off x="663409" y="1347521"/>
            <a:ext cx="10865181" cy="4736105"/>
          </a:xfrm>
          <a:prstGeom prst="rect">
            <a:avLst/>
          </a:prstGeom>
        </p:spPr>
        <p:txBody>
          <a:bodyPr wrap="square" rtlCol="0">
            <a:spAutoFit/>
          </a:bodyPr>
          <a:lstStyle/>
          <a:p>
            <a:pPr algn="just">
              <a:lnSpc>
                <a:spcPts val="4600"/>
              </a:lnSpc>
            </a:pPr>
            <a:r>
              <a:rPr lang="zh-CN" altLang="en-US" sz="2200" b="0" i="0" dirty="0">
                <a:effectLst/>
                <a:latin typeface="+mn-ea"/>
              </a:rPr>
              <a:t>量子计算机因量子力学态叠加原理而具备独特性质。量子计算机的 </a:t>
            </a:r>
            <a:r>
              <a:rPr lang="en-US" altLang="zh-CN" sz="2200" b="0" i="0" dirty="0">
                <a:effectLst/>
                <a:latin typeface="+mn-ea"/>
              </a:rPr>
              <a:t>2 </a:t>
            </a:r>
            <a:r>
              <a:rPr lang="zh-CN" altLang="en-US" sz="2200" b="0" i="0" dirty="0">
                <a:effectLst/>
                <a:latin typeface="+mn-ea"/>
              </a:rPr>
              <a:t>位量子位寄存器可同时存储 </a:t>
            </a:r>
            <a:r>
              <a:rPr lang="en-US" altLang="zh-CN" sz="2200" b="0" i="0" dirty="0">
                <a:effectLst/>
                <a:latin typeface="+mn-ea"/>
              </a:rPr>
              <a:t>4 </a:t>
            </a:r>
            <a:r>
              <a:rPr lang="zh-CN" altLang="en-US" sz="2200" b="0" i="0" dirty="0">
                <a:effectLst/>
                <a:latin typeface="+mn-ea"/>
              </a:rPr>
              <a:t>种状态叠加，随着量子比特数增多，能处于 </a:t>
            </a:r>
            <a:r>
              <a:rPr lang="en-US" altLang="zh-CN" sz="2200" b="0" i="0" dirty="0">
                <a:effectLst/>
                <a:latin typeface="+mn-ea"/>
              </a:rPr>
              <a:t>2 </a:t>
            </a:r>
            <a:r>
              <a:rPr lang="zh-CN" altLang="en-US" sz="2200" b="0" i="0" dirty="0">
                <a:effectLst/>
                <a:latin typeface="+mn-ea"/>
              </a:rPr>
              <a:t>的 </a:t>
            </a:r>
            <a:r>
              <a:rPr lang="en-US" altLang="zh-CN" sz="2200" b="0" i="0" dirty="0">
                <a:effectLst/>
                <a:latin typeface="+mn-ea"/>
              </a:rPr>
              <a:t>n </a:t>
            </a:r>
            <a:r>
              <a:rPr lang="zh-CN" altLang="en-US" sz="2200" b="0" i="0" dirty="0">
                <a:effectLst/>
                <a:latin typeface="+mn-ea"/>
              </a:rPr>
              <a:t>次方种可能状态叠加，且结合量子力学演化并行性，处理速度远超传统计算机。通用量子计算机理论模型是新诠释的通用图灵机，其输入输出态一般为不正交的叠加态，变换涵盖所有可能正变换，通过测量输出态得计算结果。传统计算可视为特殊量子计算，量子计算以量子叠加性和相干性为核心本质特征，量子并行计算让每个叠加分量的经典计算能同时完成并按概率振幅叠加出最终结果，极大提升计算效率，突破传统计算诸多限制，当前流行以量子闸网络描述计算过程，输入多采用量子比特的有限能级量子系统。</a:t>
            </a:r>
            <a:endParaRPr lang="zh-CN-#Hans" sz="2200" dirty="0">
              <a:solidFill>
                <a:srgbClr val="000000"/>
              </a:solidFill>
              <a:latin typeface="+mn-ea"/>
            </a:endParaRPr>
          </a:p>
        </p:txBody>
      </p:sp>
      <p:sp>
        <p:nvSpPr>
          <p:cNvPr id="2" name="任意多边形: 形状 1">
            <a:extLst>
              <a:ext uri="{FF2B5EF4-FFF2-40B4-BE49-F238E27FC236}">
                <a16:creationId xmlns:a16="http://schemas.microsoft.com/office/drawing/2014/main" id="{7EC6929F-1230-49D3-39E2-94D8E913B468}"/>
              </a:ext>
            </a:extLst>
          </p:cNvPr>
          <p:cNvSpPr/>
          <p:nvPr/>
        </p:nvSpPr>
        <p:spPr>
          <a:xfrm>
            <a:off x="1" y="1891432"/>
            <a:ext cx="2830883" cy="4966569"/>
          </a:xfrm>
          <a:custGeom>
            <a:avLst/>
            <a:gdLst>
              <a:gd name="connsiteX0" fmla="*/ 250521 w 2830883"/>
              <a:gd name="connsiteY0" fmla="*/ 0 h 4966569"/>
              <a:gd name="connsiteX1" fmla="*/ 2830883 w 2830883"/>
              <a:gd name="connsiteY1" fmla="*/ 2580362 h 4966569"/>
              <a:gd name="connsiteX2" fmla="*/ 1254915 w 2830883"/>
              <a:gd name="connsiteY2" fmla="*/ 4957947 h 4966569"/>
              <a:gd name="connsiteX3" fmla="*/ 1231356 w 2830883"/>
              <a:gd name="connsiteY3" fmla="*/ 4966569 h 4966569"/>
              <a:gd name="connsiteX4" fmla="*/ 0 w 2830883"/>
              <a:gd name="connsiteY4" fmla="*/ 4966569 h 4966569"/>
              <a:gd name="connsiteX5" fmla="*/ 0 w 2830883"/>
              <a:gd name="connsiteY5" fmla="*/ 12650 h 4966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30883" h="4966569">
                <a:moveTo>
                  <a:pt x="250521" y="0"/>
                </a:moveTo>
                <a:cubicBezTo>
                  <a:pt x="1675616" y="0"/>
                  <a:pt x="2830883" y="1155267"/>
                  <a:pt x="2830883" y="2580362"/>
                </a:cubicBezTo>
                <a:cubicBezTo>
                  <a:pt x="2830883" y="3649183"/>
                  <a:pt x="2181045" y="4566226"/>
                  <a:pt x="1254915" y="4957947"/>
                </a:cubicBezTo>
                <a:lnTo>
                  <a:pt x="1231356" y="4966569"/>
                </a:lnTo>
                <a:lnTo>
                  <a:pt x="0" y="4966569"/>
                </a:lnTo>
                <a:lnTo>
                  <a:pt x="0" y="12650"/>
                </a:lnTo>
                <a:close/>
              </a:path>
            </a:pathLst>
          </a:cu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形状 2">
            <a:extLst>
              <a:ext uri="{FF2B5EF4-FFF2-40B4-BE49-F238E27FC236}">
                <a16:creationId xmlns:a16="http://schemas.microsoft.com/office/drawing/2014/main" id="{941674F5-05C7-C78A-4C30-00926176DF5E}"/>
              </a:ext>
            </a:extLst>
          </p:cNvPr>
          <p:cNvSpPr/>
          <p:nvPr/>
        </p:nvSpPr>
        <p:spPr>
          <a:xfrm>
            <a:off x="2767396" y="79780"/>
            <a:ext cx="2279738" cy="1891432"/>
          </a:xfrm>
          <a:custGeom>
            <a:avLst/>
            <a:gdLst>
              <a:gd name="connsiteX0" fmla="*/ 288938 w 2279738"/>
              <a:gd name="connsiteY0" fmla="*/ 0 h 1891432"/>
              <a:gd name="connsiteX1" fmla="*/ 1990800 w 2279738"/>
              <a:gd name="connsiteY1" fmla="*/ 0 h 1891432"/>
              <a:gd name="connsiteX2" fmla="*/ 2085067 w 2279738"/>
              <a:gd name="connsiteY2" fmla="*/ 114252 h 1891432"/>
              <a:gd name="connsiteX3" fmla="*/ 2279738 w 2279738"/>
              <a:gd name="connsiteY3" fmla="*/ 751563 h 1891432"/>
              <a:gd name="connsiteX4" fmla="*/ 1139869 w 2279738"/>
              <a:gd name="connsiteY4" fmla="*/ 1891432 h 1891432"/>
              <a:gd name="connsiteX5" fmla="*/ 0 w 2279738"/>
              <a:gd name="connsiteY5" fmla="*/ 751563 h 1891432"/>
              <a:gd name="connsiteX6" fmla="*/ 194672 w 2279738"/>
              <a:gd name="connsiteY6" fmla="*/ 114252 h 1891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79738" h="1891432">
                <a:moveTo>
                  <a:pt x="288938" y="0"/>
                </a:moveTo>
                <a:lnTo>
                  <a:pt x="1990800" y="0"/>
                </a:lnTo>
                <a:lnTo>
                  <a:pt x="2085067" y="114252"/>
                </a:lnTo>
                <a:cubicBezTo>
                  <a:pt x="2207972" y="296176"/>
                  <a:pt x="2279738" y="515489"/>
                  <a:pt x="2279738" y="751563"/>
                </a:cubicBezTo>
                <a:cubicBezTo>
                  <a:pt x="2279738" y="1381095"/>
                  <a:pt x="1769401" y="1891432"/>
                  <a:pt x="1139869" y="1891432"/>
                </a:cubicBezTo>
                <a:cubicBezTo>
                  <a:pt x="510337" y="1891432"/>
                  <a:pt x="0" y="1381095"/>
                  <a:pt x="0" y="751563"/>
                </a:cubicBezTo>
                <a:cubicBezTo>
                  <a:pt x="0" y="515489"/>
                  <a:pt x="71766" y="296176"/>
                  <a:pt x="194672" y="114252"/>
                </a:cubicBezTo>
                <a:close/>
              </a:path>
            </a:pathLst>
          </a:cu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1" y="2450092"/>
            <a:ext cx="11868788" cy="1256906"/>
          </a:xfrm>
        </p:spPr>
        <p:txBody>
          <a:bodyPr>
            <a:normAutofit/>
          </a:bodyPr>
          <a:lstStyle/>
          <a:p>
            <a:r>
              <a:rPr lang="en-US" altLang="zh-CN" sz="4400" dirty="0">
                <a:latin typeface="霞鹜文楷" pitchFamily="2" charset="-122"/>
                <a:ea typeface="霞鹜文楷" pitchFamily="2" charset="-122"/>
              </a:rPr>
              <a:t>——</a:t>
            </a:r>
            <a:r>
              <a:rPr lang="zh-CN" altLang="zh-CN" sz="4900" dirty="0">
                <a:ln w="0"/>
                <a:effectLst>
                  <a:outerShdw blurRad="38100" dist="25400" dir="5400000" algn="ctr" rotWithShape="0">
                    <a:srgbClr val="6E747A">
                      <a:alpha val="43000"/>
                    </a:srgbClr>
                  </a:outerShdw>
                </a:effectLst>
                <a:latin typeface="霞鹜文楷" pitchFamily="2" charset="-122"/>
                <a:ea typeface="霞鹜文楷" pitchFamily="2" charset="-122"/>
              </a:rPr>
              <a:t>量子计算机硬件的组成</a:t>
            </a:r>
            <a:r>
              <a:rPr lang="en-US" altLang="zh-CN" sz="4400" dirty="0">
                <a:latin typeface="霞鹜文楷" pitchFamily="2" charset="-122"/>
                <a:ea typeface="霞鹜文楷" pitchFamily="2" charset="-122"/>
              </a:rPr>
              <a:t>——</a:t>
            </a:r>
            <a:endParaRPr lang="en-US" sz="4400" dirty="0">
              <a:latin typeface="霞鹜文楷" pitchFamily="2" charset="-122"/>
              <a:ea typeface="霞鹜文楷"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BD7ABA-5897-00BD-6E00-8D64465C184B}"/>
            </a:ext>
          </a:extLst>
        </p:cNvPr>
        <p:cNvGrpSpPr/>
        <p:nvPr/>
      </p:nvGrpSpPr>
      <p:grpSpPr>
        <a:xfrm>
          <a:off x="0" y="0"/>
          <a:ext cx="0" cy="0"/>
          <a:chOff x="0" y="0"/>
          <a:chExt cx="0" cy="0"/>
        </a:xfrm>
      </p:grpSpPr>
      <p:grpSp>
        <p:nvGrpSpPr>
          <p:cNvPr id="3" name="组合 2">
            <a:extLst>
              <a:ext uri="{FF2B5EF4-FFF2-40B4-BE49-F238E27FC236}">
                <a16:creationId xmlns:a16="http://schemas.microsoft.com/office/drawing/2014/main" id="{EF039533-7DFD-D2ED-A00E-BF43329802F1}"/>
              </a:ext>
            </a:extLst>
          </p:cNvPr>
          <p:cNvGrpSpPr/>
          <p:nvPr/>
        </p:nvGrpSpPr>
        <p:grpSpPr>
          <a:xfrm>
            <a:off x="418493" y="45604"/>
            <a:ext cx="11355014" cy="6858001"/>
            <a:chOff x="1" y="0"/>
            <a:chExt cx="11355014" cy="6858001"/>
          </a:xfrm>
        </p:grpSpPr>
        <p:sp>
          <p:nvSpPr>
            <p:cNvPr id="4" name="任意多边形: 形状 3">
              <a:extLst>
                <a:ext uri="{FF2B5EF4-FFF2-40B4-BE49-F238E27FC236}">
                  <a16:creationId xmlns:a16="http://schemas.microsoft.com/office/drawing/2014/main" id="{3B5E2E0B-66FB-463C-4A1D-CBC36768EDA7}"/>
                </a:ext>
              </a:extLst>
            </p:cNvPr>
            <p:cNvSpPr/>
            <p:nvPr/>
          </p:nvSpPr>
          <p:spPr>
            <a:xfrm>
              <a:off x="1" y="1891432"/>
              <a:ext cx="2830883" cy="4966569"/>
            </a:xfrm>
            <a:custGeom>
              <a:avLst/>
              <a:gdLst>
                <a:gd name="connsiteX0" fmla="*/ 250521 w 2830883"/>
                <a:gd name="connsiteY0" fmla="*/ 0 h 4966569"/>
                <a:gd name="connsiteX1" fmla="*/ 2830883 w 2830883"/>
                <a:gd name="connsiteY1" fmla="*/ 2580362 h 4966569"/>
                <a:gd name="connsiteX2" fmla="*/ 1254915 w 2830883"/>
                <a:gd name="connsiteY2" fmla="*/ 4957947 h 4966569"/>
                <a:gd name="connsiteX3" fmla="*/ 1231356 w 2830883"/>
                <a:gd name="connsiteY3" fmla="*/ 4966569 h 4966569"/>
                <a:gd name="connsiteX4" fmla="*/ 0 w 2830883"/>
                <a:gd name="connsiteY4" fmla="*/ 4966569 h 4966569"/>
                <a:gd name="connsiteX5" fmla="*/ 0 w 2830883"/>
                <a:gd name="connsiteY5" fmla="*/ 12650 h 49665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30883" h="4966569">
                  <a:moveTo>
                    <a:pt x="250521" y="0"/>
                  </a:moveTo>
                  <a:cubicBezTo>
                    <a:pt x="1675616" y="0"/>
                    <a:pt x="2830883" y="1155267"/>
                    <a:pt x="2830883" y="2580362"/>
                  </a:cubicBezTo>
                  <a:cubicBezTo>
                    <a:pt x="2830883" y="3649183"/>
                    <a:pt x="2181045" y="4566226"/>
                    <a:pt x="1254915" y="4957947"/>
                  </a:cubicBezTo>
                  <a:lnTo>
                    <a:pt x="1231356" y="4966569"/>
                  </a:lnTo>
                  <a:lnTo>
                    <a:pt x="0" y="4966569"/>
                  </a:lnTo>
                  <a:lnTo>
                    <a:pt x="0" y="12650"/>
                  </a:lnTo>
                  <a:close/>
                </a:path>
              </a:pathLst>
            </a:cu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5" name="任意多边形: 形状 4">
              <a:extLst>
                <a:ext uri="{FF2B5EF4-FFF2-40B4-BE49-F238E27FC236}">
                  <a16:creationId xmlns:a16="http://schemas.microsoft.com/office/drawing/2014/main" id="{FEDDE5FE-E0FC-2887-585C-BD614F1BB27C}"/>
                </a:ext>
              </a:extLst>
            </p:cNvPr>
            <p:cNvSpPr/>
            <p:nvPr/>
          </p:nvSpPr>
          <p:spPr>
            <a:xfrm>
              <a:off x="2319401" y="0"/>
              <a:ext cx="2279738" cy="1891432"/>
            </a:xfrm>
            <a:custGeom>
              <a:avLst/>
              <a:gdLst>
                <a:gd name="connsiteX0" fmla="*/ 288938 w 2279738"/>
                <a:gd name="connsiteY0" fmla="*/ 0 h 1891432"/>
                <a:gd name="connsiteX1" fmla="*/ 1990800 w 2279738"/>
                <a:gd name="connsiteY1" fmla="*/ 0 h 1891432"/>
                <a:gd name="connsiteX2" fmla="*/ 2085067 w 2279738"/>
                <a:gd name="connsiteY2" fmla="*/ 114252 h 1891432"/>
                <a:gd name="connsiteX3" fmla="*/ 2279738 w 2279738"/>
                <a:gd name="connsiteY3" fmla="*/ 751563 h 1891432"/>
                <a:gd name="connsiteX4" fmla="*/ 1139869 w 2279738"/>
                <a:gd name="connsiteY4" fmla="*/ 1891432 h 1891432"/>
                <a:gd name="connsiteX5" fmla="*/ 0 w 2279738"/>
                <a:gd name="connsiteY5" fmla="*/ 751563 h 1891432"/>
                <a:gd name="connsiteX6" fmla="*/ 194672 w 2279738"/>
                <a:gd name="connsiteY6" fmla="*/ 114252 h 1891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79738" h="1891432">
                  <a:moveTo>
                    <a:pt x="288938" y="0"/>
                  </a:moveTo>
                  <a:lnTo>
                    <a:pt x="1990800" y="0"/>
                  </a:lnTo>
                  <a:lnTo>
                    <a:pt x="2085067" y="114252"/>
                  </a:lnTo>
                  <a:cubicBezTo>
                    <a:pt x="2207972" y="296176"/>
                    <a:pt x="2279738" y="515489"/>
                    <a:pt x="2279738" y="751563"/>
                  </a:cubicBezTo>
                  <a:cubicBezTo>
                    <a:pt x="2279738" y="1381095"/>
                    <a:pt x="1769401" y="1891432"/>
                    <a:pt x="1139869" y="1891432"/>
                  </a:cubicBezTo>
                  <a:cubicBezTo>
                    <a:pt x="510337" y="1891432"/>
                    <a:pt x="0" y="1381095"/>
                    <a:pt x="0" y="751563"/>
                  </a:cubicBezTo>
                  <a:cubicBezTo>
                    <a:pt x="0" y="515489"/>
                    <a:pt x="71766" y="296176"/>
                    <a:pt x="194672" y="114252"/>
                  </a:cubicBezTo>
                  <a:close/>
                </a:path>
              </a:pathLst>
            </a:cu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 name="椭圆 5">
              <a:extLst>
                <a:ext uri="{FF2B5EF4-FFF2-40B4-BE49-F238E27FC236}">
                  <a16:creationId xmlns:a16="http://schemas.microsoft.com/office/drawing/2014/main" id="{2C64ED3C-D654-371D-07C2-B454A50D734D}"/>
                </a:ext>
              </a:extLst>
            </p:cNvPr>
            <p:cNvSpPr/>
            <p:nvPr/>
          </p:nvSpPr>
          <p:spPr>
            <a:xfrm>
              <a:off x="794378" y="1659664"/>
              <a:ext cx="173938" cy="17393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椭圆 9">
              <a:extLst>
                <a:ext uri="{FF2B5EF4-FFF2-40B4-BE49-F238E27FC236}">
                  <a16:creationId xmlns:a16="http://schemas.microsoft.com/office/drawing/2014/main" id="{64B0CBE2-43F0-1101-282A-1F0DA2C55BF6}"/>
                </a:ext>
              </a:extLst>
            </p:cNvPr>
            <p:cNvSpPr/>
            <p:nvPr/>
          </p:nvSpPr>
          <p:spPr>
            <a:xfrm>
              <a:off x="11181077" y="6134100"/>
              <a:ext cx="173938" cy="173938"/>
            </a:xfrm>
            <a:prstGeom prst="ellipse">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2" name="标题 1">
            <a:extLst>
              <a:ext uri="{FF2B5EF4-FFF2-40B4-BE49-F238E27FC236}">
                <a16:creationId xmlns:a16="http://schemas.microsoft.com/office/drawing/2014/main" id="{9C421184-C89F-4F38-7914-9E2BB37FADEE}"/>
              </a:ext>
            </a:extLst>
          </p:cNvPr>
          <p:cNvSpPr>
            <a:spLocks noGrp="1"/>
          </p:cNvSpPr>
          <p:nvPr>
            <p:ph type="title"/>
          </p:nvPr>
        </p:nvSpPr>
        <p:spPr>
          <a:xfrm>
            <a:off x="720594" y="45604"/>
            <a:ext cx="10858500" cy="900112"/>
          </a:xfrm>
        </p:spPr>
        <p:txBody>
          <a:bodyPr>
            <a:normAutofit/>
          </a:bodyPr>
          <a:lstStyle/>
          <a:p>
            <a:r>
              <a:rPr lang="zh-CN" altLang="zh-CN" sz="2400" dirty="0">
                <a:solidFill>
                  <a:srgbClr val="8865CB"/>
                </a:solidFill>
                <a:latin typeface="霞鹜文楷" pitchFamily="2" charset="-122"/>
                <a:ea typeface="霞鹜文楷" pitchFamily="2" charset="-122"/>
                <a:cs typeface="+mn-cs"/>
              </a:rPr>
              <a:t>量子数据平面</a:t>
            </a:r>
            <a:endParaRPr lang="zh-CN" altLang="en-US" sz="2400" dirty="0">
              <a:solidFill>
                <a:srgbClr val="8865CB"/>
              </a:solidFill>
              <a:latin typeface="霞鹜文楷" pitchFamily="2" charset="-122"/>
              <a:ea typeface="霞鹜文楷" pitchFamily="2" charset="-122"/>
              <a:cs typeface="+mn-cs"/>
            </a:endParaRPr>
          </a:p>
        </p:txBody>
      </p:sp>
      <p:sp>
        <p:nvSpPr>
          <p:cNvPr id="8" name="文本框 7">
            <a:extLst>
              <a:ext uri="{FF2B5EF4-FFF2-40B4-BE49-F238E27FC236}">
                <a16:creationId xmlns:a16="http://schemas.microsoft.com/office/drawing/2014/main" id="{3137A4CF-8E32-EE54-48AF-D089D81B735A}"/>
              </a:ext>
            </a:extLst>
          </p:cNvPr>
          <p:cNvSpPr txBox="1"/>
          <p:nvPr/>
        </p:nvSpPr>
        <p:spPr>
          <a:xfrm>
            <a:off x="720593" y="1063507"/>
            <a:ext cx="5792850" cy="5404813"/>
          </a:xfrm>
          <a:prstGeom prst="rect">
            <a:avLst/>
          </a:prstGeom>
          <a:noFill/>
        </p:spPr>
        <p:txBody>
          <a:bodyPr wrap="square">
            <a:spAutoFit/>
          </a:bodyPr>
          <a:lstStyle/>
          <a:p>
            <a:pPr algn="l">
              <a:lnSpc>
                <a:spcPts val="2600"/>
              </a:lnSpc>
            </a:pPr>
            <a:r>
              <a:rPr lang="zh-CN" altLang="en-US" sz="2000" dirty="0">
                <a:latin typeface="+mn-ea"/>
              </a:rPr>
              <a:t>量子计算机中最重要的部分是量子比特，量子数据平面堪称其 “心脏”，涵盖物理量子及固定结构，还有用于测量、执行门操作的线路支持，通过门操作能传输控制信号来设置量子比特状态。</a:t>
            </a:r>
          </a:p>
          <a:p>
            <a:pPr algn="l">
              <a:lnSpc>
                <a:spcPts val="2600"/>
              </a:lnSpc>
            </a:pPr>
            <a:br>
              <a:rPr lang="zh-CN" altLang="en-US" sz="2000" dirty="0">
                <a:latin typeface="+mn-ea"/>
              </a:rPr>
            </a:br>
            <a:r>
              <a:rPr lang="zh-CN" altLang="en-US" sz="2000" dirty="0">
                <a:latin typeface="+mn-ea"/>
              </a:rPr>
              <a:t>量子数据平面在某些方面与现场可编程逻辑门阵列（</a:t>
            </a:r>
            <a:r>
              <a:rPr lang="en-US" altLang="zh-CN" sz="2000" dirty="0">
                <a:latin typeface="+mn-ea"/>
              </a:rPr>
              <a:t>FPGA</a:t>
            </a:r>
            <a:r>
              <a:rPr lang="zh-CN" altLang="en-US" sz="2000" dirty="0">
                <a:latin typeface="+mn-ea"/>
              </a:rPr>
              <a:t>）相似，都具备可配置、能执行逻辑功能及相互连接等特点。对于基于门型系统而言，因部分操作需两个量子比特，量子数据平面得提供可编程网络助力其互动，不过高保真度又限制了连通性，使量子比特难以直接交互。</a:t>
            </a:r>
          </a:p>
          <a:p>
            <a:pPr algn="l">
              <a:lnSpc>
                <a:spcPts val="2600"/>
              </a:lnSpc>
            </a:pPr>
            <a:br>
              <a:rPr lang="zh-CN" altLang="en-US" sz="2000" dirty="0">
                <a:latin typeface="+mn-ea"/>
              </a:rPr>
            </a:br>
            <a:r>
              <a:rPr lang="zh-CN" altLang="en-US" sz="2000" dirty="0">
                <a:latin typeface="+mn-ea"/>
              </a:rPr>
              <a:t>超导量子芯片上的量子比特依靠门操作接收信号以设置状态，实现基本操作，既要与环境隔离维持量子相干性，又要与其他量子比特交互，这对芯片设计的连通性和控制精度提出了高要求。</a:t>
            </a:r>
          </a:p>
        </p:txBody>
      </p:sp>
      <p:pic>
        <p:nvPicPr>
          <p:cNvPr id="2050" name="Picture 2">
            <a:extLst>
              <a:ext uri="{FF2B5EF4-FFF2-40B4-BE49-F238E27FC236}">
                <a16:creationId xmlns:a16="http://schemas.microsoft.com/office/drawing/2014/main" id="{49930A68-BD0D-6988-EC6E-29D6E358539A}"/>
              </a:ext>
            </a:extLst>
          </p:cNvPr>
          <p:cNvPicPr>
            <a:picLocks noChangeAspect="1" noChangeArrowheads="1"/>
          </p:cNvPicPr>
          <p:nvPr/>
        </p:nvPicPr>
        <p:blipFill rotWithShape="1">
          <a:blip r:embed="rId2">
            <a:alphaModFix/>
            <a:extLst>
              <a:ext uri="{28A0092B-C50C-407E-A947-70E740481C1C}">
                <a14:useLocalDpi xmlns:a14="http://schemas.microsoft.com/office/drawing/2010/main" val="0"/>
              </a:ext>
            </a:extLst>
          </a:blip>
          <a:srcRect b="13396"/>
          <a:stretch/>
        </p:blipFill>
        <p:spPr bwMode="auto">
          <a:xfrm>
            <a:off x="6674849" y="1705268"/>
            <a:ext cx="5042346" cy="37281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79822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BD7ABA-5897-00BD-6E00-8D64465C184B}"/>
            </a:ext>
          </a:extLst>
        </p:cNvPr>
        <p:cNvGrpSpPr/>
        <p:nvPr/>
      </p:nvGrpSpPr>
      <p:grpSpPr>
        <a:xfrm>
          <a:off x="0" y="0"/>
          <a:ext cx="0" cy="0"/>
          <a:chOff x="0" y="0"/>
          <a:chExt cx="0" cy="0"/>
        </a:xfrm>
      </p:grpSpPr>
      <p:sp>
        <p:nvSpPr>
          <p:cNvPr id="9" name="矩形: 圆角 8">
            <a:extLst>
              <a:ext uri="{FF2B5EF4-FFF2-40B4-BE49-F238E27FC236}">
                <a16:creationId xmlns:a16="http://schemas.microsoft.com/office/drawing/2014/main" id="{9CEC9932-ECF7-A4C3-2697-47AF60E33E34}"/>
              </a:ext>
            </a:extLst>
          </p:cNvPr>
          <p:cNvSpPr/>
          <p:nvPr>
            <p:custDataLst>
              <p:tags r:id="rId1"/>
            </p:custDataLst>
          </p:nvPr>
        </p:nvSpPr>
        <p:spPr>
          <a:xfrm>
            <a:off x="1307205" y="1729683"/>
            <a:ext cx="9577589" cy="4578355"/>
          </a:xfrm>
          <a:prstGeom prst="roundRect">
            <a:avLst>
              <a:gd name="adj" fmla="val 14300"/>
            </a:avLst>
          </a:prstGeom>
          <a:solidFill>
            <a:schemeClr val="accent1">
              <a:alpha val="1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latin typeface="霞鹜文楷" pitchFamily="2" charset="-122"/>
              <a:ea typeface="霞鹜文楷" pitchFamily="2" charset="-122"/>
            </a:endParaRPr>
          </a:p>
        </p:txBody>
      </p:sp>
      <p:grpSp>
        <p:nvGrpSpPr>
          <p:cNvPr id="3" name="组合 2">
            <a:extLst>
              <a:ext uri="{FF2B5EF4-FFF2-40B4-BE49-F238E27FC236}">
                <a16:creationId xmlns:a16="http://schemas.microsoft.com/office/drawing/2014/main" id="{EF039533-7DFD-D2ED-A00E-BF43329802F1}"/>
              </a:ext>
            </a:extLst>
          </p:cNvPr>
          <p:cNvGrpSpPr/>
          <p:nvPr/>
        </p:nvGrpSpPr>
        <p:grpSpPr>
          <a:xfrm>
            <a:off x="1109584" y="190245"/>
            <a:ext cx="10086988" cy="6208026"/>
            <a:chOff x="1072764" y="0"/>
            <a:chExt cx="10086988" cy="6208026"/>
          </a:xfrm>
        </p:grpSpPr>
        <p:sp>
          <p:nvSpPr>
            <p:cNvPr id="5" name="任意多边形: 形状 4">
              <a:extLst>
                <a:ext uri="{FF2B5EF4-FFF2-40B4-BE49-F238E27FC236}">
                  <a16:creationId xmlns:a16="http://schemas.microsoft.com/office/drawing/2014/main" id="{FEDDE5FE-E0FC-2887-585C-BD614F1BB27C}"/>
                </a:ext>
              </a:extLst>
            </p:cNvPr>
            <p:cNvSpPr/>
            <p:nvPr/>
          </p:nvSpPr>
          <p:spPr>
            <a:xfrm>
              <a:off x="2319401" y="0"/>
              <a:ext cx="2279738" cy="1891432"/>
            </a:xfrm>
            <a:custGeom>
              <a:avLst/>
              <a:gdLst>
                <a:gd name="connsiteX0" fmla="*/ 288938 w 2279738"/>
                <a:gd name="connsiteY0" fmla="*/ 0 h 1891432"/>
                <a:gd name="connsiteX1" fmla="*/ 1990800 w 2279738"/>
                <a:gd name="connsiteY1" fmla="*/ 0 h 1891432"/>
                <a:gd name="connsiteX2" fmla="*/ 2085067 w 2279738"/>
                <a:gd name="connsiteY2" fmla="*/ 114252 h 1891432"/>
                <a:gd name="connsiteX3" fmla="*/ 2279738 w 2279738"/>
                <a:gd name="connsiteY3" fmla="*/ 751563 h 1891432"/>
                <a:gd name="connsiteX4" fmla="*/ 1139869 w 2279738"/>
                <a:gd name="connsiteY4" fmla="*/ 1891432 h 1891432"/>
                <a:gd name="connsiteX5" fmla="*/ 0 w 2279738"/>
                <a:gd name="connsiteY5" fmla="*/ 751563 h 1891432"/>
                <a:gd name="connsiteX6" fmla="*/ 194672 w 2279738"/>
                <a:gd name="connsiteY6" fmla="*/ 114252 h 1891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79738" h="1891432">
                  <a:moveTo>
                    <a:pt x="288938" y="0"/>
                  </a:moveTo>
                  <a:lnTo>
                    <a:pt x="1990800" y="0"/>
                  </a:lnTo>
                  <a:lnTo>
                    <a:pt x="2085067" y="114252"/>
                  </a:lnTo>
                  <a:cubicBezTo>
                    <a:pt x="2207972" y="296176"/>
                    <a:pt x="2279738" y="515489"/>
                    <a:pt x="2279738" y="751563"/>
                  </a:cubicBezTo>
                  <a:cubicBezTo>
                    <a:pt x="2279738" y="1381095"/>
                    <a:pt x="1769401" y="1891432"/>
                    <a:pt x="1139869" y="1891432"/>
                  </a:cubicBezTo>
                  <a:cubicBezTo>
                    <a:pt x="510337" y="1891432"/>
                    <a:pt x="0" y="1381095"/>
                    <a:pt x="0" y="751563"/>
                  </a:cubicBezTo>
                  <a:cubicBezTo>
                    <a:pt x="0" y="515489"/>
                    <a:pt x="71766" y="296176"/>
                    <a:pt x="194672" y="114252"/>
                  </a:cubicBezTo>
                  <a:close/>
                </a:path>
              </a:pathLst>
            </a:cu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 name="椭圆 5">
              <a:extLst>
                <a:ext uri="{FF2B5EF4-FFF2-40B4-BE49-F238E27FC236}">
                  <a16:creationId xmlns:a16="http://schemas.microsoft.com/office/drawing/2014/main" id="{2C64ED3C-D654-371D-07C2-B454A50D734D}"/>
                </a:ext>
              </a:extLst>
            </p:cNvPr>
            <p:cNvSpPr/>
            <p:nvPr/>
          </p:nvSpPr>
          <p:spPr>
            <a:xfrm>
              <a:off x="1072764" y="1915211"/>
              <a:ext cx="173938" cy="17393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椭圆 9">
              <a:extLst>
                <a:ext uri="{FF2B5EF4-FFF2-40B4-BE49-F238E27FC236}">
                  <a16:creationId xmlns:a16="http://schemas.microsoft.com/office/drawing/2014/main" id="{64B0CBE2-43F0-1101-282A-1F0DA2C55BF6}"/>
                </a:ext>
              </a:extLst>
            </p:cNvPr>
            <p:cNvSpPr/>
            <p:nvPr/>
          </p:nvSpPr>
          <p:spPr>
            <a:xfrm>
              <a:off x="10985814" y="6034088"/>
              <a:ext cx="173938" cy="173938"/>
            </a:xfrm>
            <a:prstGeom prst="ellipse">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 name="文本框 21">
              <a:extLst>
                <a:ext uri="{FF2B5EF4-FFF2-40B4-BE49-F238E27FC236}">
                  <a16:creationId xmlns:a16="http://schemas.microsoft.com/office/drawing/2014/main" id="{C8F613A0-2EBD-E658-804D-BF26FD575ECB}"/>
                </a:ext>
              </a:extLst>
            </p:cNvPr>
            <p:cNvSpPr txBox="1"/>
            <p:nvPr/>
          </p:nvSpPr>
          <p:spPr>
            <a:xfrm>
              <a:off x="1602152" y="2002180"/>
              <a:ext cx="8987696" cy="4031908"/>
            </a:xfrm>
            <a:prstGeom prst="rect">
              <a:avLst/>
            </a:prstGeom>
            <a:noFill/>
            <a:effectLst/>
          </p:spPr>
          <p:txBody>
            <a:bodyPr wrap="square" rtlCol="0" anchor="b" anchorCtr="0">
              <a:no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algn="l">
                <a:lnSpc>
                  <a:spcPts val="2600"/>
                </a:lnSpc>
              </a:pPr>
              <a:r>
                <a:rPr lang="zh-CN" altLang="en-US" b="0" i="0" dirty="0">
                  <a:solidFill>
                    <a:schemeClr val="tx1"/>
                  </a:solidFill>
                  <a:effectLst/>
                  <a:latin typeface="+mn-ea"/>
                </a:rPr>
                <a:t>控制和测量平面起着关键转换作用，能把控制处理器的数字信号转变成量子数据平面中操作量子比特所需的模拟控制信号，也可将量子比特测量输出转换为控制处理器能处理的经典二进制数据。</a:t>
              </a:r>
            </a:p>
            <a:p>
              <a:pPr algn="l">
                <a:lnSpc>
                  <a:spcPts val="2600"/>
                </a:lnSpc>
              </a:pPr>
              <a:br>
                <a:rPr lang="zh-CN" altLang="en-US" dirty="0">
                  <a:solidFill>
                    <a:schemeClr val="tx1"/>
                  </a:solidFill>
                  <a:latin typeface="+mn-ea"/>
                </a:rPr>
              </a:br>
              <a:r>
                <a:rPr lang="zh-CN" altLang="en-US" b="0" i="0" dirty="0">
                  <a:solidFill>
                    <a:schemeClr val="tx1"/>
                  </a:solidFill>
                  <a:effectLst/>
                  <a:latin typeface="+mn-ea"/>
                </a:rPr>
                <a:t>控制信号的产生与传输颇具挑战，微小误差、量子比特物理设计不规范都会影响运算结果，且门操作误差会不断累积。信号隔离不完善、串扰等还会使量子比特状态产生误差，对控制信号适当屏蔽很必要却复杂，因要隔离量子数据平面与周围环境，制约了隔离方法。</a:t>
              </a:r>
            </a:p>
            <a:p>
              <a:pPr algn="l">
                <a:lnSpc>
                  <a:spcPts val="2600"/>
                </a:lnSpc>
              </a:pPr>
              <a:br>
                <a:rPr lang="zh-CN" altLang="en-US" dirty="0">
                  <a:solidFill>
                    <a:schemeClr val="tx1"/>
                  </a:solidFill>
                  <a:latin typeface="+mn-ea"/>
                </a:rPr>
              </a:br>
              <a:r>
                <a:rPr lang="zh-CN" altLang="en-US" b="0" i="0" dirty="0">
                  <a:solidFill>
                    <a:schemeClr val="tx1"/>
                  </a:solidFill>
                  <a:effectLst/>
                  <a:latin typeface="+mn-ea"/>
                </a:rPr>
                <a:t>此外，量子计算控制信号性质取决于量子比特技术，比如离子阱量子比特靠微波或光学信号传递，超导量子芯片则通过导线传输微波或低频电信号。经典计算门抗噪能力强、错误率可忽略，量子门操作依赖控制信号传递精度，且门速度受构建和传输控制脉冲时间限制。</a:t>
              </a:r>
            </a:p>
          </p:txBody>
        </p:sp>
      </p:grpSp>
      <p:sp>
        <p:nvSpPr>
          <p:cNvPr id="2" name="标题 1">
            <a:extLst>
              <a:ext uri="{FF2B5EF4-FFF2-40B4-BE49-F238E27FC236}">
                <a16:creationId xmlns:a16="http://schemas.microsoft.com/office/drawing/2014/main" id="{9C421184-C89F-4F38-7914-9E2BB37FADEE}"/>
              </a:ext>
            </a:extLst>
          </p:cNvPr>
          <p:cNvSpPr>
            <a:spLocks noGrp="1"/>
          </p:cNvSpPr>
          <p:nvPr>
            <p:ph type="title"/>
          </p:nvPr>
        </p:nvSpPr>
        <p:spPr>
          <a:xfrm>
            <a:off x="573431" y="509908"/>
            <a:ext cx="10858500" cy="900112"/>
          </a:xfrm>
        </p:spPr>
        <p:txBody>
          <a:bodyPr>
            <a:normAutofit/>
          </a:bodyPr>
          <a:lstStyle/>
          <a:p>
            <a:r>
              <a:rPr lang="zh-CN" altLang="zh-CN" sz="4000" b="1" dirty="0">
                <a:effectLst/>
                <a:ea typeface="宋体" panose="02010600030101010101" pitchFamily="2" charset="-122"/>
                <a:cs typeface="Times New Roman" panose="02020603050405020304" pitchFamily="18" charset="0"/>
              </a:rPr>
              <a:t>控制和测量平面</a:t>
            </a:r>
            <a:endParaRPr lang="zh-CN" altLang="en-US" sz="4000" dirty="0">
              <a:latin typeface="霞鹜文楷" pitchFamily="2" charset="-122"/>
              <a:ea typeface="霞鹜文楷" pitchFamily="2" charset="-122"/>
            </a:endParaRPr>
          </a:p>
        </p:txBody>
      </p:sp>
    </p:spTree>
    <p:extLst>
      <p:ext uri="{BB962C8B-B14F-4D97-AF65-F5344CB8AC3E}">
        <p14:creationId xmlns:p14="http://schemas.microsoft.com/office/powerpoint/2010/main" val="30956179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7CF52-B867-6CDC-2FE7-F72020BD94D1}"/>
            </a:ext>
          </a:extLst>
        </p:cNvPr>
        <p:cNvGrpSpPr/>
        <p:nvPr/>
      </p:nvGrpSpPr>
      <p:grpSpPr>
        <a:xfrm>
          <a:off x="0" y="0"/>
          <a:ext cx="0" cy="0"/>
          <a:chOff x="0" y="0"/>
          <a:chExt cx="0" cy="0"/>
        </a:xfrm>
      </p:grpSpPr>
      <p:sp>
        <p:nvSpPr>
          <p:cNvPr id="9" name="矩形: 圆角 8">
            <a:extLst>
              <a:ext uri="{FF2B5EF4-FFF2-40B4-BE49-F238E27FC236}">
                <a16:creationId xmlns:a16="http://schemas.microsoft.com/office/drawing/2014/main" id="{F76E2730-A1FE-5427-0EEC-6AFADD3A1D87}"/>
              </a:ext>
            </a:extLst>
          </p:cNvPr>
          <p:cNvSpPr/>
          <p:nvPr>
            <p:custDataLst>
              <p:tags r:id="rId1"/>
            </p:custDataLst>
          </p:nvPr>
        </p:nvSpPr>
        <p:spPr>
          <a:xfrm>
            <a:off x="1307205" y="1934621"/>
            <a:ext cx="9577589" cy="4373417"/>
          </a:xfrm>
          <a:prstGeom prst="roundRect">
            <a:avLst>
              <a:gd name="adj" fmla="val 14300"/>
            </a:avLst>
          </a:prstGeom>
          <a:solidFill>
            <a:schemeClr val="accent1">
              <a:alpha val="1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latin typeface="霞鹜文楷" pitchFamily="2" charset="-122"/>
              <a:ea typeface="霞鹜文楷" pitchFamily="2" charset="-122"/>
            </a:endParaRPr>
          </a:p>
        </p:txBody>
      </p:sp>
      <p:grpSp>
        <p:nvGrpSpPr>
          <p:cNvPr id="3" name="组合 2">
            <a:extLst>
              <a:ext uri="{FF2B5EF4-FFF2-40B4-BE49-F238E27FC236}">
                <a16:creationId xmlns:a16="http://schemas.microsoft.com/office/drawing/2014/main" id="{932944AB-67DE-0BF2-CB14-DB4754A8EEAC}"/>
              </a:ext>
            </a:extLst>
          </p:cNvPr>
          <p:cNvGrpSpPr/>
          <p:nvPr/>
        </p:nvGrpSpPr>
        <p:grpSpPr>
          <a:xfrm>
            <a:off x="1142715" y="324987"/>
            <a:ext cx="10086988" cy="6208026"/>
            <a:chOff x="1072764" y="0"/>
            <a:chExt cx="10086988" cy="6208026"/>
          </a:xfrm>
        </p:grpSpPr>
        <p:sp>
          <p:nvSpPr>
            <p:cNvPr id="5" name="任意多边形: 形状 4">
              <a:extLst>
                <a:ext uri="{FF2B5EF4-FFF2-40B4-BE49-F238E27FC236}">
                  <a16:creationId xmlns:a16="http://schemas.microsoft.com/office/drawing/2014/main" id="{C15A0396-CE6B-6E09-4934-835970530AF2}"/>
                </a:ext>
              </a:extLst>
            </p:cNvPr>
            <p:cNvSpPr/>
            <p:nvPr/>
          </p:nvSpPr>
          <p:spPr>
            <a:xfrm>
              <a:off x="2319401" y="0"/>
              <a:ext cx="2279738" cy="1891432"/>
            </a:xfrm>
            <a:custGeom>
              <a:avLst/>
              <a:gdLst>
                <a:gd name="connsiteX0" fmla="*/ 288938 w 2279738"/>
                <a:gd name="connsiteY0" fmla="*/ 0 h 1891432"/>
                <a:gd name="connsiteX1" fmla="*/ 1990800 w 2279738"/>
                <a:gd name="connsiteY1" fmla="*/ 0 h 1891432"/>
                <a:gd name="connsiteX2" fmla="*/ 2085067 w 2279738"/>
                <a:gd name="connsiteY2" fmla="*/ 114252 h 1891432"/>
                <a:gd name="connsiteX3" fmla="*/ 2279738 w 2279738"/>
                <a:gd name="connsiteY3" fmla="*/ 751563 h 1891432"/>
                <a:gd name="connsiteX4" fmla="*/ 1139869 w 2279738"/>
                <a:gd name="connsiteY4" fmla="*/ 1891432 h 1891432"/>
                <a:gd name="connsiteX5" fmla="*/ 0 w 2279738"/>
                <a:gd name="connsiteY5" fmla="*/ 751563 h 1891432"/>
                <a:gd name="connsiteX6" fmla="*/ 194672 w 2279738"/>
                <a:gd name="connsiteY6" fmla="*/ 114252 h 1891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79738" h="1891432">
                  <a:moveTo>
                    <a:pt x="288938" y="0"/>
                  </a:moveTo>
                  <a:lnTo>
                    <a:pt x="1990800" y="0"/>
                  </a:lnTo>
                  <a:lnTo>
                    <a:pt x="2085067" y="114252"/>
                  </a:lnTo>
                  <a:cubicBezTo>
                    <a:pt x="2207972" y="296176"/>
                    <a:pt x="2279738" y="515489"/>
                    <a:pt x="2279738" y="751563"/>
                  </a:cubicBezTo>
                  <a:cubicBezTo>
                    <a:pt x="2279738" y="1381095"/>
                    <a:pt x="1769401" y="1891432"/>
                    <a:pt x="1139869" y="1891432"/>
                  </a:cubicBezTo>
                  <a:cubicBezTo>
                    <a:pt x="510337" y="1891432"/>
                    <a:pt x="0" y="1381095"/>
                    <a:pt x="0" y="751563"/>
                  </a:cubicBezTo>
                  <a:cubicBezTo>
                    <a:pt x="0" y="515489"/>
                    <a:pt x="71766" y="296176"/>
                    <a:pt x="194672" y="114252"/>
                  </a:cubicBezTo>
                  <a:close/>
                </a:path>
              </a:pathLst>
            </a:cu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 name="椭圆 5">
              <a:extLst>
                <a:ext uri="{FF2B5EF4-FFF2-40B4-BE49-F238E27FC236}">
                  <a16:creationId xmlns:a16="http://schemas.microsoft.com/office/drawing/2014/main" id="{B125D802-31F6-4FCC-9B91-B4864E06C5BA}"/>
                </a:ext>
              </a:extLst>
            </p:cNvPr>
            <p:cNvSpPr/>
            <p:nvPr/>
          </p:nvSpPr>
          <p:spPr>
            <a:xfrm>
              <a:off x="1072764" y="1915211"/>
              <a:ext cx="173938" cy="17393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椭圆 9">
              <a:extLst>
                <a:ext uri="{FF2B5EF4-FFF2-40B4-BE49-F238E27FC236}">
                  <a16:creationId xmlns:a16="http://schemas.microsoft.com/office/drawing/2014/main" id="{67D51A0F-1B62-ECD6-AF62-4D5EA2EB6C1F}"/>
                </a:ext>
              </a:extLst>
            </p:cNvPr>
            <p:cNvSpPr/>
            <p:nvPr/>
          </p:nvSpPr>
          <p:spPr>
            <a:xfrm>
              <a:off x="10985814" y="6034088"/>
              <a:ext cx="173938" cy="173938"/>
            </a:xfrm>
            <a:prstGeom prst="ellipse">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 name="文本框 21">
              <a:extLst>
                <a:ext uri="{FF2B5EF4-FFF2-40B4-BE49-F238E27FC236}">
                  <a16:creationId xmlns:a16="http://schemas.microsoft.com/office/drawing/2014/main" id="{42A0A005-9EAB-5399-198E-F0296CCD9BE0}"/>
                </a:ext>
              </a:extLst>
            </p:cNvPr>
            <p:cNvSpPr txBox="1"/>
            <p:nvPr/>
          </p:nvSpPr>
          <p:spPr>
            <a:xfrm>
              <a:off x="1602152" y="2002180"/>
              <a:ext cx="8987696" cy="3887848"/>
            </a:xfrm>
            <a:prstGeom prst="rect">
              <a:avLst/>
            </a:prstGeom>
            <a:noFill/>
            <a:effectLst/>
          </p:spPr>
          <p:txBody>
            <a:bodyPr wrap="square" rtlCol="0" anchor="b" anchorCtr="0">
              <a:no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algn="l"/>
              <a:r>
                <a:rPr lang="zh-CN" altLang="en-US" b="0" i="0" dirty="0">
                  <a:solidFill>
                    <a:schemeClr val="tx1"/>
                  </a:solidFill>
                  <a:effectLst/>
                  <a:latin typeface="+mn-ea"/>
                </a:rPr>
                <a:t>控制处理器平面负责控制并发送量子门操作及测量指令（由控制和测量平面在量子数据平面执行），按主处理器提供的程序实现量子算法，且程序需软件工具堆栈针对量子层功能定制。</a:t>
              </a:r>
            </a:p>
            <a:p>
              <a:pPr algn="l"/>
              <a:br>
                <a:rPr lang="zh-CN" altLang="en-US" dirty="0">
                  <a:solidFill>
                    <a:schemeClr val="tx1"/>
                  </a:solidFill>
                  <a:latin typeface="+mn-ea"/>
                </a:rPr>
              </a:br>
              <a:r>
                <a:rPr lang="zh-CN" altLang="en-US" b="0" i="0" dirty="0">
                  <a:solidFill>
                    <a:schemeClr val="tx1"/>
                  </a:solidFill>
                  <a:effectLst/>
                  <a:latin typeface="+mn-ea"/>
                </a:rPr>
                <a:t>运行量子纠错算法是其重要且具挑战的任务，当前主要采用表面码纠错，不过大量经典信息处理会拖慢量子计算机运行速度，构建大型量子机构的控制处理器平面是活跃研究领域。</a:t>
              </a:r>
            </a:p>
            <a:p>
              <a:pPr algn="l"/>
              <a:br>
                <a:rPr lang="zh-CN" altLang="en-US" dirty="0">
                  <a:solidFill>
                    <a:schemeClr val="tx1"/>
                  </a:solidFill>
                  <a:latin typeface="+mn-ea"/>
                </a:rPr>
              </a:br>
              <a:r>
                <a:rPr lang="zh-CN" altLang="en-US" b="0" i="0" dirty="0">
                  <a:solidFill>
                    <a:schemeClr val="tx1"/>
                  </a:solidFill>
                  <a:effectLst/>
                  <a:latin typeface="+mn-ea"/>
                </a:rPr>
                <a:t>该平面能将编译代码转变成控制和测量层的指令，用户不直接与其交互，而是与主机（主处理器）交互，它附着于计算机起加速应用程序执行的作用。</a:t>
              </a:r>
            </a:p>
            <a:p>
              <a:pPr algn="l"/>
              <a:br>
                <a:rPr lang="zh-CN" altLang="en-US" dirty="0">
                  <a:solidFill>
                    <a:schemeClr val="tx1"/>
                  </a:solidFill>
                  <a:latin typeface="+mn-ea"/>
                </a:rPr>
              </a:br>
              <a:r>
                <a:rPr lang="zh-CN" altLang="en-US" b="0" i="0" dirty="0">
                  <a:solidFill>
                    <a:schemeClr val="tx1"/>
                  </a:solidFill>
                  <a:effectLst/>
                  <a:latin typeface="+mn-ea"/>
                </a:rPr>
                <a:t>这种架构在当下计算机多领域广泛应用，和主机处理器常通过共享访问部分内存来实现高带宽连接，既能传输程序，也能传输运行所需数据。</a:t>
              </a:r>
            </a:p>
          </p:txBody>
        </p:sp>
      </p:grpSp>
      <p:sp>
        <p:nvSpPr>
          <p:cNvPr id="2" name="标题 1">
            <a:extLst>
              <a:ext uri="{FF2B5EF4-FFF2-40B4-BE49-F238E27FC236}">
                <a16:creationId xmlns:a16="http://schemas.microsoft.com/office/drawing/2014/main" id="{C5476898-F426-C07A-57DF-A6CD4F5A3F23}"/>
              </a:ext>
            </a:extLst>
          </p:cNvPr>
          <p:cNvSpPr>
            <a:spLocks noGrp="1"/>
          </p:cNvSpPr>
          <p:nvPr>
            <p:ph type="title"/>
          </p:nvPr>
        </p:nvSpPr>
        <p:spPr>
          <a:xfrm>
            <a:off x="573431" y="509908"/>
            <a:ext cx="10858500" cy="900112"/>
          </a:xfrm>
        </p:spPr>
        <p:txBody>
          <a:bodyPr>
            <a:normAutofit/>
          </a:bodyPr>
          <a:lstStyle/>
          <a:p>
            <a:r>
              <a:rPr lang="zh-CN" altLang="zh-CN" sz="4000" b="1" dirty="0">
                <a:effectLst/>
                <a:ea typeface="宋体" panose="02010600030101010101" pitchFamily="2" charset="-122"/>
                <a:cs typeface="Times New Roman" panose="02020603050405020304" pitchFamily="18" charset="0"/>
              </a:rPr>
              <a:t>控制处理器平面</a:t>
            </a:r>
            <a:endParaRPr lang="zh-CN" altLang="en-US" sz="4000" dirty="0">
              <a:latin typeface="霞鹜文楷" pitchFamily="2" charset="-122"/>
              <a:ea typeface="霞鹜文楷" pitchFamily="2" charset="-122"/>
            </a:endParaRPr>
          </a:p>
        </p:txBody>
      </p:sp>
    </p:spTree>
    <p:extLst>
      <p:ext uri="{BB962C8B-B14F-4D97-AF65-F5344CB8AC3E}">
        <p14:creationId xmlns:p14="http://schemas.microsoft.com/office/powerpoint/2010/main" val="19670613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5F80E-F741-475A-E1DE-7DD889680FEB}"/>
            </a:ext>
          </a:extLst>
        </p:cNvPr>
        <p:cNvGrpSpPr/>
        <p:nvPr/>
      </p:nvGrpSpPr>
      <p:grpSpPr>
        <a:xfrm>
          <a:off x="0" y="0"/>
          <a:ext cx="0" cy="0"/>
          <a:chOff x="0" y="0"/>
          <a:chExt cx="0" cy="0"/>
        </a:xfrm>
      </p:grpSpPr>
      <p:sp>
        <p:nvSpPr>
          <p:cNvPr id="9" name="矩形: 圆角 8">
            <a:extLst>
              <a:ext uri="{FF2B5EF4-FFF2-40B4-BE49-F238E27FC236}">
                <a16:creationId xmlns:a16="http://schemas.microsoft.com/office/drawing/2014/main" id="{6A367E34-6A51-BA01-5D40-B1E9A77BF6D9}"/>
              </a:ext>
            </a:extLst>
          </p:cNvPr>
          <p:cNvSpPr/>
          <p:nvPr>
            <p:custDataLst>
              <p:tags r:id="rId1"/>
            </p:custDataLst>
          </p:nvPr>
        </p:nvSpPr>
        <p:spPr>
          <a:xfrm>
            <a:off x="1307205" y="1934621"/>
            <a:ext cx="9577589" cy="4373417"/>
          </a:xfrm>
          <a:prstGeom prst="roundRect">
            <a:avLst>
              <a:gd name="adj" fmla="val 14300"/>
            </a:avLst>
          </a:prstGeom>
          <a:solidFill>
            <a:schemeClr val="accent1">
              <a:alpha val="1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latin typeface="霞鹜文楷" pitchFamily="2" charset="-122"/>
              <a:ea typeface="霞鹜文楷" pitchFamily="2" charset="-122"/>
            </a:endParaRPr>
          </a:p>
        </p:txBody>
      </p:sp>
      <p:grpSp>
        <p:nvGrpSpPr>
          <p:cNvPr id="3" name="组合 2">
            <a:extLst>
              <a:ext uri="{FF2B5EF4-FFF2-40B4-BE49-F238E27FC236}">
                <a16:creationId xmlns:a16="http://schemas.microsoft.com/office/drawing/2014/main" id="{1D19BD96-0923-15CE-E0D3-9AF61973BAD0}"/>
              </a:ext>
            </a:extLst>
          </p:cNvPr>
          <p:cNvGrpSpPr/>
          <p:nvPr/>
        </p:nvGrpSpPr>
        <p:grpSpPr>
          <a:xfrm>
            <a:off x="1109584" y="190245"/>
            <a:ext cx="10086988" cy="6208026"/>
            <a:chOff x="1072764" y="0"/>
            <a:chExt cx="10086988" cy="6208026"/>
          </a:xfrm>
        </p:grpSpPr>
        <p:sp>
          <p:nvSpPr>
            <p:cNvPr id="5" name="任意多边形: 形状 4">
              <a:extLst>
                <a:ext uri="{FF2B5EF4-FFF2-40B4-BE49-F238E27FC236}">
                  <a16:creationId xmlns:a16="http://schemas.microsoft.com/office/drawing/2014/main" id="{8C76DA9C-20E0-CD7F-3111-DA53D8BABFD2}"/>
                </a:ext>
              </a:extLst>
            </p:cNvPr>
            <p:cNvSpPr/>
            <p:nvPr/>
          </p:nvSpPr>
          <p:spPr>
            <a:xfrm>
              <a:off x="2319401" y="0"/>
              <a:ext cx="2279738" cy="1891432"/>
            </a:xfrm>
            <a:custGeom>
              <a:avLst/>
              <a:gdLst>
                <a:gd name="connsiteX0" fmla="*/ 288938 w 2279738"/>
                <a:gd name="connsiteY0" fmla="*/ 0 h 1891432"/>
                <a:gd name="connsiteX1" fmla="*/ 1990800 w 2279738"/>
                <a:gd name="connsiteY1" fmla="*/ 0 h 1891432"/>
                <a:gd name="connsiteX2" fmla="*/ 2085067 w 2279738"/>
                <a:gd name="connsiteY2" fmla="*/ 114252 h 1891432"/>
                <a:gd name="connsiteX3" fmla="*/ 2279738 w 2279738"/>
                <a:gd name="connsiteY3" fmla="*/ 751563 h 1891432"/>
                <a:gd name="connsiteX4" fmla="*/ 1139869 w 2279738"/>
                <a:gd name="connsiteY4" fmla="*/ 1891432 h 1891432"/>
                <a:gd name="connsiteX5" fmla="*/ 0 w 2279738"/>
                <a:gd name="connsiteY5" fmla="*/ 751563 h 1891432"/>
                <a:gd name="connsiteX6" fmla="*/ 194672 w 2279738"/>
                <a:gd name="connsiteY6" fmla="*/ 114252 h 1891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79738" h="1891432">
                  <a:moveTo>
                    <a:pt x="288938" y="0"/>
                  </a:moveTo>
                  <a:lnTo>
                    <a:pt x="1990800" y="0"/>
                  </a:lnTo>
                  <a:lnTo>
                    <a:pt x="2085067" y="114252"/>
                  </a:lnTo>
                  <a:cubicBezTo>
                    <a:pt x="2207972" y="296176"/>
                    <a:pt x="2279738" y="515489"/>
                    <a:pt x="2279738" y="751563"/>
                  </a:cubicBezTo>
                  <a:cubicBezTo>
                    <a:pt x="2279738" y="1381095"/>
                    <a:pt x="1769401" y="1891432"/>
                    <a:pt x="1139869" y="1891432"/>
                  </a:cubicBezTo>
                  <a:cubicBezTo>
                    <a:pt x="510337" y="1891432"/>
                    <a:pt x="0" y="1381095"/>
                    <a:pt x="0" y="751563"/>
                  </a:cubicBezTo>
                  <a:cubicBezTo>
                    <a:pt x="0" y="515489"/>
                    <a:pt x="71766" y="296176"/>
                    <a:pt x="194672" y="114252"/>
                  </a:cubicBezTo>
                  <a:close/>
                </a:path>
              </a:pathLst>
            </a:cu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 name="椭圆 5">
              <a:extLst>
                <a:ext uri="{FF2B5EF4-FFF2-40B4-BE49-F238E27FC236}">
                  <a16:creationId xmlns:a16="http://schemas.microsoft.com/office/drawing/2014/main" id="{B52D303E-2AF5-5833-CC21-220DB1213C7F}"/>
                </a:ext>
              </a:extLst>
            </p:cNvPr>
            <p:cNvSpPr/>
            <p:nvPr/>
          </p:nvSpPr>
          <p:spPr>
            <a:xfrm>
              <a:off x="1072764" y="1915211"/>
              <a:ext cx="173938" cy="17393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椭圆 9">
              <a:extLst>
                <a:ext uri="{FF2B5EF4-FFF2-40B4-BE49-F238E27FC236}">
                  <a16:creationId xmlns:a16="http://schemas.microsoft.com/office/drawing/2014/main" id="{40078A37-0BE9-9EF3-5C44-524F751006B3}"/>
                </a:ext>
              </a:extLst>
            </p:cNvPr>
            <p:cNvSpPr/>
            <p:nvPr/>
          </p:nvSpPr>
          <p:spPr>
            <a:xfrm>
              <a:off x="10985814" y="6034088"/>
              <a:ext cx="173938" cy="173938"/>
            </a:xfrm>
            <a:prstGeom prst="ellipse">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 name="文本框 21">
              <a:extLst>
                <a:ext uri="{FF2B5EF4-FFF2-40B4-BE49-F238E27FC236}">
                  <a16:creationId xmlns:a16="http://schemas.microsoft.com/office/drawing/2014/main" id="{6169C855-4663-58CD-E3EE-B890EE452500}"/>
                </a:ext>
              </a:extLst>
            </p:cNvPr>
            <p:cNvSpPr txBox="1"/>
            <p:nvPr/>
          </p:nvSpPr>
          <p:spPr>
            <a:xfrm>
              <a:off x="1602152" y="2002180"/>
              <a:ext cx="8987696" cy="3887848"/>
            </a:xfrm>
            <a:prstGeom prst="rect">
              <a:avLst/>
            </a:prstGeom>
            <a:noFill/>
            <a:effectLst/>
          </p:spPr>
          <p:txBody>
            <a:bodyPr wrap="square" rtlCol="0" anchor="b" anchorCtr="0">
              <a:no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algn="l"/>
              <a:r>
                <a:rPr lang="zh-CN" altLang="en-US" b="0" i="0" dirty="0">
                  <a:solidFill>
                    <a:schemeClr val="tx1"/>
                  </a:solidFill>
                  <a:effectLst/>
                  <a:latin typeface="Inter"/>
                </a:rPr>
                <a:t>控制和测量平面起着关键转换作用，能把控制处理器的数字信号转变成量子数据平面中操作量子比特所需的模拟控制信号，也可将量子比特测量输出转换为控制处理器能处理的经典二进制数据。</a:t>
              </a:r>
            </a:p>
            <a:p>
              <a:pPr algn="l"/>
              <a:br>
                <a:rPr lang="zh-CN" altLang="en-US" dirty="0">
                  <a:solidFill>
                    <a:schemeClr val="tx1"/>
                  </a:solidFill>
                </a:rPr>
              </a:br>
              <a:r>
                <a:rPr lang="zh-CN" altLang="en-US" b="0" i="0" dirty="0">
                  <a:solidFill>
                    <a:schemeClr val="tx1"/>
                  </a:solidFill>
                  <a:effectLst/>
                  <a:latin typeface="Inter"/>
                </a:rPr>
                <a:t>控制信号的产生与传输颇具挑战，微小误差、量子比特物理设计不规范都会影响运算结果，且门操作误差会不断累积。信号隔离不完善、串扰等还会使量子比特状态产生误差，对控制信号适当屏蔽很必要却复杂，因要隔离量子数据平面与周围环境，制约了隔离方法。</a:t>
              </a:r>
            </a:p>
            <a:p>
              <a:pPr algn="l"/>
              <a:br>
                <a:rPr lang="zh-CN" altLang="en-US" dirty="0">
                  <a:solidFill>
                    <a:schemeClr val="tx1"/>
                  </a:solidFill>
                </a:rPr>
              </a:br>
              <a:r>
                <a:rPr lang="zh-CN" altLang="en-US" b="0" i="0" dirty="0">
                  <a:solidFill>
                    <a:schemeClr val="tx1"/>
                  </a:solidFill>
                  <a:effectLst/>
                  <a:latin typeface="Inter"/>
                </a:rPr>
                <a:t>此外，量子计算控制信号性质取决于量子比特技术，比如离子阱量子比特靠微波或光学信号传递，超导量子芯片则通过导线传输微波或低频电信号。经典计算门抗噪能力强、错误率可忽略，量子门操作依赖控制信号传递精度，且门速度受构建和传输控制脉冲时间限制。</a:t>
              </a:r>
            </a:p>
          </p:txBody>
        </p:sp>
      </p:grpSp>
      <p:sp>
        <p:nvSpPr>
          <p:cNvPr id="2" name="标题 1">
            <a:extLst>
              <a:ext uri="{FF2B5EF4-FFF2-40B4-BE49-F238E27FC236}">
                <a16:creationId xmlns:a16="http://schemas.microsoft.com/office/drawing/2014/main" id="{803F393A-6E08-9171-9F71-6EA955BFB694}"/>
              </a:ext>
            </a:extLst>
          </p:cNvPr>
          <p:cNvSpPr>
            <a:spLocks noGrp="1"/>
          </p:cNvSpPr>
          <p:nvPr>
            <p:ph type="title"/>
          </p:nvPr>
        </p:nvSpPr>
        <p:spPr>
          <a:xfrm>
            <a:off x="573431" y="509908"/>
            <a:ext cx="10858500" cy="900112"/>
          </a:xfrm>
        </p:spPr>
        <p:txBody>
          <a:bodyPr>
            <a:normAutofit/>
          </a:bodyPr>
          <a:lstStyle/>
          <a:p>
            <a:r>
              <a:rPr lang="zh-CN" altLang="zh-CN" sz="4000" b="1" dirty="0">
                <a:effectLst/>
                <a:ea typeface="宋体" panose="02010600030101010101" pitchFamily="2" charset="-122"/>
                <a:cs typeface="Times New Roman" panose="02020603050405020304" pitchFamily="18" charset="0"/>
              </a:rPr>
              <a:t>控制和测量平面</a:t>
            </a:r>
            <a:endParaRPr lang="zh-CN" altLang="en-US" sz="4000" dirty="0">
              <a:latin typeface="霞鹜文楷" pitchFamily="2" charset="-122"/>
              <a:ea typeface="霞鹜文楷" pitchFamily="2" charset="-122"/>
            </a:endParaRPr>
          </a:p>
        </p:txBody>
      </p:sp>
    </p:spTree>
    <p:extLst>
      <p:ext uri="{BB962C8B-B14F-4D97-AF65-F5344CB8AC3E}">
        <p14:creationId xmlns:p14="http://schemas.microsoft.com/office/powerpoint/2010/main" val="12373059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0D0F8D-00F4-1A01-CAA1-CBF2F5A54C5E}"/>
            </a:ext>
          </a:extLst>
        </p:cNvPr>
        <p:cNvGrpSpPr/>
        <p:nvPr/>
      </p:nvGrpSpPr>
      <p:grpSpPr>
        <a:xfrm>
          <a:off x="0" y="0"/>
          <a:ext cx="0" cy="0"/>
          <a:chOff x="0" y="0"/>
          <a:chExt cx="0" cy="0"/>
        </a:xfrm>
      </p:grpSpPr>
      <p:sp>
        <p:nvSpPr>
          <p:cNvPr id="9" name="矩形: 圆角 8">
            <a:extLst>
              <a:ext uri="{FF2B5EF4-FFF2-40B4-BE49-F238E27FC236}">
                <a16:creationId xmlns:a16="http://schemas.microsoft.com/office/drawing/2014/main" id="{31B8B713-BE89-227D-3716-83342CE68906}"/>
              </a:ext>
            </a:extLst>
          </p:cNvPr>
          <p:cNvSpPr/>
          <p:nvPr>
            <p:custDataLst>
              <p:tags r:id="rId1"/>
            </p:custDataLst>
          </p:nvPr>
        </p:nvSpPr>
        <p:spPr>
          <a:xfrm>
            <a:off x="1092898" y="1811908"/>
            <a:ext cx="9889367" cy="2879038"/>
          </a:xfrm>
          <a:prstGeom prst="roundRect">
            <a:avLst>
              <a:gd name="adj" fmla="val 14300"/>
            </a:avLst>
          </a:prstGeom>
          <a:solidFill>
            <a:schemeClr val="accent1">
              <a:alpha val="1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latin typeface="霞鹜文楷" pitchFamily="2" charset="-122"/>
              <a:ea typeface="霞鹜文楷" pitchFamily="2" charset="-122"/>
            </a:endParaRPr>
          </a:p>
        </p:txBody>
      </p:sp>
      <p:grpSp>
        <p:nvGrpSpPr>
          <p:cNvPr id="3" name="组合 2">
            <a:extLst>
              <a:ext uri="{FF2B5EF4-FFF2-40B4-BE49-F238E27FC236}">
                <a16:creationId xmlns:a16="http://schemas.microsoft.com/office/drawing/2014/main" id="{F8F6F274-386F-8E7E-6ECC-6398951A9A50}"/>
              </a:ext>
            </a:extLst>
          </p:cNvPr>
          <p:cNvGrpSpPr/>
          <p:nvPr/>
        </p:nvGrpSpPr>
        <p:grpSpPr>
          <a:xfrm>
            <a:off x="1069215" y="324987"/>
            <a:ext cx="10086988" cy="6208026"/>
            <a:chOff x="1072764" y="0"/>
            <a:chExt cx="10086988" cy="6208026"/>
          </a:xfrm>
        </p:grpSpPr>
        <p:sp>
          <p:nvSpPr>
            <p:cNvPr id="5" name="任意多边形: 形状 4">
              <a:extLst>
                <a:ext uri="{FF2B5EF4-FFF2-40B4-BE49-F238E27FC236}">
                  <a16:creationId xmlns:a16="http://schemas.microsoft.com/office/drawing/2014/main" id="{4DF0BD49-55DA-25C1-0353-D8BFB7B4B60F}"/>
                </a:ext>
              </a:extLst>
            </p:cNvPr>
            <p:cNvSpPr/>
            <p:nvPr/>
          </p:nvSpPr>
          <p:spPr>
            <a:xfrm>
              <a:off x="2319401" y="0"/>
              <a:ext cx="2279738" cy="1891432"/>
            </a:xfrm>
            <a:custGeom>
              <a:avLst/>
              <a:gdLst>
                <a:gd name="connsiteX0" fmla="*/ 288938 w 2279738"/>
                <a:gd name="connsiteY0" fmla="*/ 0 h 1891432"/>
                <a:gd name="connsiteX1" fmla="*/ 1990800 w 2279738"/>
                <a:gd name="connsiteY1" fmla="*/ 0 h 1891432"/>
                <a:gd name="connsiteX2" fmla="*/ 2085067 w 2279738"/>
                <a:gd name="connsiteY2" fmla="*/ 114252 h 1891432"/>
                <a:gd name="connsiteX3" fmla="*/ 2279738 w 2279738"/>
                <a:gd name="connsiteY3" fmla="*/ 751563 h 1891432"/>
                <a:gd name="connsiteX4" fmla="*/ 1139869 w 2279738"/>
                <a:gd name="connsiteY4" fmla="*/ 1891432 h 1891432"/>
                <a:gd name="connsiteX5" fmla="*/ 0 w 2279738"/>
                <a:gd name="connsiteY5" fmla="*/ 751563 h 1891432"/>
                <a:gd name="connsiteX6" fmla="*/ 194672 w 2279738"/>
                <a:gd name="connsiteY6" fmla="*/ 114252 h 1891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79738" h="1891432">
                  <a:moveTo>
                    <a:pt x="288938" y="0"/>
                  </a:moveTo>
                  <a:lnTo>
                    <a:pt x="1990800" y="0"/>
                  </a:lnTo>
                  <a:lnTo>
                    <a:pt x="2085067" y="114252"/>
                  </a:lnTo>
                  <a:cubicBezTo>
                    <a:pt x="2207972" y="296176"/>
                    <a:pt x="2279738" y="515489"/>
                    <a:pt x="2279738" y="751563"/>
                  </a:cubicBezTo>
                  <a:cubicBezTo>
                    <a:pt x="2279738" y="1381095"/>
                    <a:pt x="1769401" y="1891432"/>
                    <a:pt x="1139869" y="1891432"/>
                  </a:cubicBezTo>
                  <a:cubicBezTo>
                    <a:pt x="510337" y="1891432"/>
                    <a:pt x="0" y="1381095"/>
                    <a:pt x="0" y="751563"/>
                  </a:cubicBezTo>
                  <a:cubicBezTo>
                    <a:pt x="0" y="515489"/>
                    <a:pt x="71766" y="296176"/>
                    <a:pt x="194672" y="114252"/>
                  </a:cubicBezTo>
                  <a:close/>
                </a:path>
              </a:pathLst>
            </a:cu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 name="椭圆 5">
              <a:extLst>
                <a:ext uri="{FF2B5EF4-FFF2-40B4-BE49-F238E27FC236}">
                  <a16:creationId xmlns:a16="http://schemas.microsoft.com/office/drawing/2014/main" id="{83709CCC-4484-57C4-E4EB-E7A0CF467F66}"/>
                </a:ext>
              </a:extLst>
            </p:cNvPr>
            <p:cNvSpPr/>
            <p:nvPr/>
          </p:nvSpPr>
          <p:spPr>
            <a:xfrm>
              <a:off x="1072764" y="1915211"/>
              <a:ext cx="173938" cy="17393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椭圆 9">
              <a:extLst>
                <a:ext uri="{FF2B5EF4-FFF2-40B4-BE49-F238E27FC236}">
                  <a16:creationId xmlns:a16="http://schemas.microsoft.com/office/drawing/2014/main" id="{454B2E74-C9F6-FE1F-4F92-8BBB27C43DD8}"/>
                </a:ext>
              </a:extLst>
            </p:cNvPr>
            <p:cNvSpPr/>
            <p:nvPr/>
          </p:nvSpPr>
          <p:spPr>
            <a:xfrm>
              <a:off x="10985814" y="6034088"/>
              <a:ext cx="173938" cy="173938"/>
            </a:xfrm>
            <a:prstGeom prst="ellipse">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 name="文本框 21">
              <a:extLst>
                <a:ext uri="{FF2B5EF4-FFF2-40B4-BE49-F238E27FC236}">
                  <a16:creationId xmlns:a16="http://schemas.microsoft.com/office/drawing/2014/main" id="{76C051B2-DA0C-EA19-D87F-3C7B5C4391D8}"/>
                </a:ext>
              </a:extLst>
            </p:cNvPr>
            <p:cNvSpPr txBox="1"/>
            <p:nvPr/>
          </p:nvSpPr>
          <p:spPr>
            <a:xfrm>
              <a:off x="1512381" y="263916"/>
              <a:ext cx="8987696" cy="4222717"/>
            </a:xfrm>
            <a:prstGeom prst="rect">
              <a:avLst/>
            </a:prstGeom>
            <a:noFill/>
            <a:effectLst/>
          </p:spPr>
          <p:txBody>
            <a:bodyPr wrap="square" rtlCol="0" anchor="b" anchorCtr="0">
              <a:no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marL="133350" indent="266700" algn="just">
                <a:lnSpc>
                  <a:spcPts val="2700"/>
                </a:lnSpc>
              </a:pPr>
              <a:r>
                <a:rPr lang="zh-CN" altLang="zh-CN" b="0" dirty="0">
                  <a:solidFill>
                    <a:schemeClr val="tx1"/>
                  </a:solidFill>
                  <a:effectLst/>
                  <a:latin typeface="Inter"/>
                </a:rPr>
                <a:t>主处理器是一台经典的计算机，运行的是传统的操作系统。这个计算系统提供了用户期望从计算机系统中获得的所有软件开发工具和服务。</a:t>
              </a:r>
            </a:p>
            <a:p>
              <a:pPr marL="133350" algn="just">
                <a:lnSpc>
                  <a:spcPts val="2700"/>
                </a:lnSpc>
              </a:pPr>
              <a:r>
                <a:rPr lang="zh-CN" altLang="zh-CN" b="0" dirty="0">
                  <a:solidFill>
                    <a:schemeClr val="tx1"/>
                  </a:solidFill>
                  <a:effectLst/>
                  <a:latin typeface="Inter"/>
                </a:rPr>
                <a:t>它将运行创建要在控制处理器上运行的应用程序所需的软件开发工具，这些工具与今天的经典计算机的控制工具不同，并提供量子应用程序在运行时可能需要的存储和网络服务。</a:t>
              </a:r>
            </a:p>
            <a:p>
              <a:pPr marL="133350" algn="just">
                <a:lnSpc>
                  <a:spcPts val="2700"/>
                </a:lnSpc>
              </a:pPr>
              <a:r>
                <a:rPr lang="zh-CN" altLang="zh-CN" b="0" dirty="0">
                  <a:solidFill>
                    <a:schemeClr val="tx1"/>
                  </a:solidFill>
                  <a:effectLst/>
                  <a:latin typeface="Inter"/>
                </a:rPr>
                <a:t>将量子处理器连接到经典计算机上，可以使其利用所有的功能，而不需要完全从头开始。</a:t>
              </a:r>
            </a:p>
            <a:p>
              <a:pPr algn="just">
                <a:lnSpc>
                  <a:spcPts val="2700"/>
                </a:lnSpc>
              </a:pPr>
              <a:r>
                <a:rPr lang="en-US" altLang="zh-CN" sz="1800" kern="100" dirty="0">
                  <a:effectLst/>
                  <a:latin typeface="宋体" panose="02010600030101010101" pitchFamily="2" charset="-122"/>
                  <a:ea typeface="等线" panose="02010600030101010101" pitchFamily="2" charset="-122"/>
                  <a:cs typeface="Times New Roman" panose="02020603050405020304" pitchFamily="18" charset="0"/>
                </a:rPr>
                <a:t> </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grpSp>
      <p:sp>
        <p:nvSpPr>
          <p:cNvPr id="2" name="标题 1">
            <a:extLst>
              <a:ext uri="{FF2B5EF4-FFF2-40B4-BE49-F238E27FC236}">
                <a16:creationId xmlns:a16="http://schemas.microsoft.com/office/drawing/2014/main" id="{0770A3D3-CFFB-F9FD-8F71-5BF371DDD0EA}"/>
              </a:ext>
            </a:extLst>
          </p:cNvPr>
          <p:cNvSpPr>
            <a:spLocks noGrp="1"/>
          </p:cNvSpPr>
          <p:nvPr>
            <p:ph type="title"/>
          </p:nvPr>
        </p:nvSpPr>
        <p:spPr>
          <a:xfrm>
            <a:off x="573431" y="509908"/>
            <a:ext cx="10858500" cy="900112"/>
          </a:xfrm>
        </p:spPr>
        <p:txBody>
          <a:bodyPr>
            <a:normAutofit/>
          </a:bodyPr>
          <a:lstStyle/>
          <a:p>
            <a:r>
              <a:rPr lang="zh-CN" altLang="zh-CN" sz="4000" b="1" dirty="0">
                <a:effectLst/>
                <a:ea typeface="宋体" panose="02010600030101010101" pitchFamily="2" charset="-122"/>
                <a:cs typeface="Times New Roman" panose="02020603050405020304" pitchFamily="18" charset="0"/>
              </a:rPr>
              <a:t>主处理器</a:t>
            </a:r>
            <a:endParaRPr lang="zh-CN" altLang="en-US" sz="4000" dirty="0">
              <a:latin typeface="霞鹜文楷" pitchFamily="2" charset="-122"/>
              <a:ea typeface="霞鹜文楷" pitchFamily="2" charset="-122"/>
            </a:endParaRPr>
          </a:p>
        </p:txBody>
      </p:sp>
    </p:spTree>
    <p:extLst>
      <p:ext uri="{BB962C8B-B14F-4D97-AF65-F5344CB8AC3E}">
        <p14:creationId xmlns:p14="http://schemas.microsoft.com/office/powerpoint/2010/main" val="23202156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20F6D-DD6B-C1E6-EE9C-B43A50C03CB3}"/>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35399980-9891-F677-C0FC-2295F1D26E40}"/>
              </a:ext>
            </a:extLst>
          </p:cNvPr>
          <p:cNvSpPr>
            <a:spLocks noGrp="1"/>
          </p:cNvSpPr>
          <p:nvPr>
            <p:ph type="title"/>
          </p:nvPr>
        </p:nvSpPr>
        <p:spPr>
          <a:xfrm>
            <a:off x="1" y="2450092"/>
            <a:ext cx="11868788" cy="1256906"/>
          </a:xfrm>
        </p:spPr>
        <p:txBody>
          <a:bodyPr>
            <a:normAutofit/>
          </a:bodyPr>
          <a:lstStyle/>
          <a:p>
            <a:r>
              <a:rPr lang="en-US" altLang="zh-CN" sz="4400" dirty="0">
                <a:latin typeface="霞鹜文楷" pitchFamily="2" charset="-122"/>
                <a:ea typeface="霞鹜文楷" pitchFamily="2" charset="-122"/>
              </a:rPr>
              <a:t>——</a:t>
            </a:r>
            <a:r>
              <a:rPr lang="zh-CN" altLang="zh-CN" sz="4900" dirty="0">
                <a:ln w="0"/>
                <a:effectLst>
                  <a:outerShdw blurRad="38100" dist="25400" dir="5400000" algn="ctr" rotWithShape="0">
                    <a:srgbClr val="6E747A">
                      <a:alpha val="43000"/>
                    </a:srgbClr>
                  </a:outerShdw>
                </a:effectLst>
                <a:latin typeface="霞鹜文楷" pitchFamily="2" charset="-122"/>
                <a:ea typeface="霞鹜文楷" pitchFamily="2" charset="-122"/>
              </a:rPr>
              <a:t>量子计算机硬件的组成</a:t>
            </a:r>
            <a:r>
              <a:rPr lang="en-US" altLang="zh-CN" sz="4400" dirty="0">
                <a:latin typeface="霞鹜文楷" pitchFamily="2" charset="-122"/>
                <a:ea typeface="霞鹜文楷" pitchFamily="2" charset="-122"/>
              </a:rPr>
              <a:t>——</a:t>
            </a:r>
            <a:endParaRPr lang="en-US" sz="4400" dirty="0">
              <a:latin typeface="霞鹜文楷" pitchFamily="2" charset="-122"/>
              <a:ea typeface="霞鹜文楷" pitchFamily="2" charset="-122"/>
            </a:endParaRPr>
          </a:p>
        </p:txBody>
      </p:sp>
    </p:spTree>
    <p:extLst>
      <p:ext uri="{BB962C8B-B14F-4D97-AF65-F5344CB8AC3E}">
        <p14:creationId xmlns:p14="http://schemas.microsoft.com/office/powerpoint/2010/main" val="26036206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186CEF-BA86-AD4B-6100-FD2E13AB0F1A}"/>
            </a:ext>
          </a:extLst>
        </p:cNvPr>
        <p:cNvGrpSpPr/>
        <p:nvPr/>
      </p:nvGrpSpPr>
      <p:grpSpPr>
        <a:xfrm>
          <a:off x="0" y="0"/>
          <a:ext cx="0" cy="0"/>
          <a:chOff x="0" y="0"/>
          <a:chExt cx="0" cy="0"/>
        </a:xfrm>
      </p:grpSpPr>
      <p:sp>
        <p:nvSpPr>
          <p:cNvPr id="9" name="矩形: 圆角 8">
            <a:extLst>
              <a:ext uri="{FF2B5EF4-FFF2-40B4-BE49-F238E27FC236}">
                <a16:creationId xmlns:a16="http://schemas.microsoft.com/office/drawing/2014/main" id="{606AF439-7678-1C5C-EC71-06EC32D66A1F}"/>
              </a:ext>
            </a:extLst>
          </p:cNvPr>
          <p:cNvSpPr/>
          <p:nvPr>
            <p:custDataLst>
              <p:tags r:id="rId1"/>
            </p:custDataLst>
          </p:nvPr>
        </p:nvSpPr>
        <p:spPr>
          <a:xfrm>
            <a:off x="766695" y="1284257"/>
            <a:ext cx="5062975" cy="5074013"/>
          </a:xfrm>
          <a:prstGeom prst="roundRect">
            <a:avLst>
              <a:gd name="adj" fmla="val 14300"/>
            </a:avLst>
          </a:prstGeom>
          <a:solidFill>
            <a:schemeClr val="accent1">
              <a:alpha val="1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latin typeface="霞鹜文楷" pitchFamily="2" charset="-122"/>
              <a:ea typeface="霞鹜文楷" pitchFamily="2" charset="-122"/>
            </a:endParaRPr>
          </a:p>
        </p:txBody>
      </p:sp>
      <p:grpSp>
        <p:nvGrpSpPr>
          <p:cNvPr id="3" name="组合 2">
            <a:extLst>
              <a:ext uri="{FF2B5EF4-FFF2-40B4-BE49-F238E27FC236}">
                <a16:creationId xmlns:a16="http://schemas.microsoft.com/office/drawing/2014/main" id="{7BCD9E1B-36B3-677F-87C8-47D7A950989A}"/>
              </a:ext>
            </a:extLst>
          </p:cNvPr>
          <p:cNvGrpSpPr/>
          <p:nvPr/>
        </p:nvGrpSpPr>
        <p:grpSpPr>
          <a:xfrm>
            <a:off x="959187" y="1820537"/>
            <a:ext cx="10086988" cy="6208026"/>
            <a:chOff x="1072764" y="0"/>
            <a:chExt cx="10086988" cy="6208026"/>
          </a:xfrm>
        </p:grpSpPr>
        <p:sp>
          <p:nvSpPr>
            <p:cNvPr id="5" name="任意多边形: 形状 4">
              <a:extLst>
                <a:ext uri="{FF2B5EF4-FFF2-40B4-BE49-F238E27FC236}">
                  <a16:creationId xmlns:a16="http://schemas.microsoft.com/office/drawing/2014/main" id="{2B0F9D7D-1FC7-B273-2788-9C10915FADB9}"/>
                </a:ext>
              </a:extLst>
            </p:cNvPr>
            <p:cNvSpPr/>
            <p:nvPr/>
          </p:nvSpPr>
          <p:spPr>
            <a:xfrm>
              <a:off x="2319401" y="0"/>
              <a:ext cx="2279738" cy="1891432"/>
            </a:xfrm>
            <a:custGeom>
              <a:avLst/>
              <a:gdLst>
                <a:gd name="connsiteX0" fmla="*/ 288938 w 2279738"/>
                <a:gd name="connsiteY0" fmla="*/ 0 h 1891432"/>
                <a:gd name="connsiteX1" fmla="*/ 1990800 w 2279738"/>
                <a:gd name="connsiteY1" fmla="*/ 0 h 1891432"/>
                <a:gd name="connsiteX2" fmla="*/ 2085067 w 2279738"/>
                <a:gd name="connsiteY2" fmla="*/ 114252 h 1891432"/>
                <a:gd name="connsiteX3" fmla="*/ 2279738 w 2279738"/>
                <a:gd name="connsiteY3" fmla="*/ 751563 h 1891432"/>
                <a:gd name="connsiteX4" fmla="*/ 1139869 w 2279738"/>
                <a:gd name="connsiteY4" fmla="*/ 1891432 h 1891432"/>
                <a:gd name="connsiteX5" fmla="*/ 0 w 2279738"/>
                <a:gd name="connsiteY5" fmla="*/ 751563 h 1891432"/>
                <a:gd name="connsiteX6" fmla="*/ 194672 w 2279738"/>
                <a:gd name="connsiteY6" fmla="*/ 114252 h 1891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79738" h="1891432">
                  <a:moveTo>
                    <a:pt x="288938" y="0"/>
                  </a:moveTo>
                  <a:lnTo>
                    <a:pt x="1990800" y="0"/>
                  </a:lnTo>
                  <a:lnTo>
                    <a:pt x="2085067" y="114252"/>
                  </a:lnTo>
                  <a:cubicBezTo>
                    <a:pt x="2207972" y="296176"/>
                    <a:pt x="2279738" y="515489"/>
                    <a:pt x="2279738" y="751563"/>
                  </a:cubicBezTo>
                  <a:cubicBezTo>
                    <a:pt x="2279738" y="1381095"/>
                    <a:pt x="1769401" y="1891432"/>
                    <a:pt x="1139869" y="1891432"/>
                  </a:cubicBezTo>
                  <a:cubicBezTo>
                    <a:pt x="510337" y="1891432"/>
                    <a:pt x="0" y="1381095"/>
                    <a:pt x="0" y="751563"/>
                  </a:cubicBezTo>
                  <a:cubicBezTo>
                    <a:pt x="0" y="515489"/>
                    <a:pt x="71766" y="296176"/>
                    <a:pt x="194672" y="114252"/>
                  </a:cubicBezTo>
                  <a:close/>
                </a:path>
              </a:pathLst>
            </a:cu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 name="椭圆 5">
              <a:extLst>
                <a:ext uri="{FF2B5EF4-FFF2-40B4-BE49-F238E27FC236}">
                  <a16:creationId xmlns:a16="http://schemas.microsoft.com/office/drawing/2014/main" id="{4D731211-5B06-1085-8679-0924B0FED30E}"/>
                </a:ext>
              </a:extLst>
            </p:cNvPr>
            <p:cNvSpPr/>
            <p:nvPr/>
          </p:nvSpPr>
          <p:spPr>
            <a:xfrm>
              <a:off x="1072764" y="1915211"/>
              <a:ext cx="173938" cy="17393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椭圆 9">
              <a:extLst>
                <a:ext uri="{FF2B5EF4-FFF2-40B4-BE49-F238E27FC236}">
                  <a16:creationId xmlns:a16="http://schemas.microsoft.com/office/drawing/2014/main" id="{520AD971-26EA-1EAA-3A6D-4A1D329B402C}"/>
                </a:ext>
              </a:extLst>
            </p:cNvPr>
            <p:cNvSpPr/>
            <p:nvPr/>
          </p:nvSpPr>
          <p:spPr>
            <a:xfrm>
              <a:off x="10985814" y="6034088"/>
              <a:ext cx="173938" cy="173938"/>
            </a:xfrm>
            <a:prstGeom prst="ellipse">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 name="文本框 21">
              <a:extLst>
                <a:ext uri="{FF2B5EF4-FFF2-40B4-BE49-F238E27FC236}">
                  <a16:creationId xmlns:a16="http://schemas.microsoft.com/office/drawing/2014/main" id="{C79DE4CE-3BC5-113D-8E0E-99F34DA9A33E}"/>
                </a:ext>
              </a:extLst>
            </p:cNvPr>
            <p:cNvSpPr txBox="1"/>
            <p:nvPr/>
          </p:nvSpPr>
          <p:spPr>
            <a:xfrm>
              <a:off x="1159733" y="750657"/>
              <a:ext cx="4696545" cy="3722543"/>
            </a:xfrm>
            <a:prstGeom prst="rect">
              <a:avLst/>
            </a:prstGeom>
            <a:noFill/>
            <a:effectLst/>
          </p:spPr>
          <p:txBody>
            <a:bodyPr wrap="square" rtlCol="0" anchor="b" anchorCtr="0">
              <a:no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r>
                <a:rPr lang="zh-CN" altLang="en-US" b="0" dirty="0">
                  <a:solidFill>
                    <a:schemeClr val="tx1"/>
                  </a:solidFill>
                  <a:effectLst/>
                  <a:latin typeface="Inter"/>
                </a:rPr>
                <a:t>传统计算的数据存储单元是经典比特，状态非 </a:t>
              </a:r>
              <a:r>
                <a:rPr lang="en-US" altLang="zh-CN" b="0" dirty="0">
                  <a:solidFill>
                    <a:schemeClr val="tx1"/>
                  </a:solidFill>
                  <a:effectLst/>
                  <a:latin typeface="Inter"/>
                </a:rPr>
                <a:t>0 </a:t>
              </a:r>
              <a:r>
                <a:rPr lang="zh-CN" altLang="en-US" b="0" dirty="0">
                  <a:solidFill>
                    <a:schemeClr val="tx1"/>
                  </a:solidFill>
                  <a:effectLst/>
                  <a:latin typeface="Inter"/>
                </a:rPr>
                <a:t>即 </a:t>
              </a:r>
              <a:r>
                <a:rPr lang="en-US" altLang="zh-CN" b="0" dirty="0">
                  <a:solidFill>
                    <a:schemeClr val="tx1"/>
                  </a:solidFill>
                  <a:effectLst/>
                  <a:latin typeface="Inter"/>
                </a:rPr>
                <a:t>1</a:t>
              </a:r>
              <a:r>
                <a:rPr lang="zh-CN" altLang="en-US" b="0" dirty="0">
                  <a:solidFill>
                    <a:schemeClr val="tx1"/>
                  </a:solidFill>
                  <a:effectLst/>
                  <a:latin typeface="Inter"/>
                </a:rPr>
                <a:t>，存储于硬盘、内存等介质，像硬盘靠磁极方向、内存凭电容状态来表示，位置固定且某时刻只处一种确定状态，存储单元通信靠电子线路，以电信号高低电平传输数据，连接方式固定，依经典电磁学原理。</a:t>
              </a:r>
            </a:p>
            <a:p>
              <a:br>
                <a:rPr lang="zh-CN" altLang="en-US" b="0" dirty="0">
                  <a:solidFill>
                    <a:schemeClr val="tx1"/>
                  </a:solidFill>
                  <a:effectLst/>
                  <a:latin typeface="Inter"/>
                </a:rPr>
              </a:br>
              <a:r>
                <a:rPr lang="zh-CN" altLang="en-US" b="0" dirty="0">
                  <a:solidFill>
                    <a:schemeClr val="tx1"/>
                  </a:solidFill>
                  <a:effectLst/>
                  <a:latin typeface="Inter"/>
                </a:rPr>
                <a:t>量子计算的数据存储单元为量子比特，可处于 </a:t>
              </a:r>
              <a:r>
                <a:rPr lang="en-US" altLang="zh-CN" b="0" dirty="0">
                  <a:solidFill>
                    <a:schemeClr val="tx1"/>
                  </a:solidFill>
                  <a:effectLst/>
                  <a:latin typeface="Inter"/>
                </a:rPr>
                <a:t>0 </a:t>
              </a:r>
              <a:r>
                <a:rPr lang="zh-CN" altLang="en-US" b="0" dirty="0">
                  <a:solidFill>
                    <a:schemeClr val="tx1"/>
                  </a:solidFill>
                  <a:effectLst/>
                  <a:latin typeface="Inter"/>
                </a:rPr>
                <a:t>和 </a:t>
              </a:r>
              <a:r>
                <a:rPr lang="en-US" altLang="zh-CN" b="0" dirty="0">
                  <a:solidFill>
                    <a:schemeClr val="tx1"/>
                  </a:solidFill>
                  <a:effectLst/>
                  <a:latin typeface="Inter"/>
                </a:rPr>
                <a:t>1 </a:t>
              </a:r>
              <a:r>
                <a:rPr lang="zh-CN" altLang="en-US" b="0" dirty="0">
                  <a:solidFill>
                    <a:schemeClr val="tx1"/>
                  </a:solidFill>
                  <a:effectLst/>
                  <a:latin typeface="Inter"/>
                </a:rPr>
                <a:t>的叠加态，物理实现有超导电路、离子阱等多种方式，如超导量子比特借助超导约瑟夫森结实现功能，其存储信息更丰富，但需特殊物理环境维持叠加态。量子比特间相互作用重要，有的靠量子纠缠协同计算，连接和相互作用比传统计算更复杂。</a:t>
              </a:r>
            </a:p>
          </p:txBody>
        </p:sp>
      </p:grpSp>
      <p:sp>
        <p:nvSpPr>
          <p:cNvPr id="2" name="标题 1">
            <a:extLst>
              <a:ext uri="{FF2B5EF4-FFF2-40B4-BE49-F238E27FC236}">
                <a16:creationId xmlns:a16="http://schemas.microsoft.com/office/drawing/2014/main" id="{DE39CDAB-60E2-7ECE-1665-DDDFE5D63FE2}"/>
              </a:ext>
            </a:extLst>
          </p:cNvPr>
          <p:cNvSpPr>
            <a:spLocks noGrp="1"/>
          </p:cNvSpPr>
          <p:nvPr>
            <p:ph type="title"/>
          </p:nvPr>
        </p:nvSpPr>
        <p:spPr>
          <a:xfrm>
            <a:off x="566805" y="384145"/>
            <a:ext cx="10858500" cy="900112"/>
          </a:xfrm>
        </p:spPr>
        <p:txBody>
          <a:bodyPr>
            <a:normAutofit/>
          </a:bodyPr>
          <a:lstStyle/>
          <a:p>
            <a:pPr indent="266700" algn="just"/>
            <a:r>
              <a:rPr lang="zh-CN" altLang="zh-CN" sz="4000" b="1" kern="100" dirty="0">
                <a:effectLst/>
                <a:latin typeface="等线" panose="02010600030101010101" pitchFamily="2" charset="-122"/>
                <a:ea typeface="宋体" panose="02010600030101010101" pitchFamily="2" charset="-122"/>
                <a:cs typeface="Times New Roman" panose="02020603050405020304" pitchFamily="18" charset="0"/>
              </a:rPr>
              <a:t>数据存储单元</a:t>
            </a:r>
            <a:endParaRPr lang="zh-CN" altLang="zh-CN" sz="4000" kern="100" dirty="0">
              <a:effectLst/>
              <a:latin typeface="等线" panose="02010600030101010101" pitchFamily="2" charset="-122"/>
              <a:ea typeface="等线" panose="02010600030101010101" pitchFamily="2" charset="-122"/>
              <a:cs typeface="Times New Roman" panose="02020603050405020304" pitchFamily="18" charset="0"/>
            </a:endParaRPr>
          </a:p>
        </p:txBody>
      </p:sp>
      <p:pic>
        <p:nvPicPr>
          <p:cNvPr id="4" name="Picture 2">
            <a:extLst>
              <a:ext uri="{FF2B5EF4-FFF2-40B4-BE49-F238E27FC236}">
                <a16:creationId xmlns:a16="http://schemas.microsoft.com/office/drawing/2014/main" id="{B4D67641-2BD5-3565-BC1D-04043F4767B5}"/>
              </a:ext>
            </a:extLst>
          </p:cNvPr>
          <p:cNvPicPr>
            <a:picLocks noChangeAspect="1" noChangeArrowheads="1"/>
          </p:cNvPicPr>
          <p:nvPr/>
        </p:nvPicPr>
        <p:blipFill>
          <a:blip r:embed="rId3">
            <a:alphaModFix/>
            <a:extLst>
              <a:ext uri="{28A0092B-C50C-407E-A947-70E740481C1C}">
                <a14:useLocalDpi xmlns:a14="http://schemas.microsoft.com/office/drawing/2010/main" val="0"/>
              </a:ext>
            </a:extLst>
          </a:blip>
          <a:srcRect/>
          <a:stretch>
            <a:fillRect/>
          </a:stretch>
        </p:blipFill>
        <p:spPr bwMode="auto">
          <a:xfrm>
            <a:off x="6109131" y="1989812"/>
            <a:ext cx="5636037" cy="34443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79176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F4B9D8-8EC2-D6FC-8619-CC0093C44279}"/>
            </a:ext>
          </a:extLst>
        </p:cNvPr>
        <p:cNvGrpSpPr/>
        <p:nvPr/>
      </p:nvGrpSpPr>
      <p:grpSpPr>
        <a:xfrm>
          <a:off x="0" y="0"/>
          <a:ext cx="0" cy="0"/>
          <a:chOff x="0" y="0"/>
          <a:chExt cx="0" cy="0"/>
        </a:xfrm>
      </p:grpSpPr>
      <p:sp>
        <p:nvSpPr>
          <p:cNvPr id="9" name="矩形: 圆角 8">
            <a:extLst>
              <a:ext uri="{FF2B5EF4-FFF2-40B4-BE49-F238E27FC236}">
                <a16:creationId xmlns:a16="http://schemas.microsoft.com/office/drawing/2014/main" id="{34DBDF21-67ED-8DBC-1860-BA3EF573511A}"/>
              </a:ext>
            </a:extLst>
          </p:cNvPr>
          <p:cNvSpPr/>
          <p:nvPr>
            <p:custDataLst>
              <p:tags r:id="rId1"/>
            </p:custDataLst>
          </p:nvPr>
        </p:nvSpPr>
        <p:spPr>
          <a:xfrm>
            <a:off x="797808" y="1162493"/>
            <a:ext cx="5673877" cy="5295014"/>
          </a:xfrm>
          <a:prstGeom prst="roundRect">
            <a:avLst>
              <a:gd name="adj" fmla="val 14300"/>
            </a:avLst>
          </a:prstGeom>
          <a:solidFill>
            <a:schemeClr val="accent1">
              <a:alpha val="1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latin typeface="霞鹜文楷" pitchFamily="2" charset="-122"/>
              <a:ea typeface="霞鹜文楷" pitchFamily="2" charset="-122"/>
            </a:endParaRPr>
          </a:p>
        </p:txBody>
      </p:sp>
      <p:grpSp>
        <p:nvGrpSpPr>
          <p:cNvPr id="3" name="组合 2">
            <a:extLst>
              <a:ext uri="{FF2B5EF4-FFF2-40B4-BE49-F238E27FC236}">
                <a16:creationId xmlns:a16="http://schemas.microsoft.com/office/drawing/2014/main" id="{9329CB38-5588-FCD3-86CF-B89A266C602E}"/>
              </a:ext>
            </a:extLst>
          </p:cNvPr>
          <p:cNvGrpSpPr/>
          <p:nvPr/>
        </p:nvGrpSpPr>
        <p:grpSpPr>
          <a:xfrm>
            <a:off x="797808" y="1743235"/>
            <a:ext cx="10086988" cy="6208026"/>
            <a:chOff x="1072764" y="0"/>
            <a:chExt cx="10086988" cy="6208026"/>
          </a:xfrm>
        </p:grpSpPr>
        <p:sp>
          <p:nvSpPr>
            <p:cNvPr id="5" name="任意多边形: 形状 4">
              <a:extLst>
                <a:ext uri="{FF2B5EF4-FFF2-40B4-BE49-F238E27FC236}">
                  <a16:creationId xmlns:a16="http://schemas.microsoft.com/office/drawing/2014/main" id="{4FAAA3E9-8BA0-509B-6F6B-B57CFFF89085}"/>
                </a:ext>
              </a:extLst>
            </p:cNvPr>
            <p:cNvSpPr/>
            <p:nvPr/>
          </p:nvSpPr>
          <p:spPr>
            <a:xfrm>
              <a:off x="2319401" y="0"/>
              <a:ext cx="2279738" cy="1891432"/>
            </a:xfrm>
            <a:custGeom>
              <a:avLst/>
              <a:gdLst>
                <a:gd name="connsiteX0" fmla="*/ 288938 w 2279738"/>
                <a:gd name="connsiteY0" fmla="*/ 0 h 1891432"/>
                <a:gd name="connsiteX1" fmla="*/ 1990800 w 2279738"/>
                <a:gd name="connsiteY1" fmla="*/ 0 h 1891432"/>
                <a:gd name="connsiteX2" fmla="*/ 2085067 w 2279738"/>
                <a:gd name="connsiteY2" fmla="*/ 114252 h 1891432"/>
                <a:gd name="connsiteX3" fmla="*/ 2279738 w 2279738"/>
                <a:gd name="connsiteY3" fmla="*/ 751563 h 1891432"/>
                <a:gd name="connsiteX4" fmla="*/ 1139869 w 2279738"/>
                <a:gd name="connsiteY4" fmla="*/ 1891432 h 1891432"/>
                <a:gd name="connsiteX5" fmla="*/ 0 w 2279738"/>
                <a:gd name="connsiteY5" fmla="*/ 751563 h 1891432"/>
                <a:gd name="connsiteX6" fmla="*/ 194672 w 2279738"/>
                <a:gd name="connsiteY6" fmla="*/ 114252 h 1891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79738" h="1891432">
                  <a:moveTo>
                    <a:pt x="288938" y="0"/>
                  </a:moveTo>
                  <a:lnTo>
                    <a:pt x="1990800" y="0"/>
                  </a:lnTo>
                  <a:lnTo>
                    <a:pt x="2085067" y="114252"/>
                  </a:lnTo>
                  <a:cubicBezTo>
                    <a:pt x="2207972" y="296176"/>
                    <a:pt x="2279738" y="515489"/>
                    <a:pt x="2279738" y="751563"/>
                  </a:cubicBezTo>
                  <a:cubicBezTo>
                    <a:pt x="2279738" y="1381095"/>
                    <a:pt x="1769401" y="1891432"/>
                    <a:pt x="1139869" y="1891432"/>
                  </a:cubicBezTo>
                  <a:cubicBezTo>
                    <a:pt x="510337" y="1891432"/>
                    <a:pt x="0" y="1381095"/>
                    <a:pt x="0" y="751563"/>
                  </a:cubicBezTo>
                  <a:cubicBezTo>
                    <a:pt x="0" y="515489"/>
                    <a:pt x="71766" y="296176"/>
                    <a:pt x="194672" y="114252"/>
                  </a:cubicBezTo>
                  <a:close/>
                </a:path>
              </a:pathLst>
            </a:cu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 name="椭圆 5">
              <a:extLst>
                <a:ext uri="{FF2B5EF4-FFF2-40B4-BE49-F238E27FC236}">
                  <a16:creationId xmlns:a16="http://schemas.microsoft.com/office/drawing/2014/main" id="{1A5DC298-C466-B733-8C46-42E91968CF48}"/>
                </a:ext>
              </a:extLst>
            </p:cNvPr>
            <p:cNvSpPr/>
            <p:nvPr/>
          </p:nvSpPr>
          <p:spPr>
            <a:xfrm>
              <a:off x="1072764" y="1915211"/>
              <a:ext cx="173938" cy="17393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椭圆 9">
              <a:extLst>
                <a:ext uri="{FF2B5EF4-FFF2-40B4-BE49-F238E27FC236}">
                  <a16:creationId xmlns:a16="http://schemas.microsoft.com/office/drawing/2014/main" id="{7654BDD5-BE49-E75D-FD6D-0BF50DA5AED9}"/>
                </a:ext>
              </a:extLst>
            </p:cNvPr>
            <p:cNvSpPr/>
            <p:nvPr/>
          </p:nvSpPr>
          <p:spPr>
            <a:xfrm>
              <a:off x="10985814" y="6034088"/>
              <a:ext cx="173938" cy="173938"/>
            </a:xfrm>
            <a:prstGeom prst="ellipse">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 name="文本框 21">
              <a:extLst>
                <a:ext uri="{FF2B5EF4-FFF2-40B4-BE49-F238E27FC236}">
                  <a16:creationId xmlns:a16="http://schemas.microsoft.com/office/drawing/2014/main" id="{D50CCDFB-5A4A-4E22-A335-E2FD94E8742B}"/>
                </a:ext>
              </a:extLst>
            </p:cNvPr>
            <p:cNvSpPr txBox="1"/>
            <p:nvPr/>
          </p:nvSpPr>
          <p:spPr>
            <a:xfrm>
              <a:off x="1442176" y="2335858"/>
              <a:ext cx="5024875" cy="2248469"/>
            </a:xfrm>
            <a:prstGeom prst="rect">
              <a:avLst/>
            </a:prstGeom>
            <a:noFill/>
            <a:effectLst/>
          </p:spPr>
          <p:txBody>
            <a:bodyPr wrap="square" rtlCol="0" anchor="b" anchorCtr="0">
              <a:no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algn="l"/>
              <a:r>
                <a:rPr lang="zh-CN" altLang="en-US" b="0" i="0" dirty="0">
                  <a:solidFill>
                    <a:schemeClr val="tx1"/>
                  </a:solidFill>
                  <a:effectLst/>
                  <a:latin typeface="Inter"/>
                </a:rPr>
                <a:t>传统计算机的运算单元由基于半导体材料制成的逻辑门（如与门、或门、非门等）构成，通过控制电子流动实现布尔逻辑运算，操作具确定性，相同输入会得到相同结果，运算速度受电子元件开关速度和电路延迟限制，不过随半导体工艺进步不断提升，遵循经典物理规律。</a:t>
              </a:r>
            </a:p>
            <a:p>
              <a:pPr algn="l"/>
              <a:br>
                <a:rPr lang="zh-CN" altLang="en-US" dirty="0">
                  <a:solidFill>
                    <a:schemeClr val="tx1"/>
                  </a:solidFill>
                </a:rPr>
              </a:br>
              <a:r>
                <a:rPr lang="zh-CN" altLang="en-US" b="0" i="0" dirty="0">
                  <a:solidFill>
                    <a:schemeClr val="tx1"/>
                  </a:solidFill>
                  <a:effectLst/>
                  <a:latin typeface="Inter"/>
                </a:rPr>
                <a:t>而量子计算的运算单元是量子门，类似传统逻辑门，但操作对象为量子比特，常见的有单量子比特门、多量子比特门等。量子门操作依据量子力学原理，结果具概率性，因量子比特处于叠加态，测量时状态会塌缩，取决于概率幅。同时，量子门操作需在能保持量子态相干性的环境下开展，对环境要求极高。</a:t>
              </a:r>
            </a:p>
          </p:txBody>
        </p:sp>
      </p:grpSp>
      <p:sp>
        <p:nvSpPr>
          <p:cNvPr id="2" name="标题 1">
            <a:extLst>
              <a:ext uri="{FF2B5EF4-FFF2-40B4-BE49-F238E27FC236}">
                <a16:creationId xmlns:a16="http://schemas.microsoft.com/office/drawing/2014/main" id="{B92EAE57-2025-EA10-3643-989405024AE0}"/>
              </a:ext>
            </a:extLst>
          </p:cNvPr>
          <p:cNvSpPr>
            <a:spLocks noGrp="1"/>
          </p:cNvSpPr>
          <p:nvPr>
            <p:ph type="title"/>
          </p:nvPr>
        </p:nvSpPr>
        <p:spPr>
          <a:xfrm>
            <a:off x="764818" y="316636"/>
            <a:ext cx="10858500" cy="900112"/>
          </a:xfrm>
        </p:spPr>
        <p:txBody>
          <a:bodyPr>
            <a:normAutofit/>
          </a:bodyPr>
          <a:lstStyle/>
          <a:p>
            <a:r>
              <a:rPr lang="zh-CN" altLang="zh-CN" sz="4000" b="1" dirty="0">
                <a:effectLst/>
                <a:ea typeface="宋体" panose="02010600030101010101" pitchFamily="2" charset="-122"/>
                <a:cs typeface="Times New Roman" panose="02020603050405020304" pitchFamily="18" charset="0"/>
              </a:rPr>
              <a:t>运算单元</a:t>
            </a:r>
            <a:endParaRPr lang="zh-CN" altLang="en-US" sz="4000" dirty="0">
              <a:latin typeface="霞鹜文楷" pitchFamily="2" charset="-122"/>
              <a:ea typeface="霞鹜文楷" pitchFamily="2" charset="-122"/>
            </a:endParaRPr>
          </a:p>
        </p:txBody>
      </p:sp>
      <p:pic>
        <p:nvPicPr>
          <p:cNvPr id="4098" name="Picture 2" descr="带量子的门图片,通用,相位_大山谷图库">
            <a:extLst>
              <a:ext uri="{FF2B5EF4-FFF2-40B4-BE49-F238E27FC236}">
                <a16:creationId xmlns:a16="http://schemas.microsoft.com/office/drawing/2014/main" id="{60E60317-E41C-FC98-251C-D997B57767BF}"/>
              </a:ext>
            </a:extLst>
          </p:cNvPr>
          <p:cNvPicPr>
            <a:picLocks noChangeAspect="1" noChangeArrowheads="1"/>
          </p:cNvPicPr>
          <p:nvPr/>
        </p:nvPicPr>
        <p:blipFill>
          <a:blip r:embed="rId3">
            <a:alphaModFix/>
            <a:extLst>
              <a:ext uri="{28A0092B-C50C-407E-A947-70E740481C1C}">
                <a14:useLocalDpi xmlns:a14="http://schemas.microsoft.com/office/drawing/2010/main" val="0"/>
              </a:ext>
            </a:extLst>
          </a:blip>
          <a:srcRect/>
          <a:stretch>
            <a:fillRect/>
          </a:stretch>
        </p:blipFill>
        <p:spPr bwMode="auto">
          <a:xfrm>
            <a:off x="6682107" y="1989640"/>
            <a:ext cx="5079094" cy="35109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17152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FD4AA-6E07-F6D6-3474-4C2B0FB29BB4}"/>
            </a:ext>
          </a:extLst>
        </p:cNvPr>
        <p:cNvGrpSpPr/>
        <p:nvPr/>
      </p:nvGrpSpPr>
      <p:grpSpPr>
        <a:xfrm>
          <a:off x="0" y="0"/>
          <a:ext cx="0" cy="0"/>
          <a:chOff x="0" y="0"/>
          <a:chExt cx="0" cy="0"/>
        </a:xfrm>
      </p:grpSpPr>
      <p:sp>
        <p:nvSpPr>
          <p:cNvPr id="9" name="矩形: 圆角 8">
            <a:extLst>
              <a:ext uri="{FF2B5EF4-FFF2-40B4-BE49-F238E27FC236}">
                <a16:creationId xmlns:a16="http://schemas.microsoft.com/office/drawing/2014/main" id="{9112E824-0929-12A8-EF0C-02EEE24C4D18}"/>
              </a:ext>
            </a:extLst>
          </p:cNvPr>
          <p:cNvSpPr/>
          <p:nvPr>
            <p:custDataLst>
              <p:tags r:id="rId1"/>
            </p:custDataLst>
          </p:nvPr>
        </p:nvSpPr>
        <p:spPr>
          <a:xfrm>
            <a:off x="754307" y="1162493"/>
            <a:ext cx="5611051" cy="5328645"/>
          </a:xfrm>
          <a:prstGeom prst="roundRect">
            <a:avLst>
              <a:gd name="adj" fmla="val 14300"/>
            </a:avLst>
          </a:prstGeom>
          <a:solidFill>
            <a:schemeClr val="accent1">
              <a:alpha val="1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latin typeface="霞鹜文楷" pitchFamily="2" charset="-122"/>
              <a:ea typeface="霞鹜文楷" pitchFamily="2" charset="-122"/>
            </a:endParaRPr>
          </a:p>
        </p:txBody>
      </p:sp>
      <p:grpSp>
        <p:nvGrpSpPr>
          <p:cNvPr id="3" name="组合 2">
            <a:extLst>
              <a:ext uri="{FF2B5EF4-FFF2-40B4-BE49-F238E27FC236}">
                <a16:creationId xmlns:a16="http://schemas.microsoft.com/office/drawing/2014/main" id="{FE48F5AA-7A7E-CABB-00DD-CF70BE5AFEEA}"/>
              </a:ext>
            </a:extLst>
          </p:cNvPr>
          <p:cNvGrpSpPr/>
          <p:nvPr/>
        </p:nvGrpSpPr>
        <p:grpSpPr>
          <a:xfrm>
            <a:off x="1061237" y="190245"/>
            <a:ext cx="10135335" cy="6208026"/>
            <a:chOff x="1024417" y="0"/>
            <a:chExt cx="10135335" cy="6208026"/>
          </a:xfrm>
        </p:grpSpPr>
        <p:sp>
          <p:nvSpPr>
            <p:cNvPr id="5" name="任意多边形: 形状 4">
              <a:extLst>
                <a:ext uri="{FF2B5EF4-FFF2-40B4-BE49-F238E27FC236}">
                  <a16:creationId xmlns:a16="http://schemas.microsoft.com/office/drawing/2014/main" id="{564D0C8F-AFE3-DCA1-37DA-CF84BE245087}"/>
                </a:ext>
              </a:extLst>
            </p:cNvPr>
            <p:cNvSpPr/>
            <p:nvPr/>
          </p:nvSpPr>
          <p:spPr>
            <a:xfrm>
              <a:off x="2319401" y="0"/>
              <a:ext cx="2279738" cy="1891432"/>
            </a:xfrm>
            <a:custGeom>
              <a:avLst/>
              <a:gdLst>
                <a:gd name="connsiteX0" fmla="*/ 288938 w 2279738"/>
                <a:gd name="connsiteY0" fmla="*/ 0 h 1891432"/>
                <a:gd name="connsiteX1" fmla="*/ 1990800 w 2279738"/>
                <a:gd name="connsiteY1" fmla="*/ 0 h 1891432"/>
                <a:gd name="connsiteX2" fmla="*/ 2085067 w 2279738"/>
                <a:gd name="connsiteY2" fmla="*/ 114252 h 1891432"/>
                <a:gd name="connsiteX3" fmla="*/ 2279738 w 2279738"/>
                <a:gd name="connsiteY3" fmla="*/ 751563 h 1891432"/>
                <a:gd name="connsiteX4" fmla="*/ 1139869 w 2279738"/>
                <a:gd name="connsiteY4" fmla="*/ 1891432 h 1891432"/>
                <a:gd name="connsiteX5" fmla="*/ 0 w 2279738"/>
                <a:gd name="connsiteY5" fmla="*/ 751563 h 1891432"/>
                <a:gd name="connsiteX6" fmla="*/ 194672 w 2279738"/>
                <a:gd name="connsiteY6" fmla="*/ 114252 h 1891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79738" h="1891432">
                  <a:moveTo>
                    <a:pt x="288938" y="0"/>
                  </a:moveTo>
                  <a:lnTo>
                    <a:pt x="1990800" y="0"/>
                  </a:lnTo>
                  <a:lnTo>
                    <a:pt x="2085067" y="114252"/>
                  </a:lnTo>
                  <a:cubicBezTo>
                    <a:pt x="2207972" y="296176"/>
                    <a:pt x="2279738" y="515489"/>
                    <a:pt x="2279738" y="751563"/>
                  </a:cubicBezTo>
                  <a:cubicBezTo>
                    <a:pt x="2279738" y="1381095"/>
                    <a:pt x="1769401" y="1891432"/>
                    <a:pt x="1139869" y="1891432"/>
                  </a:cubicBezTo>
                  <a:cubicBezTo>
                    <a:pt x="510337" y="1891432"/>
                    <a:pt x="0" y="1381095"/>
                    <a:pt x="0" y="751563"/>
                  </a:cubicBezTo>
                  <a:cubicBezTo>
                    <a:pt x="0" y="515489"/>
                    <a:pt x="71766" y="296176"/>
                    <a:pt x="194672" y="114252"/>
                  </a:cubicBezTo>
                  <a:close/>
                </a:path>
              </a:pathLst>
            </a:cu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 name="椭圆 5">
              <a:extLst>
                <a:ext uri="{FF2B5EF4-FFF2-40B4-BE49-F238E27FC236}">
                  <a16:creationId xmlns:a16="http://schemas.microsoft.com/office/drawing/2014/main" id="{BAF52E4F-B063-EE28-3730-0F323F053EBF}"/>
                </a:ext>
              </a:extLst>
            </p:cNvPr>
            <p:cNvSpPr/>
            <p:nvPr/>
          </p:nvSpPr>
          <p:spPr>
            <a:xfrm>
              <a:off x="1072764" y="1915211"/>
              <a:ext cx="173938" cy="17393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椭圆 9">
              <a:extLst>
                <a:ext uri="{FF2B5EF4-FFF2-40B4-BE49-F238E27FC236}">
                  <a16:creationId xmlns:a16="http://schemas.microsoft.com/office/drawing/2014/main" id="{238125EC-E9FB-7667-6423-7472464D8529}"/>
                </a:ext>
              </a:extLst>
            </p:cNvPr>
            <p:cNvSpPr/>
            <p:nvPr/>
          </p:nvSpPr>
          <p:spPr>
            <a:xfrm>
              <a:off x="10985814" y="6034088"/>
              <a:ext cx="173938" cy="173938"/>
            </a:xfrm>
            <a:prstGeom prst="ellipse">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 name="文本框 21">
              <a:extLst>
                <a:ext uri="{FF2B5EF4-FFF2-40B4-BE49-F238E27FC236}">
                  <a16:creationId xmlns:a16="http://schemas.microsoft.com/office/drawing/2014/main" id="{96308254-E784-7211-0D40-58F24795EED7}"/>
                </a:ext>
              </a:extLst>
            </p:cNvPr>
            <p:cNvSpPr txBox="1"/>
            <p:nvPr/>
          </p:nvSpPr>
          <p:spPr>
            <a:xfrm>
              <a:off x="1024417" y="2823013"/>
              <a:ext cx="5115382" cy="3298044"/>
            </a:xfrm>
            <a:prstGeom prst="rect">
              <a:avLst/>
            </a:prstGeom>
            <a:noFill/>
            <a:effectLst/>
          </p:spPr>
          <p:txBody>
            <a:bodyPr wrap="square" rtlCol="0" anchor="b" anchorCtr="0">
              <a:no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algn="l">
                <a:lnSpc>
                  <a:spcPts val="2600"/>
                </a:lnSpc>
              </a:pPr>
              <a:r>
                <a:rPr lang="zh-CN" altLang="en-US" b="0" i="0" dirty="0">
                  <a:solidFill>
                    <a:schemeClr val="tx1"/>
                  </a:solidFill>
                  <a:effectLst/>
                  <a:latin typeface="Inter"/>
                </a:rPr>
                <a:t>传统计算机的控制单元基于冯诺依曼结构，相对成熟，主要负责协调各部件工作，如读写内存等，依靠时钟信号同步操作，借指令计数器确定下条指令，通过译码与产生控制信号保障系统稳定运行。</a:t>
              </a:r>
            </a:p>
            <a:p>
              <a:pPr algn="l">
                <a:lnSpc>
                  <a:spcPts val="2600"/>
                </a:lnSpc>
              </a:pPr>
              <a:br>
                <a:rPr lang="zh-CN" altLang="en-US" dirty="0">
                  <a:solidFill>
                    <a:schemeClr val="tx1"/>
                  </a:solidFill>
                </a:rPr>
              </a:br>
              <a:r>
                <a:rPr lang="zh-CN" altLang="en-US" b="0" i="0" dirty="0">
                  <a:solidFill>
                    <a:schemeClr val="tx1"/>
                  </a:solidFill>
                  <a:effectLst/>
                  <a:latin typeface="Inter"/>
                </a:rPr>
                <a:t>量子计算的控制单元则复杂得多，一方面要精确控制量子比特状态及量子门操作，鉴于量子态脆弱，需在不破坏量子相干性的条件下发送控制信号，像离子阱量子计算机中要靠精准激光脉冲等操纵离子量子态；另一方面还得处理量子纠错问题，因量子比特易受环境噪声干扰出错，运行纠错算法纠正错误会涉及大量经典信息处理，影响计算机整体性能。</a:t>
              </a:r>
            </a:p>
          </p:txBody>
        </p:sp>
      </p:grpSp>
      <p:sp>
        <p:nvSpPr>
          <p:cNvPr id="2" name="标题 1">
            <a:extLst>
              <a:ext uri="{FF2B5EF4-FFF2-40B4-BE49-F238E27FC236}">
                <a16:creationId xmlns:a16="http://schemas.microsoft.com/office/drawing/2014/main" id="{20536E49-9EC4-3F84-77E5-5A1F223B6459}"/>
              </a:ext>
            </a:extLst>
          </p:cNvPr>
          <p:cNvSpPr>
            <a:spLocks noGrp="1"/>
          </p:cNvSpPr>
          <p:nvPr>
            <p:ph type="title"/>
          </p:nvPr>
        </p:nvSpPr>
        <p:spPr>
          <a:xfrm>
            <a:off x="747369" y="366861"/>
            <a:ext cx="10858500" cy="900112"/>
          </a:xfrm>
        </p:spPr>
        <p:txBody>
          <a:bodyPr>
            <a:normAutofit/>
          </a:bodyPr>
          <a:lstStyle/>
          <a:p>
            <a:r>
              <a:rPr lang="zh-CN" altLang="zh-CN" sz="4000" b="1" dirty="0">
                <a:effectLst/>
                <a:ea typeface="宋体" panose="02010600030101010101" pitchFamily="2" charset="-122"/>
                <a:cs typeface="Times New Roman" panose="02020603050405020304" pitchFamily="18" charset="0"/>
              </a:rPr>
              <a:t>控制单元</a:t>
            </a:r>
            <a:endParaRPr lang="zh-CN" altLang="en-US" sz="4000" dirty="0">
              <a:latin typeface="霞鹜文楷" pitchFamily="2" charset="-122"/>
              <a:ea typeface="霞鹜文楷" pitchFamily="2" charset="-122"/>
            </a:endParaRPr>
          </a:p>
        </p:txBody>
      </p:sp>
      <p:pic>
        <p:nvPicPr>
          <p:cNvPr id="6146" name="Picture 2" descr="『时间之树』与『以太之海』-崩坏3社区-米游社">
            <a:extLst>
              <a:ext uri="{FF2B5EF4-FFF2-40B4-BE49-F238E27FC236}">
                <a16:creationId xmlns:a16="http://schemas.microsoft.com/office/drawing/2014/main" id="{C70D0AF3-ECC3-6108-4C4B-F2FAD39548B9}"/>
              </a:ext>
            </a:extLst>
          </p:cNvPr>
          <p:cNvPicPr>
            <a:picLocks noChangeAspect="1" noChangeArrowheads="1"/>
          </p:cNvPicPr>
          <p:nvPr/>
        </p:nvPicPr>
        <p:blipFill>
          <a:blip r:embed="rId3">
            <a:alphaModFix/>
            <a:extLst>
              <a:ext uri="{28A0092B-C50C-407E-A947-70E740481C1C}">
                <a14:useLocalDpi xmlns:a14="http://schemas.microsoft.com/office/drawing/2010/main" val="0"/>
              </a:ext>
            </a:extLst>
          </a:blip>
          <a:srcRect/>
          <a:stretch>
            <a:fillRect/>
          </a:stretch>
        </p:blipFill>
        <p:spPr bwMode="auto">
          <a:xfrm>
            <a:off x="6672288" y="1897040"/>
            <a:ext cx="4997628" cy="35255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38542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B36AFF-BAA6-0556-1798-D229F45E69E3}"/>
            </a:ext>
          </a:extLst>
        </p:cNvPr>
        <p:cNvGrpSpPr/>
        <p:nvPr/>
      </p:nvGrpSpPr>
      <p:grpSpPr>
        <a:xfrm>
          <a:off x="0" y="0"/>
          <a:ext cx="0" cy="0"/>
          <a:chOff x="0" y="0"/>
          <a:chExt cx="0" cy="0"/>
        </a:xfrm>
      </p:grpSpPr>
      <p:sp>
        <p:nvSpPr>
          <p:cNvPr id="9" name="矩形: 圆角 8">
            <a:extLst>
              <a:ext uri="{FF2B5EF4-FFF2-40B4-BE49-F238E27FC236}">
                <a16:creationId xmlns:a16="http://schemas.microsoft.com/office/drawing/2014/main" id="{3DCCF60C-30F3-715C-5033-4F2F0EB3C55F}"/>
              </a:ext>
            </a:extLst>
          </p:cNvPr>
          <p:cNvSpPr/>
          <p:nvPr>
            <p:custDataLst>
              <p:tags r:id="rId1"/>
            </p:custDataLst>
          </p:nvPr>
        </p:nvSpPr>
        <p:spPr>
          <a:xfrm>
            <a:off x="795675" y="1165634"/>
            <a:ext cx="5429247" cy="5232638"/>
          </a:xfrm>
          <a:prstGeom prst="roundRect">
            <a:avLst>
              <a:gd name="adj" fmla="val 14300"/>
            </a:avLst>
          </a:prstGeom>
          <a:solidFill>
            <a:schemeClr val="accent1">
              <a:alpha val="10000"/>
            </a:schemeClr>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latin typeface="霞鹜文楷" pitchFamily="2" charset="-122"/>
              <a:ea typeface="霞鹜文楷" pitchFamily="2" charset="-122"/>
            </a:endParaRPr>
          </a:p>
        </p:txBody>
      </p:sp>
      <p:grpSp>
        <p:nvGrpSpPr>
          <p:cNvPr id="3" name="组合 2">
            <a:extLst>
              <a:ext uri="{FF2B5EF4-FFF2-40B4-BE49-F238E27FC236}">
                <a16:creationId xmlns:a16="http://schemas.microsoft.com/office/drawing/2014/main" id="{A277370C-59A4-9019-6D10-B4A4526206AC}"/>
              </a:ext>
            </a:extLst>
          </p:cNvPr>
          <p:cNvGrpSpPr/>
          <p:nvPr/>
        </p:nvGrpSpPr>
        <p:grpSpPr>
          <a:xfrm>
            <a:off x="1109584" y="190245"/>
            <a:ext cx="10086988" cy="6208026"/>
            <a:chOff x="1072764" y="0"/>
            <a:chExt cx="10086988" cy="6208026"/>
          </a:xfrm>
        </p:grpSpPr>
        <p:sp>
          <p:nvSpPr>
            <p:cNvPr id="5" name="任意多边形: 形状 4">
              <a:extLst>
                <a:ext uri="{FF2B5EF4-FFF2-40B4-BE49-F238E27FC236}">
                  <a16:creationId xmlns:a16="http://schemas.microsoft.com/office/drawing/2014/main" id="{9C646EA3-C230-1460-0F60-8C96E90BF31D}"/>
                </a:ext>
              </a:extLst>
            </p:cNvPr>
            <p:cNvSpPr/>
            <p:nvPr/>
          </p:nvSpPr>
          <p:spPr>
            <a:xfrm>
              <a:off x="2319401" y="0"/>
              <a:ext cx="2279738" cy="1891432"/>
            </a:xfrm>
            <a:custGeom>
              <a:avLst/>
              <a:gdLst>
                <a:gd name="connsiteX0" fmla="*/ 288938 w 2279738"/>
                <a:gd name="connsiteY0" fmla="*/ 0 h 1891432"/>
                <a:gd name="connsiteX1" fmla="*/ 1990800 w 2279738"/>
                <a:gd name="connsiteY1" fmla="*/ 0 h 1891432"/>
                <a:gd name="connsiteX2" fmla="*/ 2085067 w 2279738"/>
                <a:gd name="connsiteY2" fmla="*/ 114252 h 1891432"/>
                <a:gd name="connsiteX3" fmla="*/ 2279738 w 2279738"/>
                <a:gd name="connsiteY3" fmla="*/ 751563 h 1891432"/>
                <a:gd name="connsiteX4" fmla="*/ 1139869 w 2279738"/>
                <a:gd name="connsiteY4" fmla="*/ 1891432 h 1891432"/>
                <a:gd name="connsiteX5" fmla="*/ 0 w 2279738"/>
                <a:gd name="connsiteY5" fmla="*/ 751563 h 1891432"/>
                <a:gd name="connsiteX6" fmla="*/ 194672 w 2279738"/>
                <a:gd name="connsiteY6" fmla="*/ 114252 h 1891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79738" h="1891432">
                  <a:moveTo>
                    <a:pt x="288938" y="0"/>
                  </a:moveTo>
                  <a:lnTo>
                    <a:pt x="1990800" y="0"/>
                  </a:lnTo>
                  <a:lnTo>
                    <a:pt x="2085067" y="114252"/>
                  </a:lnTo>
                  <a:cubicBezTo>
                    <a:pt x="2207972" y="296176"/>
                    <a:pt x="2279738" y="515489"/>
                    <a:pt x="2279738" y="751563"/>
                  </a:cubicBezTo>
                  <a:cubicBezTo>
                    <a:pt x="2279738" y="1381095"/>
                    <a:pt x="1769401" y="1891432"/>
                    <a:pt x="1139869" y="1891432"/>
                  </a:cubicBezTo>
                  <a:cubicBezTo>
                    <a:pt x="510337" y="1891432"/>
                    <a:pt x="0" y="1381095"/>
                    <a:pt x="0" y="751563"/>
                  </a:cubicBezTo>
                  <a:cubicBezTo>
                    <a:pt x="0" y="515489"/>
                    <a:pt x="71766" y="296176"/>
                    <a:pt x="194672" y="114252"/>
                  </a:cubicBezTo>
                  <a:close/>
                </a:path>
              </a:pathLst>
            </a:cu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 name="椭圆 5">
              <a:extLst>
                <a:ext uri="{FF2B5EF4-FFF2-40B4-BE49-F238E27FC236}">
                  <a16:creationId xmlns:a16="http://schemas.microsoft.com/office/drawing/2014/main" id="{5318BA32-2239-D185-EB72-85403AB56EF6}"/>
                </a:ext>
              </a:extLst>
            </p:cNvPr>
            <p:cNvSpPr/>
            <p:nvPr/>
          </p:nvSpPr>
          <p:spPr>
            <a:xfrm>
              <a:off x="1072764" y="1915211"/>
              <a:ext cx="173938" cy="17393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椭圆 9">
              <a:extLst>
                <a:ext uri="{FF2B5EF4-FFF2-40B4-BE49-F238E27FC236}">
                  <a16:creationId xmlns:a16="http://schemas.microsoft.com/office/drawing/2014/main" id="{0327B548-AE91-154A-1965-B5C0E3AFD212}"/>
                </a:ext>
              </a:extLst>
            </p:cNvPr>
            <p:cNvSpPr/>
            <p:nvPr/>
          </p:nvSpPr>
          <p:spPr>
            <a:xfrm>
              <a:off x="10985814" y="6034088"/>
              <a:ext cx="173938" cy="173938"/>
            </a:xfrm>
            <a:prstGeom prst="ellipse">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 name="文本框 21">
              <a:extLst>
                <a:ext uri="{FF2B5EF4-FFF2-40B4-BE49-F238E27FC236}">
                  <a16:creationId xmlns:a16="http://schemas.microsoft.com/office/drawing/2014/main" id="{389A5F24-5B87-E1FE-C282-2DECAB1CBEB0}"/>
                </a:ext>
              </a:extLst>
            </p:cNvPr>
            <p:cNvSpPr txBox="1"/>
            <p:nvPr/>
          </p:nvSpPr>
          <p:spPr>
            <a:xfrm>
              <a:off x="1602152" y="2002180"/>
              <a:ext cx="8987696" cy="3887848"/>
            </a:xfrm>
            <a:prstGeom prst="rect">
              <a:avLst/>
            </a:prstGeom>
            <a:noFill/>
            <a:effectLst/>
          </p:spPr>
          <p:txBody>
            <a:bodyPr wrap="square" rtlCol="0" anchor="b" anchorCtr="0">
              <a:noAutofit/>
            </a:bodyPr>
            <a:lstStyle>
              <a:defPPr>
                <a:defRPr lang="zh-CN"/>
              </a:defPPr>
              <a:lvl1pPr>
                <a:defRPr sz="2000" b="1" i="0">
                  <a:gradFill>
                    <a:gsLst>
                      <a:gs pos="0">
                        <a:schemeClr val="accent1">
                          <a:lumMod val="60000"/>
                          <a:lumOff val="40000"/>
                        </a:schemeClr>
                      </a:gs>
                      <a:gs pos="60000">
                        <a:schemeClr val="accent1"/>
                      </a:gs>
                    </a:gsLst>
                    <a:lin ang="2700000" scaled="0"/>
                  </a:gradFill>
                  <a:effectLst>
                    <a:outerShdw blurRad="76200" dist="50800" dir="5400000" algn="ctr" rotWithShape="0">
                      <a:schemeClr val="accent1">
                        <a:alpha val="20000"/>
                      </a:schemeClr>
                    </a:outerShdw>
                  </a:effectLst>
                </a:defRPr>
              </a:lvl1pPr>
            </a:lstStyle>
            <a:p>
              <a:pPr algn="l"/>
              <a:endParaRPr lang="zh-CN" altLang="en-US" b="0" i="0" dirty="0">
                <a:solidFill>
                  <a:schemeClr val="tx1"/>
                </a:solidFill>
                <a:effectLst/>
                <a:latin typeface="Inter"/>
              </a:endParaRPr>
            </a:p>
          </p:txBody>
        </p:sp>
      </p:grpSp>
      <p:sp>
        <p:nvSpPr>
          <p:cNvPr id="2" name="标题 1">
            <a:extLst>
              <a:ext uri="{FF2B5EF4-FFF2-40B4-BE49-F238E27FC236}">
                <a16:creationId xmlns:a16="http://schemas.microsoft.com/office/drawing/2014/main" id="{131DAB90-C314-1C12-4A19-7E33FE06CCA3}"/>
              </a:ext>
            </a:extLst>
          </p:cNvPr>
          <p:cNvSpPr>
            <a:spLocks noGrp="1"/>
          </p:cNvSpPr>
          <p:nvPr>
            <p:ph type="title"/>
          </p:nvPr>
        </p:nvSpPr>
        <p:spPr>
          <a:xfrm>
            <a:off x="666750" y="338193"/>
            <a:ext cx="10858500" cy="900112"/>
          </a:xfrm>
        </p:spPr>
        <p:txBody>
          <a:bodyPr>
            <a:normAutofit/>
          </a:bodyPr>
          <a:lstStyle/>
          <a:p>
            <a:pPr indent="228600" algn="just"/>
            <a:r>
              <a:rPr lang="zh-CN" altLang="zh-CN" sz="4000" b="1" kern="100" dirty="0">
                <a:effectLst/>
                <a:latin typeface="等线" panose="02010600030101010101" pitchFamily="2" charset="-122"/>
                <a:ea typeface="宋体" panose="02010600030101010101" pitchFamily="2" charset="-122"/>
                <a:cs typeface="Times New Roman" panose="02020603050405020304" pitchFamily="18" charset="0"/>
              </a:rPr>
              <a:t>整体架构布局</a:t>
            </a:r>
            <a:endParaRPr lang="zh-CN" altLang="zh-CN" sz="40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8" name="Rectangle 3">
            <a:extLst>
              <a:ext uri="{FF2B5EF4-FFF2-40B4-BE49-F238E27FC236}">
                <a16:creationId xmlns:a16="http://schemas.microsoft.com/office/drawing/2014/main" id="{0075B660-30DE-F2CA-A7E9-49E5FBFAA93A}"/>
              </a:ext>
            </a:extLst>
          </p:cNvPr>
          <p:cNvSpPr>
            <a:spLocks noChangeArrowheads="1"/>
          </p:cNvSpPr>
          <p:nvPr/>
        </p:nvSpPr>
        <p:spPr bwMode="auto">
          <a:xfrm>
            <a:off x="995428" y="1285640"/>
            <a:ext cx="5300325" cy="5065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ts val="2600"/>
              </a:lnSpc>
              <a:spcBef>
                <a:spcPct val="0"/>
              </a:spcBef>
              <a:spcAft>
                <a:spcPct val="0"/>
              </a:spcAft>
              <a:buClrTx/>
              <a:buSzTx/>
              <a:buFontTx/>
              <a:buNone/>
              <a:tabLst/>
            </a:pPr>
            <a:r>
              <a:rPr kumimoji="0" lang="zh-CN" altLang="zh-CN" b="1" i="0" u="none" strike="noStrike" cap="none" normalizeH="0" baseline="0" dirty="0">
                <a:ln>
                  <a:noFill/>
                </a:ln>
                <a:solidFill>
                  <a:schemeClr val="tx1"/>
                </a:solidFill>
                <a:effectLst/>
                <a:latin typeface="+mn-ea"/>
                <a:cs typeface="Times New Roman" panose="02020603050405020304" pitchFamily="18" charset="0"/>
              </a:rPr>
              <a:t>传统计算</a:t>
            </a:r>
            <a:r>
              <a:rPr kumimoji="0" lang="zh-CN" altLang="en-US" b="1" i="0" u="none" strike="noStrike" cap="none" normalizeH="0" baseline="0" dirty="0">
                <a:ln>
                  <a:noFill/>
                </a:ln>
                <a:solidFill>
                  <a:schemeClr val="tx1"/>
                </a:solidFill>
                <a:effectLst/>
                <a:latin typeface="+mn-ea"/>
                <a:cs typeface="Times New Roman" panose="02020603050405020304" pitchFamily="18" charset="0"/>
              </a:rPr>
              <a:t>机</a:t>
            </a:r>
            <a:r>
              <a:rPr kumimoji="0" lang="zh-CN" altLang="zh-CN" b="0" i="0" u="none" strike="noStrike" cap="none" normalizeH="0" baseline="0" dirty="0">
                <a:ln>
                  <a:noFill/>
                </a:ln>
                <a:solidFill>
                  <a:schemeClr val="tx1"/>
                </a:solidFill>
                <a:effectLst/>
                <a:latin typeface="+mn-ea"/>
                <a:cs typeface="宋体" panose="02010600030101010101" pitchFamily="2" charset="-122"/>
              </a:rPr>
              <a:t>遵循</a:t>
            </a:r>
            <a:r>
              <a:rPr kumimoji="0" lang="zh-CN" altLang="zh-CN" b="1" i="0" u="none" strike="noStrike" cap="none" normalizeH="0" baseline="0" dirty="0">
                <a:ln>
                  <a:noFill/>
                </a:ln>
                <a:solidFill>
                  <a:schemeClr val="tx1"/>
                </a:solidFill>
                <a:effectLst/>
                <a:latin typeface="+mn-ea"/>
                <a:cs typeface="宋体" panose="02010600030101010101" pitchFamily="2" charset="-122"/>
              </a:rPr>
              <a:t>冯诺依曼架构</a:t>
            </a:r>
            <a:r>
              <a:rPr kumimoji="0" lang="zh-CN" altLang="zh-CN" b="0" i="0" u="none" strike="noStrike" cap="none" normalizeH="0" baseline="0" dirty="0">
                <a:ln>
                  <a:noFill/>
                </a:ln>
                <a:solidFill>
                  <a:schemeClr val="tx1"/>
                </a:solidFill>
                <a:effectLst/>
                <a:latin typeface="+mn-ea"/>
                <a:cs typeface="宋体" panose="02010600030101010101" pitchFamily="2" charset="-122"/>
              </a:rPr>
              <a:t>，主要包括运算器、控制器、存储器、输入设备和输出设备。数据和指令在存储器和运算器之间通过总线进行传输，整个系统的运行是基于电信号的顺序执行过程。这种架构使得传统计算机在处理复杂的逻辑任务和顺序性较强的任务时表现出色。</a:t>
            </a:r>
            <a:endParaRPr kumimoji="0" lang="en-US" altLang="zh-CN" b="0" i="0" u="none" strike="noStrike" cap="none" normalizeH="0" baseline="0" dirty="0">
              <a:ln>
                <a:noFill/>
              </a:ln>
              <a:solidFill>
                <a:schemeClr val="tx1"/>
              </a:solidFill>
              <a:effectLst/>
              <a:latin typeface="+mn-ea"/>
              <a:cs typeface="宋体" panose="02010600030101010101" pitchFamily="2" charset="-122"/>
            </a:endParaRPr>
          </a:p>
          <a:p>
            <a:pPr marL="0" marR="0" lvl="0" indent="0" algn="l" defTabSz="914400" rtl="0" eaLnBrk="0" fontAlgn="base" latinLnBrk="0" hangingPunct="0">
              <a:lnSpc>
                <a:spcPts val="2600"/>
              </a:lnSpc>
              <a:spcBef>
                <a:spcPct val="0"/>
              </a:spcBef>
              <a:spcAft>
                <a:spcPct val="0"/>
              </a:spcAft>
              <a:buClrTx/>
              <a:buSzTx/>
              <a:buFontTx/>
              <a:buNone/>
              <a:tabLst/>
            </a:pPr>
            <a:endParaRPr lang="en-US" altLang="zh-CN" dirty="0">
              <a:latin typeface="+mn-ea"/>
              <a:cs typeface="宋体" panose="02010600030101010101" pitchFamily="2" charset="-122"/>
            </a:endParaRPr>
          </a:p>
          <a:p>
            <a:pPr marL="0" marR="0" lvl="0" indent="0" algn="l" defTabSz="914400" rtl="0" eaLnBrk="0" fontAlgn="base" latinLnBrk="0" hangingPunct="0">
              <a:lnSpc>
                <a:spcPts val="2600"/>
              </a:lnSpc>
              <a:spcBef>
                <a:spcPct val="0"/>
              </a:spcBef>
              <a:spcAft>
                <a:spcPct val="0"/>
              </a:spcAft>
              <a:buClrTx/>
              <a:buSzTx/>
              <a:buFontTx/>
              <a:buNone/>
              <a:tabLst/>
            </a:pPr>
            <a:r>
              <a:rPr kumimoji="0" lang="zh-CN" altLang="zh-CN" b="0" i="0" u="none" strike="noStrike" cap="none" normalizeH="0" baseline="0" dirty="0">
                <a:ln>
                  <a:noFill/>
                </a:ln>
                <a:solidFill>
                  <a:schemeClr val="tx1"/>
                </a:solidFill>
                <a:effectLst/>
                <a:latin typeface="+mn-ea"/>
                <a:cs typeface="Times New Roman" panose="02020603050405020304" pitchFamily="18" charset="0"/>
              </a:rPr>
              <a:t>量子计算机的架构目前还在</a:t>
            </a:r>
            <a:r>
              <a:rPr kumimoji="0" lang="zh-CN" altLang="zh-CN" b="1" i="0" u="none" strike="noStrike" cap="none" normalizeH="0" baseline="0" dirty="0">
                <a:ln>
                  <a:noFill/>
                </a:ln>
                <a:solidFill>
                  <a:schemeClr val="tx1"/>
                </a:solidFill>
                <a:effectLst/>
                <a:latin typeface="+mn-ea"/>
                <a:cs typeface="Times New Roman" panose="02020603050405020304" pitchFamily="18" charset="0"/>
              </a:rPr>
              <a:t>不断发展和完善</a:t>
            </a:r>
            <a:r>
              <a:rPr kumimoji="0" lang="zh-CN" altLang="zh-CN" b="0" i="0" u="none" strike="noStrike" cap="none" normalizeH="0" baseline="0" dirty="0">
                <a:ln>
                  <a:noFill/>
                </a:ln>
                <a:solidFill>
                  <a:schemeClr val="tx1"/>
                </a:solidFill>
                <a:effectLst/>
                <a:latin typeface="+mn-ea"/>
                <a:cs typeface="Times New Roman" panose="02020603050405020304" pitchFamily="18" charset="0"/>
              </a:rPr>
              <a:t>中。除了上述提到的量子数据平面、控制和测量平面、控制处理器平面和主处理器等部分外，还需要考虑量子比特的物理实现、量子态的制备和维持、量子门的操作精度以及量子纠错等多个方面。</a:t>
            </a:r>
            <a:r>
              <a:rPr kumimoji="0" lang="en-US" altLang="zh-CN" b="0" i="0" u="none" strike="noStrike" cap="none" normalizeH="0" baseline="0" dirty="0">
                <a:ln>
                  <a:noFill/>
                </a:ln>
                <a:solidFill>
                  <a:schemeClr val="tx1"/>
                </a:solidFill>
                <a:effectLst/>
                <a:latin typeface="+mn-ea"/>
                <a:cs typeface="Times New Roman" panose="02020603050405020304" pitchFamily="18" charset="0"/>
              </a:rPr>
              <a:t>[10]</a:t>
            </a:r>
            <a:r>
              <a:rPr kumimoji="0" lang="zh-CN" altLang="en-US" b="0" i="0" u="none" strike="noStrike" cap="none" normalizeH="0" baseline="0" dirty="0">
                <a:ln>
                  <a:noFill/>
                </a:ln>
                <a:solidFill>
                  <a:schemeClr val="tx1"/>
                </a:solidFill>
                <a:effectLst/>
                <a:latin typeface="+mn-ea"/>
                <a:cs typeface="Times New Roman" panose="02020603050405020304" pitchFamily="18" charset="0"/>
              </a:rPr>
              <a:t>整体架构更注重量子态的利用和量子信息的处理，并且通常需要与经典计算机相结合，利用经典计算机的优势来弥补量子计算机在某些方面的不足。</a:t>
            </a:r>
            <a:endParaRPr kumimoji="0" lang="zh-CN" altLang="en-US" b="0" i="0" u="none" strike="noStrike" cap="none" normalizeH="0" baseline="0" dirty="0">
              <a:ln>
                <a:noFill/>
              </a:ln>
              <a:solidFill>
                <a:schemeClr val="tx1"/>
              </a:solidFill>
              <a:effectLst/>
              <a:latin typeface="+mn-ea"/>
            </a:endParaRPr>
          </a:p>
        </p:txBody>
      </p:sp>
      <p:pic>
        <p:nvPicPr>
          <p:cNvPr id="7173" name="Picture 5" descr="量子计算机基本原理 - 知乎">
            <a:extLst>
              <a:ext uri="{FF2B5EF4-FFF2-40B4-BE49-F238E27FC236}">
                <a16:creationId xmlns:a16="http://schemas.microsoft.com/office/drawing/2014/main" id="{F10D88A1-C583-9B48-68C6-8E91A0F0BA01}"/>
              </a:ext>
            </a:extLst>
          </p:cNvPr>
          <p:cNvPicPr>
            <a:picLocks noChangeAspect="1" noChangeArrowheads="1"/>
          </p:cNvPicPr>
          <p:nvPr/>
        </p:nvPicPr>
        <p:blipFill>
          <a:blip r:embed="rId3">
            <a:alphaModFix/>
            <a:extLst>
              <a:ext uri="{28A0092B-C50C-407E-A947-70E740481C1C}">
                <a14:useLocalDpi xmlns:a14="http://schemas.microsoft.com/office/drawing/2010/main" val="0"/>
              </a:ext>
            </a:extLst>
          </a:blip>
          <a:srcRect/>
          <a:stretch>
            <a:fillRect/>
          </a:stretch>
        </p:blipFill>
        <p:spPr bwMode="auto">
          <a:xfrm>
            <a:off x="6580372" y="1942214"/>
            <a:ext cx="4895669" cy="34733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96330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A1BCB-C59A-4545-4747-7B6C0A2D8FC9}"/>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BDDE44BA-A496-939B-D18B-53EF54145551}"/>
              </a:ext>
            </a:extLst>
          </p:cNvPr>
          <p:cNvSpPr>
            <a:spLocks noGrp="1"/>
          </p:cNvSpPr>
          <p:nvPr>
            <p:ph type="title"/>
          </p:nvPr>
        </p:nvSpPr>
        <p:spPr>
          <a:xfrm>
            <a:off x="1" y="2450092"/>
            <a:ext cx="11868788" cy="1256906"/>
          </a:xfrm>
        </p:spPr>
        <p:txBody>
          <a:bodyPr>
            <a:normAutofit/>
          </a:bodyPr>
          <a:lstStyle/>
          <a:p>
            <a:r>
              <a:rPr lang="en-US" altLang="zh-CN" sz="4400" dirty="0">
                <a:latin typeface="霞鹜文楷" pitchFamily="2" charset="-122"/>
                <a:ea typeface="霞鹜文楷" pitchFamily="2" charset="-122"/>
              </a:rPr>
              <a:t>——</a:t>
            </a:r>
            <a:r>
              <a:rPr lang="zh-CN" altLang="en-US" sz="4900" dirty="0">
                <a:ln w="0"/>
                <a:effectLst>
                  <a:outerShdw blurRad="38100" dist="25400" dir="5400000" algn="ctr" rotWithShape="0">
                    <a:srgbClr val="6E747A">
                      <a:alpha val="43000"/>
                    </a:srgbClr>
                  </a:outerShdw>
                </a:effectLst>
                <a:latin typeface="霞鹜文楷" pitchFamily="2" charset="-122"/>
                <a:ea typeface="霞鹜文楷" pitchFamily="2" charset="-122"/>
              </a:rPr>
              <a:t>谢谢</a:t>
            </a:r>
            <a:r>
              <a:rPr lang="en-US" altLang="zh-CN" sz="4400" dirty="0">
                <a:latin typeface="霞鹜文楷" pitchFamily="2" charset="-122"/>
                <a:ea typeface="霞鹜文楷" pitchFamily="2" charset="-122"/>
              </a:rPr>
              <a:t>——</a:t>
            </a:r>
            <a:endParaRPr lang="en-US" sz="4400" dirty="0">
              <a:latin typeface="霞鹜文楷" pitchFamily="2" charset="-122"/>
              <a:ea typeface="霞鹜文楷" pitchFamily="2" charset="-122"/>
            </a:endParaRPr>
          </a:p>
        </p:txBody>
      </p:sp>
    </p:spTree>
    <p:extLst>
      <p:ext uri="{BB962C8B-B14F-4D97-AF65-F5344CB8AC3E}">
        <p14:creationId xmlns:p14="http://schemas.microsoft.com/office/powerpoint/2010/main" val="346152012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ormal&quot;,&quot;Name&quot;:&quot;GuidesStyle_Normal&quot;,&quot;Kind&quot;:0,&quot;OldGuidesSetting&quot;:{&quot;HeaderHeight&quot;:15.0,&quot;FooterHeight&quot;:9.0,&quot;SideMargin&quot;:5.5,&quot;TopMargin&quot;:0.0,&quot;BottomMargin&quot;:0.0,&quot;IntervalMargin&quot;:1.5}}"/>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362.2681889763779,&quot;left&quot;:52.999921259842516,&quot;top&quot;:99.87496062992126,&quot;width&quot;:826.0508661417323}"/>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362.2681889763779,&quot;left&quot;:52.999921259842516,&quot;top&quot;:99.87496062992126,&quot;width&quot;:826.0508661417323}"/>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62.2681889763779,&quot;left&quot;:52.999921259842516,&quot;top&quot;:99.87496062992126,&quot;width&quot;:826.0508661417323}"/>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62.2681889763779,&quot;left&quot;:52.999921259842516,&quot;top&quot;:99.87496062992126,&quot;width&quot;:826.0508661417323}"/>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362.2681889763779,&quot;left&quot;:52.999921259842516,&quot;top&quot;:99.87496062992126,&quot;width&quot;:826.0508661417323}"/>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62.2681889763779,&quot;left&quot;:52.999921259842516,&quot;top&quot;:99.87496062992126,&quot;width&quot;:826.0508661417323}"/>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62.2681889763779,&quot;left&quot;:52.999921259842516,&quot;top&quot;:99.87496062992126,&quot;width&quot;:826.0508661417323}"/>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62.2681889763779,&quot;left&quot;:52.999921259842516,&quot;top&quot;:99.87496062992126,&quot;width&quot;:826.0508661417323}"/>
</p:tagLst>
</file>

<file path=ppt/theme/theme1.xml><?xml version="1.0" encoding="utf-8"?>
<a:theme xmlns:a="http://schemas.openxmlformats.org/drawingml/2006/main" name="Designed by OfficePLUS">
  <a:themeElements>
    <a:clrScheme name="iSlide">
      <a:dk1>
        <a:srgbClr val="2F2F2F"/>
      </a:dk1>
      <a:lt1>
        <a:srgbClr val="FFFFFF"/>
      </a:lt1>
      <a:dk2>
        <a:srgbClr val="778495"/>
      </a:dk2>
      <a:lt2>
        <a:srgbClr val="F0F0F0"/>
      </a:lt2>
      <a:accent1>
        <a:srgbClr val="8865CB"/>
      </a:accent1>
      <a:accent2>
        <a:srgbClr val="E375FB"/>
      </a:accent2>
      <a:accent3>
        <a:srgbClr val="B18BF8"/>
      </a:accent3>
      <a:accent4>
        <a:srgbClr val="979B9C"/>
      </a:accent4>
      <a:accent5>
        <a:srgbClr val="797878"/>
      </a:accent5>
      <a:accent6>
        <a:srgbClr val="765FA0"/>
      </a:accent6>
      <a:hlink>
        <a:srgbClr val="F84D4D"/>
      </a:hlink>
      <a:folHlink>
        <a:srgbClr val="979797"/>
      </a:folHlink>
    </a:clrScheme>
    <a:fontScheme name="font">
      <a:majorFont>
        <a:latin typeface="Arial"/>
        <a:ea typeface="微软雅黑"/>
        <a:cs typeface=""/>
      </a:majorFont>
      <a:minorFont>
        <a:latin typeface="Arial"/>
        <a:ea typeface="微软雅黑"/>
        <a:cs typeface=""/>
      </a:minorFont>
    </a:fontScheme>
    <a:fmtScheme name="iSlid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Slid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865</TotalTime>
  <Words>1839</Words>
  <Application>Microsoft Office PowerPoint</Application>
  <PresentationFormat>宽屏</PresentationFormat>
  <Paragraphs>62</Paragraphs>
  <Slides>17</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17</vt:i4>
      </vt:variant>
    </vt:vector>
  </HeadingPairs>
  <TitlesOfParts>
    <vt:vector size="24" baseType="lpstr">
      <vt:lpstr>等线</vt:lpstr>
      <vt:lpstr>霞鹜文楷</vt:lpstr>
      <vt:lpstr>阿里妈妈东方大楷</vt:lpstr>
      <vt:lpstr>宋体</vt:lpstr>
      <vt:lpstr>Inter</vt:lpstr>
      <vt:lpstr>Arial</vt:lpstr>
      <vt:lpstr>Designed by OfficePLUS</vt:lpstr>
      <vt:lpstr>量子计算机的硬件架构</vt:lpstr>
      <vt:lpstr>PowerPoint 演示文稿</vt:lpstr>
      <vt:lpstr>——量子计算的基本概念和原理——</vt:lpstr>
      <vt:lpstr>PowerPoint 演示文稿</vt:lpstr>
      <vt:lpstr>PowerPoint 演示文稿</vt:lpstr>
      <vt:lpstr>——量子计算机硬件的组成——</vt:lpstr>
      <vt:lpstr>量子数据平面</vt:lpstr>
      <vt:lpstr>控制和测量平面</vt:lpstr>
      <vt:lpstr>控制处理器平面</vt:lpstr>
      <vt:lpstr>控制和测量平面</vt:lpstr>
      <vt:lpstr>主处理器</vt:lpstr>
      <vt:lpstr>——量子计算机硬件的组成——</vt:lpstr>
      <vt:lpstr>数据存储单元</vt:lpstr>
      <vt:lpstr>运算单元</vt:lpstr>
      <vt:lpstr>控制单元</vt:lpstr>
      <vt:lpstr>整体架构布局</vt:lpstr>
      <vt:lpstr>——谢谢——</vt:lpstr>
    </vt:vector>
  </TitlesOfParts>
  <Company>OfficePLUS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OfficePLUS PowerPoint Template</dc:title>
  <dc:creator>OfficePLUS</dc:creator>
  <cp:lastModifiedBy>曼 秦</cp:lastModifiedBy>
  <cp:revision>54</cp:revision>
  <cp:lastPrinted>2024-05-16T16:00:00Z</cp:lastPrinted>
  <dcterms:created xsi:type="dcterms:W3CDTF">2024-05-16T16:00:00Z</dcterms:created>
  <dcterms:modified xsi:type="dcterms:W3CDTF">2024-12-20T08:42:15Z</dcterms:modified>
</cp:coreProperties>
</file>