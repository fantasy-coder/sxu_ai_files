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 id="2147483686" r:id="rId2"/>
  </p:sldMasterIdLst>
  <p:notesMasterIdLst>
    <p:notesMasterId r:id="rId21"/>
  </p:notesMasterIdLst>
  <p:handoutMasterIdLst>
    <p:handoutMasterId r:id="rId22"/>
  </p:handoutMasterIdLst>
  <p:sldIdLst>
    <p:sldId id="393" r:id="rId3"/>
    <p:sldId id="407" r:id="rId4"/>
    <p:sldId id="408" r:id="rId5"/>
    <p:sldId id="257" r:id="rId6"/>
    <p:sldId id="258" r:id="rId7"/>
    <p:sldId id="259" r:id="rId8"/>
    <p:sldId id="394" r:id="rId9"/>
    <p:sldId id="413" r:id="rId10"/>
    <p:sldId id="262" r:id="rId11"/>
    <p:sldId id="264" r:id="rId12"/>
    <p:sldId id="395" r:id="rId13"/>
    <p:sldId id="414" r:id="rId14"/>
    <p:sldId id="409" r:id="rId15"/>
    <p:sldId id="396" r:id="rId16"/>
    <p:sldId id="410" r:id="rId17"/>
    <p:sldId id="411" r:id="rId18"/>
    <p:sldId id="397" r:id="rId19"/>
    <p:sldId id="412" r:id="rId20"/>
  </p:sldIdLst>
  <p:sldSz cx="9144000" cy="6858000" type="screen4x3"/>
  <p:notesSz cx="6735763" cy="9866313"/>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227" autoAdjust="0"/>
  </p:normalViewPr>
  <p:slideViewPr>
    <p:cSldViewPr>
      <p:cViewPr varScale="1">
        <p:scale>
          <a:sx n="64" d="100"/>
          <a:sy n="64" d="100"/>
        </p:scale>
        <p:origin x="108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a:ea typeface="宋体" pitchFamily="2" charset="-122"/>
              </a:defRPr>
            </a:lvl1pPr>
          </a:lstStyle>
          <a:p>
            <a:pPr>
              <a:defRPr/>
            </a:pPr>
            <a:fld id="{8F240C14-95FE-4199-97B1-81C669C9785D}" type="datetimeFigureOut">
              <a:rPr lang="zh-CN" altLang="en-US"/>
              <a:pPr>
                <a:defRPr/>
              </a:pPr>
              <a:t>2025/11/20</a:t>
            </a:fld>
            <a:endParaRPr lang="zh-CN" altLang="en-US"/>
          </a:p>
        </p:txBody>
      </p:sp>
      <p:sp>
        <p:nvSpPr>
          <p:cNvPr id="4" name="页脚占位符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3814763" y="9371013"/>
            <a:ext cx="2919412" cy="493712"/>
          </a:xfrm>
          <a:prstGeom prst="rect">
            <a:avLst/>
          </a:prstGeom>
        </p:spPr>
        <p:txBody>
          <a:bodyPr vert="horz" lIns="91440" tIns="45720" rIns="91440" bIns="45720" rtlCol="0" anchor="b"/>
          <a:lstStyle>
            <a:lvl1pPr algn="r">
              <a:defRPr sz="1200">
                <a:ea typeface="宋体" pitchFamily="2" charset="-122"/>
              </a:defRPr>
            </a:lvl1pPr>
          </a:lstStyle>
          <a:p>
            <a:pPr>
              <a:defRPr/>
            </a:pPr>
            <a:fld id="{468982DB-B91B-46B3-ADDD-98FAF0EE1E1E}"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ea typeface="宋体" pitchFamily="2" charset="-122"/>
              </a:defRPr>
            </a:lvl1pPr>
          </a:lstStyle>
          <a:p>
            <a:pPr>
              <a:defRPr/>
            </a:pPr>
            <a:endParaRPr lang="zh-CN" altLang="en-US"/>
          </a:p>
        </p:txBody>
      </p:sp>
      <p:sp>
        <p:nvSpPr>
          <p:cNvPr id="3" name="日期占位符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ea typeface="宋体" pitchFamily="2" charset="-122"/>
              </a:defRPr>
            </a:lvl1pPr>
          </a:lstStyle>
          <a:p>
            <a:pPr>
              <a:defRPr/>
            </a:pPr>
            <a:fld id="{8793F0FF-54A2-4233-A98C-5D4C1B5D190D}" type="datetimeFigureOut">
              <a:rPr lang="zh-CN" altLang="en-US"/>
              <a:pPr>
                <a:defRPr/>
              </a:pPr>
              <a:t>2025/11/20</a:t>
            </a:fld>
            <a:endParaRPr lang="zh-CN" altLang="en-US"/>
          </a:p>
        </p:txBody>
      </p:sp>
      <p:sp>
        <p:nvSpPr>
          <p:cNvPr id="4" name="幻灯片图像占位符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3100" y="4686300"/>
            <a:ext cx="5389563" cy="4440238"/>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a:defRPr sz="120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14763" y="9371013"/>
            <a:ext cx="2919412" cy="493712"/>
          </a:xfrm>
          <a:prstGeom prst="rect">
            <a:avLst/>
          </a:prstGeom>
        </p:spPr>
        <p:txBody>
          <a:bodyPr vert="horz" lIns="91440" tIns="45720" rIns="91440" bIns="45720" rtlCol="0" anchor="b"/>
          <a:lstStyle>
            <a:lvl1pPr algn="r">
              <a:defRPr sz="1200">
                <a:ea typeface="宋体" pitchFamily="2" charset="-122"/>
              </a:defRPr>
            </a:lvl1pPr>
          </a:lstStyle>
          <a:p>
            <a:pPr>
              <a:defRPr/>
            </a:pPr>
            <a:fld id="{3E40764E-F0AE-4586-A529-BC12D77BBF5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p:cNvSpPr>
            <a:spLocks noGrp="1" noRot="1" noChangeAspect="1"/>
          </p:cNvSpPr>
          <p:nvPr>
            <p:ph type="sldImg"/>
          </p:nvPr>
        </p:nvSpPr>
        <p:spPr bwMode="auto">
          <a:noFill/>
          <a:ln>
            <a:solidFill>
              <a:srgbClr val="000000"/>
            </a:solidFill>
            <a:miter lim="800000"/>
            <a:headEnd/>
            <a:tailEnd/>
          </a:ln>
        </p:spPr>
      </p:sp>
      <p:sp>
        <p:nvSpPr>
          <p:cNvPr id="22530"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22531"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9A0B999-4A24-4B1F-8EA5-D25AA41E4541}" type="slidenum">
              <a:rPr lang="zh-CN" altLang="en-US" smtClean="0">
                <a:ea typeface="宋体" charset="-122"/>
              </a:rPr>
              <a:pPr/>
              <a:t>7</a:t>
            </a:fld>
            <a:endParaRPr lang="en-US" altLang="zh-CN">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headEnd/>
            <a:tailEnd/>
          </a:ln>
        </p:spPr>
      </p:sp>
      <p:sp>
        <p:nvSpPr>
          <p:cNvPr id="24578"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24579"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73D6E5D-D708-4B55-8245-CD5F137965E5}" type="slidenum">
              <a:rPr lang="zh-CN" altLang="en-US" smtClean="0">
                <a:ea typeface="宋体" charset="-122"/>
              </a:rPr>
              <a:pPr/>
              <a:t>8</a:t>
            </a:fld>
            <a:endParaRPr lang="en-US" altLang="zh-CN">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p:cNvSpPr>
            <a:spLocks noGrp="1" noRot="1" noChangeAspect="1"/>
          </p:cNvSpPr>
          <p:nvPr>
            <p:ph type="sldImg"/>
          </p:nvPr>
        </p:nvSpPr>
        <p:spPr bwMode="auto">
          <a:noFill/>
          <a:ln>
            <a:solidFill>
              <a:srgbClr val="000000"/>
            </a:solidFill>
            <a:miter lim="800000"/>
            <a:headEnd/>
            <a:tailEnd/>
          </a:ln>
        </p:spPr>
      </p:sp>
      <p:sp>
        <p:nvSpPr>
          <p:cNvPr id="26626"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26627"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ECC6858-FD9B-424E-AEE8-E4902A6B5563}" type="slidenum">
              <a:rPr lang="zh-CN" altLang="en-US" smtClean="0">
                <a:ea typeface="宋体" charset="-122"/>
              </a:rPr>
              <a:pPr/>
              <a:t>11</a:t>
            </a:fld>
            <a:endParaRPr lang="en-US" altLang="zh-CN">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p:cNvSpPr>
          <p:nvPr>
            <p:ph type="sldImg"/>
          </p:nvPr>
        </p:nvSpPr>
        <p:spPr bwMode="auto">
          <a:noFill/>
          <a:ln>
            <a:solidFill>
              <a:srgbClr val="000000"/>
            </a:solidFill>
            <a:miter lim="800000"/>
            <a:headEnd/>
            <a:tailEnd/>
          </a:ln>
        </p:spPr>
      </p:sp>
      <p:sp>
        <p:nvSpPr>
          <p:cNvPr id="28674"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28675"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2546C9C-D2F8-4D7E-A2A7-0FD5BA2C3EEE}" type="slidenum">
              <a:rPr lang="zh-CN" altLang="en-US" smtClean="0">
                <a:ea typeface="宋体" charset="-122"/>
              </a:rPr>
              <a:pPr/>
              <a:t>12</a:t>
            </a:fld>
            <a:endParaRPr lang="en-US" altLang="zh-CN">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p:cNvSpPr>
          <p:nvPr>
            <p:ph type="sldImg"/>
          </p:nvPr>
        </p:nvSpPr>
        <p:spPr bwMode="auto">
          <a:noFill/>
          <a:ln>
            <a:solidFill>
              <a:srgbClr val="000000"/>
            </a:solidFill>
            <a:miter lim="800000"/>
            <a:headEnd/>
            <a:tailEnd/>
          </a:ln>
        </p:spPr>
      </p:sp>
      <p:sp>
        <p:nvSpPr>
          <p:cNvPr id="30722"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0723"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8F9F30D-3D7D-4CFB-BCA7-B87D17EED436}" type="slidenum">
              <a:rPr lang="zh-CN" altLang="en-US" smtClean="0">
                <a:ea typeface="宋体" charset="-122"/>
              </a:rPr>
              <a:pPr/>
              <a:t>13</a:t>
            </a:fld>
            <a:endParaRPr lang="en-US" altLang="zh-CN">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p:cNvSpPr>
            <a:spLocks noGrp="1" noRot="1" noChangeAspect="1"/>
          </p:cNvSpPr>
          <p:nvPr>
            <p:ph type="sldImg"/>
          </p:nvPr>
        </p:nvSpPr>
        <p:spPr bwMode="auto">
          <a:noFill/>
          <a:ln>
            <a:solidFill>
              <a:srgbClr val="000000"/>
            </a:solidFill>
            <a:miter lim="800000"/>
            <a:headEnd/>
            <a:tailEnd/>
          </a:ln>
        </p:spPr>
      </p:sp>
      <p:sp>
        <p:nvSpPr>
          <p:cNvPr id="32770"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2771"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3AC70C1-1CE9-41F3-8E77-001ACF344064}" type="slidenum">
              <a:rPr lang="zh-CN" altLang="en-US" smtClean="0">
                <a:ea typeface="宋体" charset="-122"/>
              </a:rPr>
              <a:pPr/>
              <a:t>14</a:t>
            </a:fld>
            <a:endParaRPr lang="en-US" altLang="zh-CN">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p:cNvSpPr>
            <a:spLocks noGrp="1" noRot="1" noChangeAspect="1"/>
          </p:cNvSpPr>
          <p:nvPr>
            <p:ph type="sldImg"/>
          </p:nvPr>
        </p:nvSpPr>
        <p:spPr bwMode="auto">
          <a:noFill/>
          <a:ln>
            <a:solidFill>
              <a:srgbClr val="000000"/>
            </a:solidFill>
            <a:miter lim="800000"/>
            <a:headEnd/>
            <a:tailEnd/>
          </a:ln>
        </p:spPr>
      </p:sp>
      <p:sp>
        <p:nvSpPr>
          <p:cNvPr id="34818"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4819"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39948E5-32F7-4E33-8091-F15C6FA7B8E8}" type="slidenum">
              <a:rPr lang="zh-CN" altLang="en-US" smtClean="0">
                <a:ea typeface="宋体" charset="-122"/>
              </a:rPr>
              <a:pPr/>
              <a:t>15</a:t>
            </a:fld>
            <a:endParaRPr lang="en-US" altLang="zh-CN">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p:cNvSpPr>
          <p:nvPr>
            <p:ph type="sldImg"/>
          </p:nvPr>
        </p:nvSpPr>
        <p:spPr bwMode="auto">
          <a:noFill/>
          <a:ln>
            <a:solidFill>
              <a:srgbClr val="000000"/>
            </a:solidFill>
            <a:miter lim="800000"/>
            <a:headEnd/>
            <a:tailEnd/>
          </a:ln>
        </p:spPr>
      </p:sp>
      <p:sp>
        <p:nvSpPr>
          <p:cNvPr id="36866"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6867"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9E315B8-FF50-4587-94A3-1C0412B22E5E}" type="slidenum">
              <a:rPr lang="zh-CN" altLang="en-US" smtClean="0">
                <a:ea typeface="宋体" charset="-122"/>
              </a:rPr>
              <a:pPr/>
              <a:t>16</a:t>
            </a:fld>
            <a:endParaRPr lang="en-US" altLang="zh-CN">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p:cNvSpPr>
          <p:nvPr>
            <p:ph type="sldImg"/>
          </p:nvPr>
        </p:nvSpPr>
        <p:spPr bwMode="auto">
          <a:noFill/>
          <a:ln>
            <a:solidFill>
              <a:srgbClr val="000000"/>
            </a:solidFill>
            <a:miter lim="800000"/>
            <a:headEnd/>
            <a:tailEnd/>
          </a:ln>
        </p:spPr>
      </p:sp>
      <p:sp>
        <p:nvSpPr>
          <p:cNvPr id="38914"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8915"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AB470C6-9076-4F3A-9517-D380B3338260}" type="slidenum">
              <a:rPr lang="zh-CN" altLang="en-US" smtClean="0">
                <a:ea typeface="宋体" charset="-122"/>
              </a:rPr>
              <a:pPr/>
              <a:t>17</a:t>
            </a:fld>
            <a:endParaRPr lang="en-US" altLang="zh-CN">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p:cNvSpPr>
          <p:nvPr>
            <p:ph type="sldImg"/>
          </p:nvPr>
        </p:nvSpPr>
        <p:spPr bwMode="auto">
          <a:noFill/>
          <a:ln>
            <a:solidFill>
              <a:srgbClr val="000000"/>
            </a:solidFill>
            <a:miter lim="800000"/>
            <a:headEnd/>
            <a:tailEnd/>
          </a:ln>
        </p:spPr>
      </p:sp>
      <p:sp>
        <p:nvSpPr>
          <p:cNvPr id="40962"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40963"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537CAA1-03C7-4AA6-BD84-C173FECB6576}" type="slidenum">
              <a:rPr lang="zh-CN" altLang="en-US" smtClean="0">
                <a:ea typeface="宋体" charset="-122"/>
              </a:rPr>
              <a:pPr/>
              <a:t>18</a:t>
            </a:fld>
            <a:endParaRPr lang="en-US" altLang="zh-CN">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zh-CN" altLang="en-US">
              <a:ea typeface="宋体" pitchFamily="2" charset="-122"/>
            </a:endParaRPr>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zh-CN" altLang="en-US">
              <a:ea typeface="宋体" pitchFamily="2" charset="-122"/>
            </a:endParaRPr>
          </a:p>
        </p:txBody>
      </p:sp>
      <p:sp>
        <p:nvSpPr>
          <p:cNvPr id="30722" name="Rectangle 2"/>
          <p:cNvSpPr>
            <a:spLocks noGrp="1" noChangeArrowheads="1"/>
          </p:cNvSpPr>
          <p:nvPr>
            <p:ph type="ctrTitle"/>
          </p:nvPr>
        </p:nvSpPr>
        <p:spPr>
          <a:xfrm>
            <a:off x="914400" y="1524000"/>
            <a:ext cx="7623175" cy="1752600"/>
          </a:xfrm>
        </p:spPr>
        <p:txBody>
          <a:bodyPr/>
          <a:lstStyle>
            <a:lvl1pPr>
              <a:defRPr sz="5000"/>
            </a:lvl1pPr>
          </a:lstStyle>
          <a:p>
            <a:r>
              <a:rPr lang="zh-CN" altLang="en-US" dirty="0"/>
              <a:t>单击此处编辑母版标题样式</a:t>
            </a:r>
          </a:p>
        </p:txBody>
      </p:sp>
      <p:sp>
        <p:nvSpPr>
          <p:cNvPr id="3072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zh-CN" altLang="en-US" dirty="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8CF9509A-AAC0-490E-9712-36C4EB08C000}" type="slidenum">
              <a:rPr lang="en-US" altLang="zh-CN"/>
              <a:pPr>
                <a:defRPr/>
              </a:pPr>
              <a:t>‹#›</a:t>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636587"/>
          </a:xfrm>
        </p:spPr>
        <p:txBody>
          <a:bodyPr/>
          <a:lstStyle>
            <a:lvl1pPr>
              <a:defRPr sz="3600"/>
            </a:lvl1pPr>
          </a:lstStyle>
          <a:p>
            <a:r>
              <a:rPr lang="zh-CN" altLang="en-US" dirty="0"/>
              <a:t>单击此处编辑母版标题样式</a:t>
            </a:r>
          </a:p>
        </p:txBody>
      </p:sp>
      <p:sp>
        <p:nvSpPr>
          <p:cNvPr id="3" name="内容占位符 2"/>
          <p:cNvSpPr>
            <a:spLocks noGrp="1"/>
          </p:cNvSpPr>
          <p:nvPr>
            <p:ph idx="1"/>
          </p:nvPr>
        </p:nvSpPr>
        <p:spPr>
          <a:xfrm>
            <a:off x="457200" y="1066800"/>
            <a:ext cx="8229600" cy="5064125"/>
          </a:xfrm>
        </p:spPr>
        <p:txBody>
          <a:bodyPr/>
          <a:lstStyle>
            <a:lvl1pPr>
              <a:defRPr>
                <a:latin typeface="华文中宋" pitchFamily="2" charset="-122"/>
                <a:ea typeface="华文中宋" pitchFamily="2" charset="-122"/>
              </a:defRPr>
            </a:lvl1pPr>
            <a:lvl2pPr>
              <a:defRPr>
                <a:latin typeface="华文中宋" pitchFamily="2" charset="-122"/>
                <a:ea typeface="华文中宋" pitchFamily="2" charset="-122"/>
              </a:defRPr>
            </a:lvl2pPr>
            <a:lvl3pPr>
              <a:defRPr>
                <a:latin typeface="华文中宋" pitchFamily="2" charset="-122"/>
                <a:ea typeface="华文中宋" pitchFamily="2" charset="-122"/>
              </a:defRPr>
            </a:lvl3pPr>
            <a:lvl4pPr>
              <a:defRPr>
                <a:latin typeface="华文中宋" pitchFamily="2" charset="-122"/>
                <a:ea typeface="华文中宋" pitchFamily="2" charset="-122"/>
              </a:defRPr>
            </a:lvl4pPr>
            <a:lvl5pPr>
              <a:defRPr>
                <a:latin typeface="华文中宋" pitchFamily="2" charset="-122"/>
                <a:ea typeface="华文中宋"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D3B36E6-27C4-4A1F-9638-09772EDCB2B9}" type="slidenum">
              <a:rPr lang="en-US" altLang="zh-CN"/>
              <a:pPr>
                <a:defRPr/>
              </a:pPr>
              <a:t>‹#›</a:t>
            </a:fld>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F171912-2F34-4734-AFF4-304C773FD80C}" type="slidenum">
              <a:rPr lang="en-US" altLang="zh-CN"/>
              <a:pPr>
                <a:defRPr/>
              </a:pPr>
              <a:t>‹#›</a:t>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527D44B-D155-41A9-ADB1-A65F7FE36460}" type="slidenum">
              <a:rPr lang="en-US" altLang="zh-CN"/>
              <a:pPr>
                <a:defRPr/>
              </a:pPr>
              <a:t>‹#›</a:t>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A1051567-410E-4D26-9F10-36DE3DC164CE}" type="slidenum">
              <a:rPr lang="en-US" altLang="zh-CN"/>
              <a:pPr>
                <a:defRPr/>
              </a:pPr>
              <a:t>‹#›</a:t>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CEF88509-3579-4375-BB0F-AD2BFE37C693}" type="slidenum">
              <a:rPr lang="en-US" altLang="zh-CN"/>
              <a:pPr>
                <a:defRPr/>
              </a:pPr>
              <a:t>‹#›</a:t>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1BDB3066-263E-4921-A21E-F64BDD547E4D}" type="slidenum">
              <a:rPr lang="en-US" altLang="zh-CN"/>
              <a:pPr>
                <a:defRPr/>
              </a:pPr>
              <a:t>‹#›</a:t>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DAE90DE-8FC2-474F-AA45-97F2B89A3395}" type="slidenum">
              <a:rPr lang="en-US" altLang="zh-CN"/>
              <a:pPr>
                <a:defRPr/>
              </a:pPr>
              <a:t>‹#›</a:t>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E8CB53E-D69C-4858-A76D-7F0A1ADB103C}" type="slidenum">
              <a:rPr lang="en-US" altLang="zh-CN"/>
              <a:pPr>
                <a:defRPr/>
              </a:pPr>
              <a:t>‹#›</a:t>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44E9CE3-57EA-4ECD-86C0-9CD6E6DDF92B}" type="slidenum">
              <a:rPr lang="en-US" altLang="zh-CN"/>
              <a:pPr>
                <a:defRPr/>
              </a:pPr>
              <a:t>‹#›</a:t>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15A11EA-4248-46DD-9FD6-5F95F5369144}" type="slidenum">
              <a:rPr lang="en-US" altLang="zh-CN"/>
              <a:pPr>
                <a:defRPr/>
              </a:pPr>
              <a:t>‹#›</a:t>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48200" y="1600200"/>
            <a:ext cx="4038600" cy="4530725"/>
          </a:xfrm>
        </p:spPr>
        <p:txBody>
          <a:bodyPr/>
          <a:lstStyle/>
          <a:p>
            <a:pPr lvl="0"/>
            <a:endParaRPr lang="zh-CN" alt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81BC363-3C79-4772-9A67-9B55FE3524A2}" type="slidenum">
              <a:rPr lang="en-US" altLang="zh-CN"/>
              <a:pPr>
                <a:defRPr/>
              </a:pPr>
              <a:t>‹#›</a:t>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E1CBF403-984D-4BFE-ACC2-152776DABC4E}" type="slidenum">
              <a:rPr lang="en-US" altLang="zh-CN"/>
              <a:pPr>
                <a:defRPr/>
              </a:pPr>
              <a:t>‹#›</a:t>
            </a:fld>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0242" name="Group 2">
            <a:extLst>
              <a:ext uri="{FF2B5EF4-FFF2-40B4-BE49-F238E27FC236}">
                <a16:creationId xmlns:a16="http://schemas.microsoft.com/office/drawing/2014/main" id="{6C477984-7C95-456A-BF1D-1EA1CFEE4683}"/>
              </a:ext>
            </a:extLst>
          </p:cNvPr>
          <p:cNvGrpSpPr>
            <a:grpSpLocks/>
          </p:cNvGrpSpPr>
          <p:nvPr/>
        </p:nvGrpSpPr>
        <p:grpSpPr bwMode="auto">
          <a:xfrm>
            <a:off x="0" y="3902075"/>
            <a:ext cx="3400425" cy="2949575"/>
            <a:chOff x="0" y="2458"/>
            <a:chExt cx="2142" cy="1858"/>
          </a:xfrm>
        </p:grpSpPr>
        <p:sp>
          <p:nvSpPr>
            <p:cNvPr id="10243" name="Freeform 3">
              <a:extLst>
                <a:ext uri="{FF2B5EF4-FFF2-40B4-BE49-F238E27FC236}">
                  <a16:creationId xmlns:a16="http://schemas.microsoft.com/office/drawing/2014/main" id="{74BEE98C-CBEF-4F71-85C9-ED80C1E31BEF}"/>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4" name="Freeform 4">
              <a:extLst>
                <a:ext uri="{FF2B5EF4-FFF2-40B4-BE49-F238E27FC236}">
                  <a16:creationId xmlns:a16="http://schemas.microsoft.com/office/drawing/2014/main" id="{03DF902F-B9BC-4CE9-9059-B0A6AB6DC6D4}"/>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5" name="Freeform 5">
              <a:extLst>
                <a:ext uri="{FF2B5EF4-FFF2-40B4-BE49-F238E27FC236}">
                  <a16:creationId xmlns:a16="http://schemas.microsoft.com/office/drawing/2014/main" id="{0E026CB6-08DC-47A5-A713-A69E0861BB4E}"/>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 name="Freeform 6">
              <a:extLst>
                <a:ext uri="{FF2B5EF4-FFF2-40B4-BE49-F238E27FC236}">
                  <a16:creationId xmlns:a16="http://schemas.microsoft.com/office/drawing/2014/main" id="{1F4E8C6A-8E2C-4F4B-89F9-F9C70E256609}"/>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7" name="Oval 7">
              <a:extLst>
                <a:ext uri="{FF2B5EF4-FFF2-40B4-BE49-F238E27FC236}">
                  <a16:creationId xmlns:a16="http://schemas.microsoft.com/office/drawing/2014/main" id="{F37F1AF1-74AE-441F-8A51-823EB8406F57}"/>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48" name="Oval 8">
              <a:extLst>
                <a:ext uri="{FF2B5EF4-FFF2-40B4-BE49-F238E27FC236}">
                  <a16:creationId xmlns:a16="http://schemas.microsoft.com/office/drawing/2014/main" id="{16DF8380-055B-4400-A417-797700946FAA}"/>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49" name="Oval 9">
              <a:extLst>
                <a:ext uri="{FF2B5EF4-FFF2-40B4-BE49-F238E27FC236}">
                  <a16:creationId xmlns:a16="http://schemas.microsoft.com/office/drawing/2014/main" id="{4DB788C1-763E-43AE-A688-8620E7D0568F}"/>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0250" name="Rectangle 10">
            <a:extLst>
              <a:ext uri="{FF2B5EF4-FFF2-40B4-BE49-F238E27FC236}">
                <a16:creationId xmlns:a16="http://schemas.microsoft.com/office/drawing/2014/main" id="{6487153D-167E-436E-A700-E03EBDD178ED}"/>
              </a:ext>
            </a:extLst>
          </p:cNvPr>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p>
        </p:txBody>
      </p:sp>
      <p:sp>
        <p:nvSpPr>
          <p:cNvPr id="10251" name="Rectangle 11">
            <a:extLst>
              <a:ext uri="{FF2B5EF4-FFF2-40B4-BE49-F238E27FC236}">
                <a16:creationId xmlns:a16="http://schemas.microsoft.com/office/drawing/2014/main" id="{C838CB79-00B0-4BF1-B1C6-3207DD287B9A}"/>
              </a:ext>
            </a:extLst>
          </p:cNvPr>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0252" name="Rectangle 12">
            <a:extLst>
              <a:ext uri="{FF2B5EF4-FFF2-40B4-BE49-F238E27FC236}">
                <a16:creationId xmlns:a16="http://schemas.microsoft.com/office/drawing/2014/main" id="{2FF3D25C-DBE6-4A74-8372-B4F41349B009}"/>
              </a:ext>
            </a:extLst>
          </p:cNvPr>
          <p:cNvSpPr>
            <a:spLocks noGrp="1" noChangeArrowheads="1"/>
          </p:cNvSpPr>
          <p:nvPr>
            <p:ph type="dt" sz="quarter" idx="2"/>
          </p:nvPr>
        </p:nvSpPr>
        <p:spPr/>
        <p:txBody>
          <a:bodyPr/>
          <a:lstStyle>
            <a:lvl1pPr>
              <a:defRPr/>
            </a:lvl1pPr>
          </a:lstStyle>
          <a:p>
            <a:endParaRPr lang="en-US" altLang="zh-CN"/>
          </a:p>
        </p:txBody>
      </p:sp>
      <p:sp>
        <p:nvSpPr>
          <p:cNvPr id="10253" name="Rectangle 13">
            <a:extLst>
              <a:ext uri="{FF2B5EF4-FFF2-40B4-BE49-F238E27FC236}">
                <a16:creationId xmlns:a16="http://schemas.microsoft.com/office/drawing/2014/main" id="{4B417BE9-E766-4D52-9F80-DAB5D47060D4}"/>
              </a:ext>
            </a:extLst>
          </p:cNvPr>
          <p:cNvSpPr>
            <a:spLocks noGrp="1" noChangeArrowheads="1"/>
          </p:cNvSpPr>
          <p:nvPr>
            <p:ph type="ftr" sz="quarter" idx="3"/>
          </p:nvPr>
        </p:nvSpPr>
        <p:spPr/>
        <p:txBody>
          <a:bodyPr/>
          <a:lstStyle>
            <a:lvl1pPr>
              <a:defRPr/>
            </a:lvl1pPr>
          </a:lstStyle>
          <a:p>
            <a:endParaRPr lang="en-US" altLang="zh-CN"/>
          </a:p>
        </p:txBody>
      </p:sp>
      <p:sp>
        <p:nvSpPr>
          <p:cNvPr id="10254" name="Rectangle 14">
            <a:extLst>
              <a:ext uri="{FF2B5EF4-FFF2-40B4-BE49-F238E27FC236}">
                <a16:creationId xmlns:a16="http://schemas.microsoft.com/office/drawing/2014/main" id="{59B07B13-A363-4FB5-8B2E-1C9EE9DAF70F}"/>
              </a:ext>
            </a:extLst>
          </p:cNvPr>
          <p:cNvSpPr>
            <a:spLocks noGrp="1" noChangeArrowheads="1"/>
          </p:cNvSpPr>
          <p:nvPr>
            <p:ph type="sldNum" sz="quarter" idx="4"/>
          </p:nvPr>
        </p:nvSpPr>
        <p:spPr/>
        <p:txBody>
          <a:bodyPr/>
          <a:lstStyle>
            <a:lvl1pPr>
              <a:defRPr/>
            </a:lvl1pPr>
          </a:lstStyle>
          <a:p>
            <a:fld id="{D7E1D8EB-313C-4117-85D0-32565F4338AD}" type="slidenum">
              <a:rPr lang="en-US" altLang="zh-CN"/>
              <a:pPr/>
              <a:t>‹#›</a:t>
            </a:fld>
            <a:endParaRPr lang="en-US" altLang="zh-CN"/>
          </a:p>
        </p:txBody>
      </p:sp>
    </p:spTree>
    <p:extLst>
      <p:ext uri="{BB962C8B-B14F-4D97-AF65-F5344CB8AC3E}">
        <p14:creationId xmlns:p14="http://schemas.microsoft.com/office/powerpoint/2010/main" val="374997793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BAF0D-12C9-41BD-BF96-17016BCACE6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8363D3E-CA1E-460C-810E-AA7CF0D425B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FD895B7-B39D-4545-B6F1-84AADAF88A0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6453CD6-4CF3-45D5-89FC-CCD09ADF473C}"/>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97913A61-A6E5-4AE8-B1DE-2C3407FC7BF8}"/>
              </a:ext>
            </a:extLst>
          </p:cNvPr>
          <p:cNvSpPr>
            <a:spLocks noGrp="1"/>
          </p:cNvSpPr>
          <p:nvPr>
            <p:ph type="sldNum" sz="quarter" idx="12"/>
          </p:nvPr>
        </p:nvSpPr>
        <p:spPr/>
        <p:txBody>
          <a:bodyPr/>
          <a:lstStyle>
            <a:lvl1pPr>
              <a:defRPr/>
            </a:lvl1pPr>
          </a:lstStyle>
          <a:p>
            <a:fld id="{1902235A-062A-4213-8C57-788F8AA21BE4}" type="slidenum">
              <a:rPr lang="en-US" altLang="zh-CN"/>
              <a:pPr/>
              <a:t>‹#›</a:t>
            </a:fld>
            <a:endParaRPr lang="en-US" altLang="zh-CN"/>
          </a:p>
        </p:txBody>
      </p:sp>
    </p:spTree>
    <p:extLst>
      <p:ext uri="{BB962C8B-B14F-4D97-AF65-F5344CB8AC3E}">
        <p14:creationId xmlns:p14="http://schemas.microsoft.com/office/powerpoint/2010/main" val="230539974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2E9A94-D5E8-4B65-958F-66925BB74A1B}"/>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E1B70E0-248B-4C04-9EBB-B4B8B6ACEBB3}"/>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2059D74-9919-4B8B-ADD9-76C38A3B440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07EEB44-49B9-4E2D-A9B7-1E96E9CD8DC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0877F593-02D2-4E02-9DF1-F37CD178F152}"/>
              </a:ext>
            </a:extLst>
          </p:cNvPr>
          <p:cNvSpPr>
            <a:spLocks noGrp="1"/>
          </p:cNvSpPr>
          <p:nvPr>
            <p:ph type="sldNum" sz="quarter" idx="12"/>
          </p:nvPr>
        </p:nvSpPr>
        <p:spPr/>
        <p:txBody>
          <a:bodyPr/>
          <a:lstStyle>
            <a:lvl1pPr>
              <a:defRPr/>
            </a:lvl1pPr>
          </a:lstStyle>
          <a:p>
            <a:fld id="{398D237B-6B16-482F-9583-AD2B7F94B8CF}" type="slidenum">
              <a:rPr lang="en-US" altLang="zh-CN"/>
              <a:pPr/>
              <a:t>‹#›</a:t>
            </a:fld>
            <a:endParaRPr lang="en-US" altLang="zh-CN"/>
          </a:p>
        </p:txBody>
      </p:sp>
    </p:spTree>
    <p:extLst>
      <p:ext uri="{BB962C8B-B14F-4D97-AF65-F5344CB8AC3E}">
        <p14:creationId xmlns:p14="http://schemas.microsoft.com/office/powerpoint/2010/main" val="105685986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DD055A-9DCB-47F4-9EE4-6F95375B57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15DA7AC-DA89-4BF5-9D19-FEC87E337304}"/>
              </a:ext>
            </a:extLst>
          </p:cNvPr>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B2FBAF3-3DBE-4DB8-946A-A64B71FFFA1B}"/>
              </a:ext>
            </a:extLst>
          </p:cNvPr>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C357C85-1BEB-4819-A1B4-E8959D2F0119}"/>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55229BA-7015-4754-B429-8467BCC27C7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76451203-77A8-4C83-81E6-857E8E106705}"/>
              </a:ext>
            </a:extLst>
          </p:cNvPr>
          <p:cNvSpPr>
            <a:spLocks noGrp="1"/>
          </p:cNvSpPr>
          <p:nvPr>
            <p:ph type="sldNum" sz="quarter" idx="12"/>
          </p:nvPr>
        </p:nvSpPr>
        <p:spPr/>
        <p:txBody>
          <a:bodyPr/>
          <a:lstStyle>
            <a:lvl1pPr>
              <a:defRPr/>
            </a:lvl1pPr>
          </a:lstStyle>
          <a:p>
            <a:fld id="{FA6FEF96-A960-4091-B19D-69B07DC7A11A}" type="slidenum">
              <a:rPr lang="en-US" altLang="zh-CN"/>
              <a:pPr/>
              <a:t>‹#›</a:t>
            </a:fld>
            <a:endParaRPr lang="en-US" altLang="zh-CN"/>
          </a:p>
        </p:txBody>
      </p:sp>
    </p:spTree>
    <p:extLst>
      <p:ext uri="{BB962C8B-B14F-4D97-AF65-F5344CB8AC3E}">
        <p14:creationId xmlns:p14="http://schemas.microsoft.com/office/powerpoint/2010/main" val="53761420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472C2-A1ED-42F9-A59D-B62AC2BBA5CE}"/>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CE27FB5-1508-4675-AA83-5413E1BFA53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C582539-607B-4722-8D9E-8318923FA463}"/>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30D159C-6910-4E2A-AE92-6BE92E7093F2}"/>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739ADF3-539C-43EA-9B87-34FC41FE21BA}"/>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EC98E5D-0D92-45D5-9528-02C4960E2EE9}"/>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6E4F0DDE-B03D-4A97-AD18-F037FD418CA5}"/>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F4382F9A-E2B0-479C-99D0-544532646434}"/>
              </a:ext>
            </a:extLst>
          </p:cNvPr>
          <p:cNvSpPr>
            <a:spLocks noGrp="1"/>
          </p:cNvSpPr>
          <p:nvPr>
            <p:ph type="sldNum" sz="quarter" idx="12"/>
          </p:nvPr>
        </p:nvSpPr>
        <p:spPr/>
        <p:txBody>
          <a:bodyPr/>
          <a:lstStyle>
            <a:lvl1pPr>
              <a:defRPr/>
            </a:lvl1pPr>
          </a:lstStyle>
          <a:p>
            <a:fld id="{157C45D1-4FDF-4E8D-ABBC-028464C5E3EF}" type="slidenum">
              <a:rPr lang="en-US" altLang="zh-CN"/>
              <a:pPr/>
              <a:t>‹#›</a:t>
            </a:fld>
            <a:endParaRPr lang="en-US" altLang="zh-CN"/>
          </a:p>
        </p:txBody>
      </p:sp>
    </p:spTree>
    <p:extLst>
      <p:ext uri="{BB962C8B-B14F-4D97-AF65-F5344CB8AC3E}">
        <p14:creationId xmlns:p14="http://schemas.microsoft.com/office/powerpoint/2010/main" val="379768228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F2DC1E-5F28-4A2C-9F46-8BCA68C755F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CFFF866-36FD-4FAD-ACEB-3E02B868D27D}"/>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731F1C1C-15EE-410E-93E6-AB596FF37F8F}"/>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00CA5F10-134B-460B-98D5-398179E0A9F4}"/>
              </a:ext>
            </a:extLst>
          </p:cNvPr>
          <p:cNvSpPr>
            <a:spLocks noGrp="1"/>
          </p:cNvSpPr>
          <p:nvPr>
            <p:ph type="sldNum" sz="quarter" idx="12"/>
          </p:nvPr>
        </p:nvSpPr>
        <p:spPr/>
        <p:txBody>
          <a:bodyPr/>
          <a:lstStyle>
            <a:lvl1pPr>
              <a:defRPr/>
            </a:lvl1pPr>
          </a:lstStyle>
          <a:p>
            <a:fld id="{AD714332-C7F9-458A-AD5C-441021AE9469}" type="slidenum">
              <a:rPr lang="en-US" altLang="zh-CN"/>
              <a:pPr/>
              <a:t>‹#›</a:t>
            </a:fld>
            <a:endParaRPr lang="en-US" altLang="zh-CN"/>
          </a:p>
        </p:txBody>
      </p:sp>
    </p:spTree>
    <p:extLst>
      <p:ext uri="{BB962C8B-B14F-4D97-AF65-F5344CB8AC3E}">
        <p14:creationId xmlns:p14="http://schemas.microsoft.com/office/powerpoint/2010/main" val="219970326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23E8F4E-92E0-4C12-9E58-49C9973204D1}"/>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3BC57981-49A0-497C-B7EB-7DEDDA04338D}"/>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A21BEC5F-A3E3-489F-A7E6-C1C5F517DDA6}"/>
              </a:ext>
            </a:extLst>
          </p:cNvPr>
          <p:cNvSpPr>
            <a:spLocks noGrp="1"/>
          </p:cNvSpPr>
          <p:nvPr>
            <p:ph type="sldNum" sz="quarter" idx="12"/>
          </p:nvPr>
        </p:nvSpPr>
        <p:spPr/>
        <p:txBody>
          <a:bodyPr/>
          <a:lstStyle>
            <a:lvl1pPr>
              <a:defRPr/>
            </a:lvl1pPr>
          </a:lstStyle>
          <a:p>
            <a:fld id="{935F59AC-3D96-495C-85BF-9ED6BBFE903E}" type="slidenum">
              <a:rPr lang="en-US" altLang="zh-CN"/>
              <a:pPr/>
              <a:t>‹#›</a:t>
            </a:fld>
            <a:endParaRPr lang="en-US" altLang="zh-CN"/>
          </a:p>
        </p:txBody>
      </p:sp>
    </p:spTree>
    <p:extLst>
      <p:ext uri="{BB962C8B-B14F-4D97-AF65-F5344CB8AC3E}">
        <p14:creationId xmlns:p14="http://schemas.microsoft.com/office/powerpoint/2010/main" val="33360658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D74A39-F23B-4545-935F-CD6500DF6A2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31DDB1C-2950-4830-9649-3B7E0B6A570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B743820-532B-41A4-87E4-017DA5D8B48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57F3D3-15F3-47C8-AA6F-B43A4DB65469}"/>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24A3F81F-20EC-4E7E-B7CF-8CCC7994DF3A}"/>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DBD66A5A-6EDC-4E56-AA92-CE4F3B378412}"/>
              </a:ext>
            </a:extLst>
          </p:cNvPr>
          <p:cNvSpPr>
            <a:spLocks noGrp="1"/>
          </p:cNvSpPr>
          <p:nvPr>
            <p:ph type="sldNum" sz="quarter" idx="12"/>
          </p:nvPr>
        </p:nvSpPr>
        <p:spPr/>
        <p:txBody>
          <a:bodyPr/>
          <a:lstStyle>
            <a:lvl1pPr>
              <a:defRPr/>
            </a:lvl1pPr>
          </a:lstStyle>
          <a:p>
            <a:fld id="{E209D1A5-7ADA-4B03-AF19-4A6FF0DF14F9}" type="slidenum">
              <a:rPr lang="en-US" altLang="zh-CN"/>
              <a:pPr/>
              <a:t>‹#›</a:t>
            </a:fld>
            <a:endParaRPr lang="en-US" altLang="zh-CN"/>
          </a:p>
        </p:txBody>
      </p:sp>
    </p:spTree>
    <p:extLst>
      <p:ext uri="{BB962C8B-B14F-4D97-AF65-F5344CB8AC3E}">
        <p14:creationId xmlns:p14="http://schemas.microsoft.com/office/powerpoint/2010/main" val="194679490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794CB9-151C-4347-B2D5-63A3F6F661CD}"/>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82AFCD1-55C5-4502-8A1D-7B451E6696C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3C0109B-F257-4570-AAC6-0DC0F9FB106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264B5AF-82CF-4F52-931A-EE8AA386EB2A}"/>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CD28C10-B458-408A-AE5E-11C1EFECE990}"/>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CFB0A71-9B4A-4A5B-8E09-9C1D4D8622A6}"/>
              </a:ext>
            </a:extLst>
          </p:cNvPr>
          <p:cNvSpPr>
            <a:spLocks noGrp="1"/>
          </p:cNvSpPr>
          <p:nvPr>
            <p:ph type="sldNum" sz="quarter" idx="12"/>
          </p:nvPr>
        </p:nvSpPr>
        <p:spPr/>
        <p:txBody>
          <a:bodyPr/>
          <a:lstStyle>
            <a:lvl1pPr>
              <a:defRPr/>
            </a:lvl1pPr>
          </a:lstStyle>
          <a:p>
            <a:fld id="{0581ED45-D175-4288-8C91-62316FAD69D4}" type="slidenum">
              <a:rPr lang="en-US" altLang="zh-CN"/>
              <a:pPr/>
              <a:t>‹#›</a:t>
            </a:fld>
            <a:endParaRPr lang="en-US" altLang="zh-CN"/>
          </a:p>
        </p:txBody>
      </p:sp>
    </p:spTree>
    <p:extLst>
      <p:ext uri="{BB962C8B-B14F-4D97-AF65-F5344CB8AC3E}">
        <p14:creationId xmlns:p14="http://schemas.microsoft.com/office/powerpoint/2010/main" val="1844508346"/>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8BA205-91FB-49D8-8DFF-78E80F3F1FF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4551C81-4E48-4883-855B-D88F949BED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DDCA98-9EA4-4774-93BC-79C0E4795B6B}"/>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BADDFFD-4AD3-4092-946B-6A073879745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2C3C6C0-3D2E-46A0-B939-0C78113EB4C8}"/>
              </a:ext>
            </a:extLst>
          </p:cNvPr>
          <p:cNvSpPr>
            <a:spLocks noGrp="1"/>
          </p:cNvSpPr>
          <p:nvPr>
            <p:ph type="sldNum" sz="quarter" idx="12"/>
          </p:nvPr>
        </p:nvSpPr>
        <p:spPr/>
        <p:txBody>
          <a:bodyPr/>
          <a:lstStyle>
            <a:lvl1pPr>
              <a:defRPr/>
            </a:lvl1pPr>
          </a:lstStyle>
          <a:p>
            <a:fld id="{AC46C3F2-9779-4F40-AF39-90649EBDE368}" type="slidenum">
              <a:rPr lang="en-US" altLang="zh-CN"/>
              <a:pPr/>
              <a:t>‹#›</a:t>
            </a:fld>
            <a:endParaRPr lang="en-US" altLang="zh-CN"/>
          </a:p>
        </p:txBody>
      </p:sp>
    </p:spTree>
    <p:extLst>
      <p:ext uri="{BB962C8B-B14F-4D97-AF65-F5344CB8AC3E}">
        <p14:creationId xmlns:p14="http://schemas.microsoft.com/office/powerpoint/2010/main" val="144767685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B97771C-B13D-436A-88F5-0D32F0BF5521}"/>
              </a:ext>
            </a:extLst>
          </p:cNvPr>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9E8DE80-5AA1-4C26-91A5-07E7CC47D622}"/>
              </a:ext>
            </a:extLst>
          </p:cNvPr>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C45885E-94A7-4849-A289-26616C88D31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7DD1261-6999-4C5B-B84F-D3098B325BF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38CD164-EC6C-4F2E-B63E-F32777D0DC40}"/>
              </a:ext>
            </a:extLst>
          </p:cNvPr>
          <p:cNvSpPr>
            <a:spLocks noGrp="1"/>
          </p:cNvSpPr>
          <p:nvPr>
            <p:ph type="sldNum" sz="quarter" idx="12"/>
          </p:nvPr>
        </p:nvSpPr>
        <p:spPr/>
        <p:txBody>
          <a:bodyPr/>
          <a:lstStyle>
            <a:lvl1pPr>
              <a:defRPr/>
            </a:lvl1pPr>
          </a:lstStyle>
          <a:p>
            <a:fld id="{A8E9F41E-A0A5-4DD8-89BB-37CD33A96A20}" type="slidenum">
              <a:rPr lang="en-US" altLang="zh-CN"/>
              <a:pPr/>
              <a:t>‹#›</a:t>
            </a:fld>
            <a:endParaRPr lang="en-US" altLang="zh-CN"/>
          </a:p>
        </p:txBody>
      </p:sp>
    </p:spTree>
    <p:extLst>
      <p:ext uri="{BB962C8B-B14F-4D97-AF65-F5344CB8AC3E}">
        <p14:creationId xmlns:p14="http://schemas.microsoft.com/office/powerpoint/2010/main" val="391581916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9700"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ea typeface="宋体" pitchFamily="2" charset="-122"/>
              </a:defRPr>
            </a:lvl1pPr>
          </a:lstStyle>
          <a:p>
            <a:pPr>
              <a:defRPr/>
            </a:pPr>
            <a:endParaRPr lang="en-US" altLang="zh-CN"/>
          </a:p>
        </p:txBody>
      </p:sp>
      <p:sp>
        <p:nvSpPr>
          <p:cNvPr id="2970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ea typeface="宋体" pitchFamily="2" charset="-122"/>
              </a:defRPr>
            </a:lvl1pPr>
          </a:lstStyle>
          <a:p>
            <a:pPr>
              <a:defRPr/>
            </a:pPr>
            <a:endParaRPr lang="en-US" altLang="zh-CN"/>
          </a:p>
        </p:txBody>
      </p:sp>
      <p:sp>
        <p:nvSpPr>
          <p:cNvPr id="29702"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ea typeface="宋体" pitchFamily="2" charset="-122"/>
              </a:defRPr>
            </a:lvl1pPr>
          </a:lstStyle>
          <a:p>
            <a:pPr>
              <a:defRPr/>
            </a:pPr>
            <a:fld id="{7A57FD99-F054-4A5E-8B34-C548C35A4EA7}" type="slidenum">
              <a:rPr lang="en-US" altLang="zh-CN"/>
              <a:pPr>
                <a:defRPr/>
              </a:pPr>
              <a:t>‹#›</a:t>
            </a:fld>
            <a:endParaRPr lang="en-US" altLang="zh-CN"/>
          </a:p>
        </p:txBody>
      </p:sp>
      <p:sp>
        <p:nvSpPr>
          <p:cNvPr id="29703"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zh-CN" altLang="en-US">
              <a:ea typeface="宋体" pitchFamily="2" charset="-122"/>
            </a:endParaRPr>
          </a:p>
        </p:txBody>
      </p:sp>
      <p:sp>
        <p:nvSpPr>
          <p:cNvPr id="29704"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zh-CN" altLang="en-US">
              <a:ea typeface="宋体" pitchFamily="2" charset="-122"/>
            </a:endParaRPr>
          </a:p>
        </p:txBody>
      </p:sp>
    </p:spTree>
  </p:cSld>
  <p:clrMap bg1="lt1" tx1="dk1" bg2="lt2" tx2="dk2" accent1="accent1" accent2="accent2" accent3="accent3" accent4="accent4" accent5="accent5" accent6="accent6" hlink="hlink" folHlink="folHlink"/>
  <p:sldLayoutIdLst>
    <p:sldLayoutId id="2147483685" r:id="rId1"/>
    <p:sldLayoutId id="2147483684" r:id="rId2"/>
    <p:sldLayoutId id="2147483683" r:id="rId3"/>
    <p:sldLayoutId id="2147483682" r:id="rId4"/>
    <p:sldLayoutId id="2147483681" r:id="rId5"/>
    <p:sldLayoutId id="2147483680" r:id="rId6"/>
    <p:sldLayoutId id="2147483679" r:id="rId7"/>
    <p:sldLayoutId id="2147483678" r:id="rId8"/>
    <p:sldLayoutId id="2147483677" r:id="rId9"/>
    <p:sldLayoutId id="2147483676" r:id="rId10"/>
    <p:sldLayoutId id="2147483675" r:id="rId11"/>
    <p:sldLayoutId id="2147483674" r:id="rId12"/>
    <p:sldLayoutId id="2147483673" r:id="rId13"/>
  </p:sldLayoutIdLst>
  <p:transition/>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华文中宋" pitchFamily="2" charset="-122"/>
          <a:ea typeface="华文中宋" pitchFamily="2" charset="-122"/>
          <a:cs typeface="华文中宋"/>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华文中宋" pitchFamily="2" charset="-122"/>
          <a:ea typeface="华文中宋" pitchFamily="2" charset="-122"/>
          <a:cs typeface="华文中宋"/>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华文中宋" pitchFamily="2" charset="-122"/>
          <a:ea typeface="华文中宋" pitchFamily="2" charset="-122"/>
          <a:cs typeface="华文中宋"/>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华文中宋" pitchFamily="2" charset="-122"/>
          <a:ea typeface="华文中宋" pitchFamily="2" charset="-122"/>
          <a:cs typeface="华文中宋"/>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华文中宋" pitchFamily="2" charset="-122"/>
          <a:ea typeface="华文中宋" pitchFamily="2" charset="-122"/>
          <a:cs typeface="华文中宋"/>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218" name="Group 2">
            <a:extLst>
              <a:ext uri="{FF2B5EF4-FFF2-40B4-BE49-F238E27FC236}">
                <a16:creationId xmlns:a16="http://schemas.microsoft.com/office/drawing/2014/main" id="{50E6D0DE-B6E3-41F3-B14F-473C54CF504F}"/>
              </a:ext>
            </a:extLst>
          </p:cNvPr>
          <p:cNvGrpSpPr>
            <a:grpSpLocks/>
          </p:cNvGrpSpPr>
          <p:nvPr/>
        </p:nvGrpSpPr>
        <p:grpSpPr bwMode="auto">
          <a:xfrm>
            <a:off x="0" y="3902075"/>
            <a:ext cx="3400425" cy="2949575"/>
            <a:chOff x="0" y="2458"/>
            <a:chExt cx="2142" cy="1858"/>
          </a:xfrm>
        </p:grpSpPr>
        <p:sp>
          <p:nvSpPr>
            <p:cNvPr id="9219" name="Freeform 3">
              <a:extLst>
                <a:ext uri="{FF2B5EF4-FFF2-40B4-BE49-F238E27FC236}">
                  <a16:creationId xmlns:a16="http://schemas.microsoft.com/office/drawing/2014/main" id="{4D21E774-6F10-448F-855F-AA240A8D14F1}"/>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0" name="Freeform 4">
              <a:extLst>
                <a:ext uri="{FF2B5EF4-FFF2-40B4-BE49-F238E27FC236}">
                  <a16:creationId xmlns:a16="http://schemas.microsoft.com/office/drawing/2014/main" id="{933E2498-B9B5-40C7-9099-B454A1B5B77D}"/>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1" name="Freeform 5">
              <a:extLst>
                <a:ext uri="{FF2B5EF4-FFF2-40B4-BE49-F238E27FC236}">
                  <a16:creationId xmlns:a16="http://schemas.microsoft.com/office/drawing/2014/main" id="{8AAB23D8-6A24-46E8-ADF0-D4B02E26C058}"/>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2" name="Freeform 6">
              <a:extLst>
                <a:ext uri="{FF2B5EF4-FFF2-40B4-BE49-F238E27FC236}">
                  <a16:creationId xmlns:a16="http://schemas.microsoft.com/office/drawing/2014/main" id="{284CDC69-E8FD-499C-AA8C-439F22BAB946}"/>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3" name="Oval 7">
              <a:extLst>
                <a:ext uri="{FF2B5EF4-FFF2-40B4-BE49-F238E27FC236}">
                  <a16:creationId xmlns:a16="http://schemas.microsoft.com/office/drawing/2014/main" id="{275B604B-000A-4039-A578-344F18352D02}"/>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24" name="Oval 8">
              <a:extLst>
                <a:ext uri="{FF2B5EF4-FFF2-40B4-BE49-F238E27FC236}">
                  <a16:creationId xmlns:a16="http://schemas.microsoft.com/office/drawing/2014/main" id="{1498DCC6-5658-42F6-A1B9-8A00AD08A9B1}"/>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25" name="Oval 9">
              <a:extLst>
                <a:ext uri="{FF2B5EF4-FFF2-40B4-BE49-F238E27FC236}">
                  <a16:creationId xmlns:a16="http://schemas.microsoft.com/office/drawing/2014/main" id="{CEBC4D90-6E6A-4B1D-B410-6A96C37F6556}"/>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9226" name="Rectangle 10">
            <a:extLst>
              <a:ext uri="{FF2B5EF4-FFF2-40B4-BE49-F238E27FC236}">
                <a16:creationId xmlns:a16="http://schemas.microsoft.com/office/drawing/2014/main" id="{389D9970-6379-4A78-86D6-685D67B7CC18}"/>
              </a:ext>
            </a:extLst>
          </p:cNvPr>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9227" name="Rectangle 11">
            <a:extLst>
              <a:ext uri="{FF2B5EF4-FFF2-40B4-BE49-F238E27FC236}">
                <a16:creationId xmlns:a16="http://schemas.microsoft.com/office/drawing/2014/main" id="{B333ACAC-D858-4D95-8E06-36F0198A625B}"/>
              </a:ext>
            </a:extLst>
          </p:cNvPr>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228" name="Rectangle 12">
            <a:extLst>
              <a:ext uri="{FF2B5EF4-FFF2-40B4-BE49-F238E27FC236}">
                <a16:creationId xmlns:a16="http://schemas.microsoft.com/office/drawing/2014/main" id="{FF335BB6-A0C1-45FA-A89D-DE4355877E9A}"/>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10199"/>
                  </a:outerShdw>
                </a:effectLst>
              </a:defRPr>
            </a:lvl1pPr>
          </a:lstStyle>
          <a:p>
            <a:endParaRPr lang="en-US" altLang="zh-CN"/>
          </a:p>
        </p:txBody>
      </p:sp>
      <p:sp>
        <p:nvSpPr>
          <p:cNvPr id="9229" name="Rectangle 13">
            <a:extLst>
              <a:ext uri="{FF2B5EF4-FFF2-40B4-BE49-F238E27FC236}">
                <a16:creationId xmlns:a16="http://schemas.microsoft.com/office/drawing/2014/main" id="{FCCE39C7-4209-49A2-A22A-A7C987AD5FC8}"/>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10199"/>
                  </a:outerShdw>
                </a:effectLst>
              </a:defRPr>
            </a:lvl1pPr>
          </a:lstStyle>
          <a:p>
            <a:endParaRPr lang="en-US" altLang="zh-CN"/>
          </a:p>
        </p:txBody>
      </p:sp>
      <p:sp>
        <p:nvSpPr>
          <p:cNvPr id="9230" name="Rectangle 14">
            <a:extLst>
              <a:ext uri="{FF2B5EF4-FFF2-40B4-BE49-F238E27FC236}">
                <a16:creationId xmlns:a16="http://schemas.microsoft.com/office/drawing/2014/main" id="{841A190F-EEC4-4655-92D1-839D6E10B2A5}"/>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10199"/>
                  </a:outerShdw>
                </a:effectLst>
              </a:defRPr>
            </a:lvl1pPr>
          </a:lstStyle>
          <a:p>
            <a:fld id="{82C73A91-F6D8-4D96-B87E-961FF9BCF63F}" type="slidenum">
              <a:rPr lang="en-US" altLang="zh-CN"/>
              <a:pPr/>
              <a:t>‹#›</a:t>
            </a:fld>
            <a:endParaRPr lang="en-US" altLang="zh-CN"/>
          </a:p>
        </p:txBody>
      </p:sp>
    </p:spTree>
    <p:extLst>
      <p:ext uri="{BB962C8B-B14F-4D97-AF65-F5344CB8AC3E}">
        <p14:creationId xmlns:p14="http://schemas.microsoft.com/office/powerpoint/2010/main" val="1385228736"/>
      </p:ext>
    </p:extLst>
  </p:cSld>
  <p:clrMap bg1="dk2" tx1="lt1" bg2="dk1"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txStyles>
    <p:titleStyle>
      <a:lvl1pPr algn="ctr" rtl="0" fontAlgn="base">
        <a:spcBef>
          <a:spcPct val="0"/>
        </a:spcBef>
        <a:spcAft>
          <a:spcPct val="0"/>
        </a:spcAft>
        <a:defRPr sz="4400" kern="1200">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kern="1200">
          <a:solidFill>
            <a:schemeClr val="tx1"/>
          </a:solidFill>
          <a:effectLst>
            <a:outerShdw blurRad="38100" dist="38100" dir="2700000" algn="tl">
              <a:srgbClr val="010199"/>
            </a:outerShdw>
          </a:effectLst>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kern="1200">
          <a:solidFill>
            <a:schemeClr val="tx1"/>
          </a:solidFill>
          <a:effectLst>
            <a:outerShdw blurRad="38100" dist="38100" dir="2700000" algn="tl">
              <a:srgbClr val="010199"/>
            </a:outerShdw>
          </a:effectLst>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kern="1200">
          <a:solidFill>
            <a:schemeClr val="tx1"/>
          </a:solidFill>
          <a:effectLst>
            <a:outerShdw blurRad="38100" dist="38100" dir="2700000" algn="tl">
              <a:srgbClr val="010199"/>
            </a:outerShdw>
          </a:effectLst>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pPr algn="ctr"/>
            <a:r>
              <a:rPr lang="zh-CN" altLang="en-US" dirty="0"/>
              <a:t>第三章 习题</a:t>
            </a:r>
            <a:r>
              <a:rPr lang="en-US" altLang="zh-CN" dirty="0"/>
              <a:t>5</a:t>
            </a:r>
            <a:br>
              <a:rPr lang="zh-CN" altLang="en-US" dirty="0"/>
            </a:br>
            <a:br>
              <a:rPr lang="zh-CN" altLang="en-US" dirty="0"/>
            </a:br>
            <a:br>
              <a:rPr lang="zh-CN" altLang="en-US" dirty="0"/>
            </a:br>
            <a:br>
              <a:rPr lang="zh-CN" altLang="en-US" dirty="0"/>
            </a:br>
            <a:br>
              <a:rPr lang="en-US" altLang="zh-CN" dirty="0"/>
            </a:br>
            <a:br>
              <a:rPr lang="zh-CN" altLang="en-US" dirty="0"/>
            </a:br>
            <a:endParaRPr lang="zh-CN" altLang="en-US" dirty="0"/>
          </a:p>
        </p:txBody>
      </p:sp>
      <p:sp>
        <p:nvSpPr>
          <p:cNvPr id="3" name="内容占位符 2"/>
          <p:cNvSpPr>
            <a:spLocks noGrp="1"/>
          </p:cNvSpPr>
          <p:nvPr>
            <p:ph idx="1"/>
          </p:nvPr>
        </p:nvSpPr>
        <p:spPr/>
        <p:txBody>
          <a:bodyPr/>
          <a:lstStyle/>
          <a:p>
            <a:pPr marL="355600" lvl="3" indent="-355600" algn="just">
              <a:buClr>
                <a:srgbClr val="3B812F"/>
              </a:buClr>
              <a:buSzPct val="80000"/>
              <a:buFont typeface="+mj-ea"/>
              <a:buAutoNum type="circleNumDbPlain"/>
              <a:defRPr/>
            </a:pPr>
            <a:r>
              <a:rPr lang="zh-CN" altLang="en-US" sz="2800" dirty="0"/>
              <a:t>设信号量</a:t>
            </a:r>
            <a:r>
              <a:rPr lang="en-US" altLang="zh-CN" sz="2800" dirty="0"/>
              <a:t>empty</a:t>
            </a:r>
            <a:r>
              <a:rPr lang="zh-CN" altLang="en-US" sz="2800" dirty="0"/>
              <a:t>为生产者进程的私用信号量，初值为</a:t>
            </a:r>
            <a:r>
              <a:rPr lang="en-US" altLang="zh-CN" sz="2800" dirty="0"/>
              <a:t>m</a:t>
            </a:r>
            <a:r>
              <a:rPr lang="zh-CN" altLang="en-US" sz="2800" dirty="0"/>
              <a:t>，表示空缓冲区的数目。</a:t>
            </a:r>
            <a:endParaRPr lang="en-US" altLang="zh-CN" sz="2800" dirty="0"/>
          </a:p>
          <a:p>
            <a:pPr marL="355600" lvl="3" indent="-355600" algn="just">
              <a:buClr>
                <a:srgbClr val="3B812F"/>
              </a:buClr>
              <a:buSzPct val="80000"/>
              <a:buFont typeface="+mj-ea"/>
              <a:buAutoNum type="circleNumDbPlain"/>
              <a:defRPr/>
            </a:pPr>
            <a:r>
              <a:rPr lang="zh-CN" altLang="en-US" sz="2800" dirty="0"/>
              <a:t>信号量</a:t>
            </a:r>
            <a:r>
              <a:rPr lang="en-US" altLang="zh-CN" sz="2800" dirty="0"/>
              <a:t>full</a:t>
            </a:r>
            <a:r>
              <a:rPr lang="zh-CN" altLang="en-US" sz="2800" dirty="0"/>
              <a:t>为消费者进程的私用信号量，初值为</a:t>
            </a:r>
            <a:r>
              <a:rPr lang="en-US" altLang="zh-CN" sz="2800" dirty="0"/>
              <a:t>0</a:t>
            </a:r>
            <a:r>
              <a:rPr lang="zh-CN" altLang="en-US" sz="2800" dirty="0"/>
              <a:t>，表示已用缓冲区的数目。</a:t>
            </a:r>
            <a:endParaRPr lang="en-US" altLang="zh-CN" sz="2800" dirty="0"/>
          </a:p>
          <a:p>
            <a:pPr marL="355600" lvl="3" indent="-355600" algn="just">
              <a:buClr>
                <a:srgbClr val="3B812F"/>
              </a:buClr>
              <a:buSzPct val="80000"/>
              <a:buFont typeface="+mj-ea"/>
              <a:buAutoNum type="circleNumDbPlain"/>
              <a:defRPr/>
            </a:pPr>
            <a:r>
              <a:rPr lang="zh-CN" altLang="en-US" sz="2800" dirty="0"/>
              <a:t>设第</a:t>
            </a:r>
            <a:r>
              <a:rPr lang="en-US" altLang="zh-CN" sz="2800" dirty="0" err="1"/>
              <a:t>i</a:t>
            </a:r>
            <a:r>
              <a:rPr lang="zh-CN" altLang="en-US" sz="2800" dirty="0"/>
              <a:t>块缓冲区的公用信号量为</a:t>
            </a:r>
            <a:r>
              <a:rPr lang="en-US" altLang="zh-CN" sz="2800" dirty="0" err="1"/>
              <a:t>mutex</a:t>
            </a:r>
            <a:r>
              <a:rPr lang="en-US" altLang="zh-CN" sz="2800" dirty="0"/>
              <a:t>[</a:t>
            </a:r>
            <a:r>
              <a:rPr lang="en-US" altLang="zh-CN" sz="2800" dirty="0" err="1"/>
              <a:t>i</a:t>
            </a:r>
            <a:r>
              <a:rPr lang="en-US" altLang="zh-CN" sz="2800" dirty="0"/>
              <a:t>]</a:t>
            </a:r>
            <a:r>
              <a:rPr lang="zh-CN" altLang="en-US" sz="2800" dirty="0"/>
              <a:t>保证生产者进程和消费者进程对同一块缓冲区操作的互斥，初值为</a:t>
            </a:r>
            <a:r>
              <a:rPr lang="en-US" altLang="zh-CN" sz="2800" dirty="0"/>
              <a:t>1</a:t>
            </a:r>
            <a:r>
              <a:rPr lang="zh-CN" altLang="en-US" sz="2800" dirty="0"/>
              <a:t>。</a:t>
            </a:r>
          </a:p>
          <a:p>
            <a:pPr marL="0" lvl="3" indent="0">
              <a:buClr>
                <a:srgbClr val="3B812F"/>
              </a:buClr>
              <a:buSzPct val="80000"/>
              <a:buFont typeface="Wingdings" pitchFamily="2" charset="2"/>
              <a:buNone/>
              <a:defRPr/>
            </a:pP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p:txBody>
          <a:bodyPr/>
          <a:lstStyle/>
          <a:p>
            <a:pPr algn="ctr"/>
            <a:r>
              <a:rPr lang="zh-CN" altLang="en-US"/>
              <a:t>第三章 习题</a:t>
            </a:r>
            <a:r>
              <a:rPr lang="en-US" altLang="zh-CN"/>
              <a:t>11</a:t>
            </a:r>
            <a:br>
              <a:rPr lang="zh-CN" altLang="en-US"/>
            </a:br>
            <a:br>
              <a:rPr lang="zh-CN" altLang="en-US"/>
            </a:br>
            <a:br>
              <a:rPr lang="zh-CN" altLang="en-US"/>
            </a:br>
            <a:br>
              <a:rPr lang="zh-CN" altLang="en-US"/>
            </a:br>
            <a:br>
              <a:rPr lang="en-US" altLang="zh-CN"/>
            </a:br>
            <a:br>
              <a:rPr lang="zh-CN" altLang="en-US"/>
            </a:br>
            <a:endParaRPr lang="zh-CN" altLang="en-US"/>
          </a:p>
        </p:txBody>
      </p:sp>
      <p:sp>
        <p:nvSpPr>
          <p:cNvPr id="19458" name="内容占位符 2"/>
          <p:cNvSpPr>
            <a:spLocks noGrp="1"/>
          </p:cNvSpPr>
          <p:nvPr>
            <p:ph idx="1"/>
          </p:nvPr>
        </p:nvSpPr>
        <p:spPr/>
        <p:txBody>
          <a:bodyPr/>
          <a:lstStyle/>
          <a:p>
            <a:pPr marL="0" lvl="3" indent="0">
              <a:buClr>
                <a:srgbClr val="3B812F"/>
              </a:buClr>
              <a:buSzPct val="80000"/>
              <a:buFont typeface="Wingdings" pitchFamily="2" charset="2"/>
              <a:buNone/>
            </a:pPr>
            <a:r>
              <a:rPr lang="zh-CN" altLang="en-US" sz="2800">
                <a:latin typeface="华文中宋"/>
                <a:ea typeface="华文中宋"/>
              </a:rPr>
              <a:t> </a:t>
            </a:r>
            <a:r>
              <a:rPr lang="en-US" altLang="zh-CN" sz="2800">
                <a:latin typeface="华文中宋"/>
                <a:ea typeface="华文中宋"/>
              </a:rPr>
              <a:t>Producer(data)</a:t>
            </a:r>
          </a:p>
          <a:p>
            <a:pPr marL="0" lvl="3" indent="0">
              <a:buClr>
                <a:srgbClr val="3B812F"/>
              </a:buClr>
              <a:buSzPct val="80000"/>
              <a:buFont typeface="Wingdings" pitchFamily="2" charset="2"/>
              <a:buNone/>
            </a:pPr>
            <a:r>
              <a:rPr lang="en-US" altLang="zh-CN" sz="2800">
                <a:latin typeface="华文中宋"/>
                <a:ea typeface="华文中宋"/>
              </a:rPr>
              <a:t>       Begin</a:t>
            </a:r>
          </a:p>
          <a:p>
            <a:pPr marL="0" lvl="3" indent="0">
              <a:buClr>
                <a:srgbClr val="3B812F"/>
              </a:buClr>
              <a:buSzPct val="80000"/>
              <a:buFont typeface="Wingdings" pitchFamily="2" charset="2"/>
              <a:buNone/>
            </a:pPr>
            <a:r>
              <a:rPr lang="en-US" altLang="zh-CN" sz="2800">
                <a:latin typeface="华文中宋"/>
                <a:ea typeface="华文中宋"/>
              </a:rPr>
              <a:t>              P(empty);   </a:t>
            </a:r>
            <a:r>
              <a:rPr lang="en-US" altLang="zh-CN" sz="2800">
                <a:solidFill>
                  <a:srgbClr val="0000FF"/>
                </a:solidFill>
                <a:latin typeface="华文中宋"/>
                <a:ea typeface="华文中宋"/>
              </a:rPr>
              <a:t>//</a:t>
            </a:r>
            <a:r>
              <a:rPr lang="zh-CN" altLang="en-US" sz="2800">
                <a:solidFill>
                  <a:srgbClr val="0000FF"/>
                </a:solidFill>
                <a:latin typeface="华文中宋"/>
                <a:ea typeface="华文中宋"/>
              </a:rPr>
              <a:t>获取空缓冲区</a:t>
            </a:r>
            <a:endParaRPr lang="en-US" altLang="zh-CN" sz="2800">
              <a:solidFill>
                <a:srgbClr val="0000FF"/>
              </a:solidFill>
              <a:latin typeface="华文中宋"/>
              <a:ea typeface="华文中宋"/>
            </a:endParaRPr>
          </a:p>
          <a:p>
            <a:pPr marL="0" lvl="3" indent="0">
              <a:buClr>
                <a:srgbClr val="3B812F"/>
              </a:buClr>
              <a:buSzPct val="80000"/>
              <a:buFont typeface="Wingdings" pitchFamily="2" charset="2"/>
              <a:buNone/>
            </a:pPr>
            <a:r>
              <a:rPr lang="en-US" altLang="zh-CN" sz="2800">
                <a:latin typeface="华文中宋"/>
                <a:ea typeface="华文中宋"/>
              </a:rPr>
              <a:t>              </a:t>
            </a:r>
            <a:r>
              <a:rPr lang="zh-CN" altLang="en-US" sz="2800">
                <a:latin typeface="华文中宋"/>
                <a:ea typeface="华文中宋"/>
              </a:rPr>
              <a:t>选择一个空缓冲区</a:t>
            </a:r>
            <a:r>
              <a:rPr lang="en-US" altLang="zh-CN" sz="2800">
                <a:latin typeface="华文中宋"/>
                <a:ea typeface="华文中宋"/>
              </a:rPr>
              <a:t>i;</a:t>
            </a:r>
          </a:p>
          <a:p>
            <a:pPr marL="0" lvl="3" indent="0">
              <a:buClr>
                <a:srgbClr val="3B812F"/>
              </a:buClr>
              <a:buSzPct val="80000"/>
              <a:buFont typeface="Wingdings" pitchFamily="2" charset="2"/>
              <a:buNone/>
            </a:pPr>
            <a:r>
              <a:rPr lang="en-US" altLang="zh-CN" sz="2800">
                <a:latin typeface="华文中宋"/>
                <a:ea typeface="华文中宋"/>
              </a:rPr>
              <a:t>              P(mutex[ i ] );  </a:t>
            </a:r>
            <a:r>
              <a:rPr lang="en-US" altLang="zh-CN" sz="2800">
                <a:solidFill>
                  <a:srgbClr val="0000FF"/>
                </a:solidFill>
                <a:latin typeface="华文中宋"/>
                <a:ea typeface="华文中宋"/>
              </a:rPr>
              <a:t>//</a:t>
            </a:r>
            <a:r>
              <a:rPr lang="zh-CN" altLang="en-US" sz="2800">
                <a:solidFill>
                  <a:srgbClr val="0000FF"/>
                </a:solidFill>
                <a:latin typeface="华文中宋"/>
                <a:ea typeface="华文中宋"/>
              </a:rPr>
              <a:t>进入临界区</a:t>
            </a:r>
            <a:endParaRPr lang="en-US" altLang="zh-CN" sz="2800">
              <a:solidFill>
                <a:srgbClr val="0000FF"/>
              </a:solidFill>
              <a:latin typeface="华文中宋"/>
              <a:ea typeface="华文中宋"/>
            </a:endParaRPr>
          </a:p>
          <a:p>
            <a:pPr marL="0" lvl="3" indent="0">
              <a:buClr>
                <a:srgbClr val="3B812F"/>
              </a:buClr>
              <a:buSzPct val="80000"/>
              <a:buFont typeface="Wingdings" pitchFamily="2" charset="2"/>
              <a:buNone/>
            </a:pPr>
            <a:r>
              <a:rPr lang="en-US" altLang="zh-CN" sz="2800">
                <a:latin typeface="华文中宋"/>
                <a:ea typeface="华文中宋"/>
              </a:rPr>
              <a:t>              </a:t>
            </a:r>
            <a:r>
              <a:rPr lang="zh-CN" altLang="en-US" sz="2800">
                <a:latin typeface="华文中宋"/>
                <a:ea typeface="华文中宋"/>
              </a:rPr>
              <a:t>送数据入缓冲区</a:t>
            </a:r>
            <a:r>
              <a:rPr lang="en-US" altLang="zh-CN" sz="2800">
                <a:latin typeface="华文中宋"/>
                <a:ea typeface="华文中宋"/>
              </a:rPr>
              <a:t>i;</a:t>
            </a:r>
            <a:endParaRPr lang="zh-CN" altLang="en-US" sz="2800">
              <a:latin typeface="华文中宋"/>
              <a:ea typeface="华文中宋"/>
            </a:endParaRPr>
          </a:p>
          <a:p>
            <a:pPr marL="0" lvl="3" indent="0">
              <a:buClr>
                <a:srgbClr val="3B812F"/>
              </a:buClr>
              <a:buSzPct val="80000"/>
              <a:buFont typeface="Wingdings" pitchFamily="2" charset="2"/>
              <a:buNone/>
            </a:pPr>
            <a:r>
              <a:rPr lang="zh-CN" altLang="en-US" sz="2800">
                <a:latin typeface="华文中宋"/>
                <a:ea typeface="华文中宋"/>
              </a:rPr>
              <a:t>              </a:t>
            </a:r>
            <a:r>
              <a:rPr lang="en-US" altLang="zh-CN" sz="2800">
                <a:latin typeface="华文中宋"/>
                <a:ea typeface="华文中宋"/>
              </a:rPr>
              <a:t>V(mutex [ i ] ) ; </a:t>
            </a:r>
            <a:r>
              <a:rPr lang="en-US" altLang="zh-CN" sz="2800">
                <a:solidFill>
                  <a:srgbClr val="0000FF"/>
                </a:solidFill>
                <a:latin typeface="华文中宋"/>
                <a:ea typeface="华文中宋"/>
              </a:rPr>
              <a:t>//</a:t>
            </a:r>
            <a:r>
              <a:rPr lang="zh-CN" altLang="en-US" sz="2800">
                <a:solidFill>
                  <a:srgbClr val="0000FF"/>
                </a:solidFill>
                <a:latin typeface="华文中宋"/>
                <a:ea typeface="华文中宋"/>
              </a:rPr>
              <a:t>离开临界区</a:t>
            </a:r>
            <a:endParaRPr lang="en-US" altLang="zh-CN" sz="2800">
              <a:solidFill>
                <a:srgbClr val="0000FF"/>
              </a:solidFill>
              <a:latin typeface="华文中宋"/>
              <a:ea typeface="华文中宋"/>
            </a:endParaRPr>
          </a:p>
          <a:p>
            <a:pPr marL="0" lvl="3" indent="0">
              <a:buClr>
                <a:srgbClr val="3B812F"/>
              </a:buClr>
              <a:buSzPct val="80000"/>
              <a:buFont typeface="Wingdings" pitchFamily="2" charset="2"/>
              <a:buNone/>
            </a:pPr>
            <a:r>
              <a:rPr lang="en-US" altLang="zh-CN" sz="2800">
                <a:latin typeface="华文中宋"/>
                <a:ea typeface="华文中宋"/>
              </a:rPr>
              <a:t>              V(full) ;  </a:t>
            </a:r>
            <a:r>
              <a:rPr lang="en-US" altLang="zh-CN" sz="2800">
                <a:solidFill>
                  <a:srgbClr val="0000FF"/>
                </a:solidFill>
                <a:latin typeface="华文中宋"/>
                <a:ea typeface="华文中宋"/>
              </a:rPr>
              <a:t>//</a:t>
            </a:r>
            <a:r>
              <a:rPr lang="zh-CN" altLang="en-US" sz="2800">
                <a:solidFill>
                  <a:srgbClr val="0000FF"/>
                </a:solidFill>
                <a:latin typeface="华文中宋"/>
                <a:ea typeface="华文中宋"/>
              </a:rPr>
              <a:t>满缓冲区加</a:t>
            </a:r>
            <a:r>
              <a:rPr lang="en-US" altLang="zh-CN" sz="2800">
                <a:solidFill>
                  <a:srgbClr val="0000FF"/>
                </a:solidFill>
                <a:latin typeface="华文中宋"/>
                <a:ea typeface="华文中宋"/>
              </a:rPr>
              <a:t>1         </a:t>
            </a:r>
          </a:p>
          <a:p>
            <a:pPr marL="0" lvl="3" indent="0">
              <a:buClr>
                <a:srgbClr val="3B812F"/>
              </a:buClr>
              <a:buSzPct val="80000"/>
              <a:buFont typeface="Wingdings" pitchFamily="2" charset="2"/>
              <a:buNone/>
            </a:pPr>
            <a:r>
              <a:rPr lang="en-US" altLang="zh-CN" sz="2800">
                <a:latin typeface="华文中宋"/>
                <a:ea typeface="华文中宋"/>
              </a:rPr>
              <a:t>       End            </a:t>
            </a:r>
          </a:p>
          <a:p>
            <a:pPr marL="0" lvl="3" indent="0">
              <a:buClr>
                <a:srgbClr val="3B812F"/>
              </a:buClr>
              <a:buSzPct val="80000"/>
              <a:buFont typeface="Wingdings" pitchFamily="2" charset="2"/>
              <a:buNone/>
            </a:pPr>
            <a:endParaRPr lang="zh-CN" altLang="en-US" sz="2800">
              <a:latin typeface="华文中宋"/>
              <a:ea typeface="华文中宋"/>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p:txBody>
          <a:bodyPr/>
          <a:lstStyle/>
          <a:p>
            <a:pPr algn="ctr"/>
            <a:r>
              <a:rPr lang="zh-CN" altLang="en-US"/>
              <a:t>第三章 习题</a:t>
            </a:r>
            <a:r>
              <a:rPr lang="en-US" altLang="zh-CN"/>
              <a:t>11</a:t>
            </a:r>
            <a:br>
              <a:rPr lang="zh-CN" altLang="en-US"/>
            </a:br>
            <a:br>
              <a:rPr lang="zh-CN" altLang="en-US"/>
            </a:br>
            <a:br>
              <a:rPr lang="zh-CN" altLang="en-US"/>
            </a:br>
            <a:br>
              <a:rPr lang="zh-CN" altLang="en-US"/>
            </a:br>
            <a:br>
              <a:rPr lang="en-US" altLang="zh-CN"/>
            </a:br>
            <a:br>
              <a:rPr lang="zh-CN" altLang="en-US"/>
            </a:br>
            <a:endParaRPr lang="zh-CN" altLang="en-US"/>
          </a:p>
        </p:txBody>
      </p:sp>
      <p:sp>
        <p:nvSpPr>
          <p:cNvPr id="20482" name="内容占位符 2"/>
          <p:cNvSpPr>
            <a:spLocks noGrp="1"/>
          </p:cNvSpPr>
          <p:nvPr>
            <p:ph idx="1"/>
          </p:nvPr>
        </p:nvSpPr>
        <p:spPr/>
        <p:txBody>
          <a:bodyPr/>
          <a:lstStyle/>
          <a:p>
            <a:pPr marL="0" lvl="3" indent="0">
              <a:buClr>
                <a:srgbClr val="3B812F"/>
              </a:buClr>
              <a:buSzPct val="80000"/>
              <a:buFont typeface="Wingdings" pitchFamily="2" charset="2"/>
              <a:buNone/>
            </a:pPr>
            <a:r>
              <a:rPr lang="zh-CN" altLang="en-US" sz="2800">
                <a:latin typeface="华文中宋"/>
                <a:ea typeface="华文中宋"/>
              </a:rPr>
              <a:t> </a:t>
            </a:r>
            <a:r>
              <a:rPr lang="en-US" altLang="zh-CN" sz="2800">
                <a:latin typeface="Times New Roman" pitchFamily="18" charset="0"/>
                <a:ea typeface="华文中宋"/>
                <a:cs typeface="Times New Roman" pitchFamily="18" charset="0"/>
              </a:rPr>
              <a:t>Consumer(data)</a:t>
            </a:r>
          </a:p>
          <a:p>
            <a:pPr marL="0" lvl="3" indent="0">
              <a:buClr>
                <a:srgbClr val="3B812F"/>
              </a:buClr>
              <a:buSzPct val="80000"/>
              <a:buFont typeface="Wingdings" pitchFamily="2" charset="2"/>
              <a:buNone/>
            </a:pPr>
            <a:r>
              <a:rPr lang="en-US" altLang="zh-CN" sz="2800">
                <a:latin typeface="Times New Roman" pitchFamily="18" charset="0"/>
                <a:ea typeface="华文中宋"/>
                <a:cs typeface="Times New Roman" pitchFamily="18" charset="0"/>
              </a:rPr>
              <a:t>       Begin</a:t>
            </a:r>
          </a:p>
          <a:p>
            <a:pPr marL="0" lvl="3" indent="0">
              <a:buClr>
                <a:srgbClr val="3B812F"/>
              </a:buClr>
              <a:buSzPct val="80000"/>
              <a:buFont typeface="Wingdings" pitchFamily="2" charset="2"/>
              <a:buNone/>
            </a:pPr>
            <a:r>
              <a:rPr lang="en-US" altLang="zh-CN" sz="2800">
                <a:latin typeface="Times New Roman" pitchFamily="18" charset="0"/>
                <a:ea typeface="华文中宋"/>
                <a:cs typeface="Times New Roman" pitchFamily="18" charset="0"/>
              </a:rPr>
              <a:t>              P(full);             </a:t>
            </a:r>
            <a:r>
              <a:rPr lang="en-US" altLang="zh-CN" sz="2800">
                <a:solidFill>
                  <a:srgbClr val="0000FF"/>
                </a:solidFill>
                <a:latin typeface="Times New Roman" pitchFamily="18" charset="0"/>
                <a:ea typeface="华文中宋"/>
                <a:cs typeface="Times New Roman" pitchFamily="18" charset="0"/>
              </a:rPr>
              <a:t>//</a:t>
            </a:r>
            <a:r>
              <a:rPr lang="zh-CN" altLang="en-US" sz="2800">
                <a:solidFill>
                  <a:srgbClr val="0000FF"/>
                </a:solidFill>
                <a:latin typeface="Times New Roman" pitchFamily="18" charset="0"/>
                <a:ea typeface="华文中宋"/>
                <a:cs typeface="Times New Roman" pitchFamily="18" charset="0"/>
              </a:rPr>
              <a:t>获取满缓冲区</a:t>
            </a:r>
            <a:endParaRPr lang="en-US" altLang="zh-CN" sz="2800">
              <a:solidFill>
                <a:srgbClr val="0000FF"/>
              </a:solidFill>
              <a:latin typeface="Times New Roman" pitchFamily="18" charset="0"/>
              <a:ea typeface="华文中宋"/>
              <a:cs typeface="Times New Roman" pitchFamily="18" charset="0"/>
            </a:endParaRPr>
          </a:p>
          <a:p>
            <a:pPr marL="0" lvl="3" indent="0">
              <a:buClr>
                <a:srgbClr val="3B812F"/>
              </a:buClr>
              <a:buSzPct val="80000"/>
              <a:buFont typeface="Wingdings" pitchFamily="2" charset="2"/>
              <a:buNone/>
            </a:pPr>
            <a:r>
              <a:rPr lang="en-US" altLang="zh-CN" sz="2800">
                <a:latin typeface="Times New Roman" pitchFamily="18" charset="0"/>
                <a:ea typeface="华文中宋"/>
                <a:cs typeface="Times New Roman" pitchFamily="18" charset="0"/>
              </a:rPr>
              <a:t>              </a:t>
            </a:r>
            <a:r>
              <a:rPr lang="zh-CN" altLang="en-US" sz="2800">
                <a:latin typeface="Times New Roman" pitchFamily="18" charset="0"/>
                <a:ea typeface="华文中宋"/>
                <a:cs typeface="Times New Roman" pitchFamily="18" charset="0"/>
              </a:rPr>
              <a:t>选择一个满缓冲区</a:t>
            </a:r>
            <a:r>
              <a:rPr lang="en-US" altLang="zh-CN" sz="2800">
                <a:latin typeface="Times New Roman" pitchFamily="18" charset="0"/>
                <a:ea typeface="华文中宋"/>
                <a:cs typeface="Times New Roman" pitchFamily="18" charset="0"/>
              </a:rPr>
              <a:t>i; </a:t>
            </a:r>
          </a:p>
          <a:p>
            <a:pPr marL="0" lvl="3" indent="0">
              <a:buClr>
                <a:srgbClr val="3B812F"/>
              </a:buClr>
              <a:buSzPct val="80000"/>
              <a:buFont typeface="Wingdings" pitchFamily="2" charset="2"/>
              <a:buNone/>
            </a:pPr>
            <a:r>
              <a:rPr lang="en-US" altLang="zh-CN" sz="2800">
                <a:latin typeface="Times New Roman" pitchFamily="18" charset="0"/>
                <a:ea typeface="华文中宋"/>
                <a:cs typeface="Times New Roman" pitchFamily="18" charset="0"/>
              </a:rPr>
              <a:t>              P(mutex[ i ] );  </a:t>
            </a:r>
            <a:r>
              <a:rPr lang="en-US" altLang="zh-CN" sz="2800">
                <a:solidFill>
                  <a:srgbClr val="0000FF"/>
                </a:solidFill>
                <a:latin typeface="Times New Roman" pitchFamily="18" charset="0"/>
                <a:ea typeface="华文中宋"/>
                <a:cs typeface="Times New Roman" pitchFamily="18" charset="0"/>
              </a:rPr>
              <a:t>//</a:t>
            </a:r>
            <a:r>
              <a:rPr lang="zh-CN" altLang="en-US" sz="2800">
                <a:solidFill>
                  <a:srgbClr val="0000FF"/>
                </a:solidFill>
                <a:latin typeface="Times New Roman" pitchFamily="18" charset="0"/>
                <a:ea typeface="华文中宋"/>
                <a:cs typeface="Times New Roman" pitchFamily="18" charset="0"/>
              </a:rPr>
              <a:t>进入临界区</a:t>
            </a:r>
            <a:endParaRPr lang="en-US" altLang="zh-CN" sz="2800">
              <a:solidFill>
                <a:srgbClr val="0000FF"/>
              </a:solidFill>
              <a:latin typeface="Times New Roman" pitchFamily="18" charset="0"/>
              <a:ea typeface="华文中宋"/>
              <a:cs typeface="Times New Roman" pitchFamily="18" charset="0"/>
            </a:endParaRPr>
          </a:p>
          <a:p>
            <a:pPr marL="0" lvl="3" indent="0">
              <a:buClr>
                <a:srgbClr val="3B812F"/>
              </a:buClr>
              <a:buSzPct val="80000"/>
              <a:buFont typeface="Wingdings" pitchFamily="2" charset="2"/>
              <a:buNone/>
            </a:pPr>
            <a:r>
              <a:rPr lang="en-US" altLang="zh-CN" sz="2800">
                <a:latin typeface="Times New Roman" pitchFamily="18" charset="0"/>
                <a:ea typeface="华文中宋"/>
                <a:cs typeface="Times New Roman" pitchFamily="18" charset="0"/>
              </a:rPr>
              <a:t>              </a:t>
            </a:r>
            <a:r>
              <a:rPr lang="zh-CN" altLang="en-US" sz="2800">
                <a:latin typeface="Times New Roman" pitchFamily="18" charset="0"/>
                <a:ea typeface="华文中宋"/>
                <a:cs typeface="Times New Roman" pitchFamily="18" charset="0"/>
              </a:rPr>
              <a:t>取缓冲区</a:t>
            </a:r>
            <a:r>
              <a:rPr lang="en-US" altLang="zh-CN" sz="2800">
                <a:latin typeface="Times New Roman" pitchFamily="18" charset="0"/>
                <a:ea typeface="华文中宋"/>
                <a:cs typeface="Times New Roman" pitchFamily="18" charset="0"/>
              </a:rPr>
              <a:t>i</a:t>
            </a:r>
            <a:r>
              <a:rPr lang="zh-CN" altLang="en-US" sz="2800">
                <a:latin typeface="Times New Roman" pitchFamily="18" charset="0"/>
                <a:ea typeface="华文中宋"/>
                <a:cs typeface="Times New Roman" pitchFamily="18" charset="0"/>
              </a:rPr>
              <a:t>中的数据</a:t>
            </a:r>
            <a:r>
              <a:rPr lang="en-US" altLang="zh-CN" sz="2800">
                <a:latin typeface="Times New Roman" pitchFamily="18" charset="0"/>
                <a:ea typeface="华文中宋"/>
                <a:cs typeface="Times New Roman" pitchFamily="18" charset="0"/>
              </a:rPr>
              <a:t>;</a:t>
            </a:r>
            <a:endParaRPr lang="zh-CN" altLang="en-US" sz="2800">
              <a:latin typeface="Times New Roman" pitchFamily="18" charset="0"/>
              <a:ea typeface="华文中宋"/>
              <a:cs typeface="Times New Roman" pitchFamily="18" charset="0"/>
            </a:endParaRPr>
          </a:p>
          <a:p>
            <a:pPr marL="0" lvl="3" indent="0">
              <a:buClr>
                <a:srgbClr val="3B812F"/>
              </a:buClr>
              <a:buSzPct val="80000"/>
              <a:buFont typeface="Wingdings" pitchFamily="2" charset="2"/>
              <a:buNone/>
            </a:pPr>
            <a:r>
              <a:rPr lang="zh-CN" altLang="en-US" sz="2800">
                <a:latin typeface="Times New Roman" pitchFamily="18" charset="0"/>
                <a:ea typeface="华文中宋"/>
                <a:cs typeface="Times New Roman" pitchFamily="18" charset="0"/>
              </a:rPr>
              <a:t>              </a:t>
            </a:r>
            <a:r>
              <a:rPr lang="en-US" altLang="zh-CN" sz="2800">
                <a:latin typeface="Times New Roman" pitchFamily="18" charset="0"/>
                <a:ea typeface="华文中宋"/>
                <a:cs typeface="Times New Roman" pitchFamily="18" charset="0"/>
              </a:rPr>
              <a:t>V(mutex [ i ] ) ; </a:t>
            </a:r>
            <a:r>
              <a:rPr lang="en-US" altLang="zh-CN" sz="2800">
                <a:solidFill>
                  <a:srgbClr val="0000FF"/>
                </a:solidFill>
                <a:latin typeface="Times New Roman" pitchFamily="18" charset="0"/>
                <a:ea typeface="华文中宋"/>
                <a:cs typeface="Times New Roman" pitchFamily="18" charset="0"/>
              </a:rPr>
              <a:t>//</a:t>
            </a:r>
            <a:r>
              <a:rPr lang="zh-CN" altLang="en-US" sz="2800">
                <a:solidFill>
                  <a:srgbClr val="0000FF"/>
                </a:solidFill>
                <a:latin typeface="Times New Roman" pitchFamily="18" charset="0"/>
                <a:ea typeface="华文中宋"/>
                <a:cs typeface="Times New Roman" pitchFamily="18" charset="0"/>
              </a:rPr>
              <a:t>离开临界区</a:t>
            </a:r>
            <a:endParaRPr lang="en-US" altLang="zh-CN" sz="2800">
              <a:solidFill>
                <a:srgbClr val="0000FF"/>
              </a:solidFill>
              <a:latin typeface="Times New Roman" pitchFamily="18" charset="0"/>
              <a:ea typeface="华文中宋"/>
              <a:cs typeface="Times New Roman" pitchFamily="18" charset="0"/>
            </a:endParaRPr>
          </a:p>
          <a:p>
            <a:pPr marL="0" lvl="3" indent="0">
              <a:buClr>
                <a:srgbClr val="3B812F"/>
              </a:buClr>
              <a:buSzPct val="80000"/>
              <a:buFont typeface="Wingdings" pitchFamily="2" charset="2"/>
              <a:buNone/>
            </a:pPr>
            <a:r>
              <a:rPr lang="en-US" altLang="zh-CN" sz="2800">
                <a:latin typeface="Times New Roman" pitchFamily="18" charset="0"/>
                <a:ea typeface="华文中宋"/>
                <a:cs typeface="Times New Roman" pitchFamily="18" charset="0"/>
              </a:rPr>
              <a:t>              V(empty);         </a:t>
            </a:r>
            <a:r>
              <a:rPr lang="en-US" altLang="zh-CN" sz="2800">
                <a:solidFill>
                  <a:srgbClr val="0000FF"/>
                </a:solidFill>
                <a:latin typeface="Times New Roman" pitchFamily="18" charset="0"/>
                <a:ea typeface="华文中宋"/>
                <a:cs typeface="Times New Roman" pitchFamily="18" charset="0"/>
              </a:rPr>
              <a:t>//</a:t>
            </a:r>
            <a:r>
              <a:rPr lang="zh-CN" altLang="en-US" sz="2800">
                <a:solidFill>
                  <a:srgbClr val="0000FF"/>
                </a:solidFill>
                <a:latin typeface="Times New Roman" pitchFamily="18" charset="0"/>
                <a:ea typeface="华文中宋"/>
                <a:cs typeface="Times New Roman" pitchFamily="18" charset="0"/>
              </a:rPr>
              <a:t>空缓冲区数加</a:t>
            </a:r>
            <a:r>
              <a:rPr lang="en-US" altLang="zh-CN" sz="2800">
                <a:solidFill>
                  <a:srgbClr val="0000FF"/>
                </a:solidFill>
                <a:latin typeface="Times New Roman" pitchFamily="18" charset="0"/>
                <a:ea typeface="华文中宋"/>
                <a:cs typeface="Times New Roman" pitchFamily="18" charset="0"/>
              </a:rPr>
              <a:t>1     </a:t>
            </a:r>
          </a:p>
          <a:p>
            <a:pPr marL="0" lvl="3" indent="0">
              <a:buClr>
                <a:srgbClr val="3B812F"/>
              </a:buClr>
              <a:buSzPct val="80000"/>
              <a:buFont typeface="Wingdings" pitchFamily="2" charset="2"/>
              <a:buNone/>
            </a:pPr>
            <a:r>
              <a:rPr lang="en-US" altLang="zh-CN" sz="2800">
                <a:latin typeface="Times New Roman" pitchFamily="18" charset="0"/>
                <a:ea typeface="华文中宋"/>
                <a:cs typeface="Times New Roman" pitchFamily="18" charset="0"/>
              </a:rPr>
              <a:t>       End</a:t>
            </a:r>
            <a:endParaRPr lang="zh-CN" altLang="en-US" sz="6000">
              <a:latin typeface="Times New Roman" pitchFamily="18" charset="0"/>
              <a:ea typeface="华文中宋"/>
              <a:cs typeface="Times New Roman" pitchFamily="18" charset="0"/>
            </a:endParaRPr>
          </a:p>
          <a:p>
            <a:pPr marL="0" lvl="3" indent="0">
              <a:buClr>
                <a:srgbClr val="3B812F"/>
              </a:buClr>
              <a:buSzPct val="80000"/>
              <a:buFont typeface="Wingdings" pitchFamily="2" charset="2"/>
              <a:buNone/>
            </a:pPr>
            <a:endParaRPr lang="zh-CN" altLang="en-US" sz="2800">
              <a:latin typeface="华文中宋"/>
              <a:ea typeface="华文中宋"/>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1463F62-C8BD-4131-A13F-774284F980DF}"/>
              </a:ext>
            </a:extLst>
          </p:cNvPr>
          <p:cNvSpPr>
            <a:spLocks noGrp="1" noChangeArrowheads="1"/>
          </p:cNvSpPr>
          <p:nvPr>
            <p:ph type="title"/>
          </p:nvPr>
        </p:nvSpPr>
        <p:spPr>
          <a:xfrm>
            <a:off x="684213" y="188913"/>
            <a:ext cx="7772400" cy="990600"/>
          </a:xfrm>
        </p:spPr>
        <p:txBody>
          <a:bodyPr/>
          <a:lstStyle/>
          <a:p>
            <a:r>
              <a:rPr lang="zh-CN" altLang="en-US" b="1" dirty="0">
                <a:solidFill>
                  <a:schemeClr val="tx1"/>
                </a:solidFill>
                <a:effectLst/>
              </a:rPr>
              <a:t>习题</a:t>
            </a:r>
            <a:r>
              <a:rPr lang="en-US" altLang="zh-CN" b="1" dirty="0">
                <a:solidFill>
                  <a:schemeClr val="tx1"/>
                </a:solidFill>
                <a:effectLst/>
              </a:rPr>
              <a:t>6  </a:t>
            </a:r>
            <a:r>
              <a:rPr lang="zh-CN" altLang="en-US" b="1" dirty="0">
                <a:solidFill>
                  <a:schemeClr val="tx1"/>
                </a:solidFill>
                <a:effectLst/>
              </a:rPr>
              <a:t>读者</a:t>
            </a:r>
            <a:r>
              <a:rPr lang="en-US" altLang="zh-CN" b="1" dirty="0">
                <a:solidFill>
                  <a:schemeClr val="tx1"/>
                </a:solidFill>
                <a:effectLst/>
              </a:rPr>
              <a:t>——</a:t>
            </a:r>
            <a:r>
              <a:rPr lang="zh-CN" altLang="en-US" b="1" dirty="0">
                <a:solidFill>
                  <a:schemeClr val="tx1"/>
                </a:solidFill>
                <a:effectLst/>
              </a:rPr>
              <a:t>写者问题 </a:t>
            </a:r>
          </a:p>
        </p:txBody>
      </p:sp>
      <p:sp>
        <p:nvSpPr>
          <p:cNvPr id="11267" name="Rectangle 3">
            <a:extLst>
              <a:ext uri="{FF2B5EF4-FFF2-40B4-BE49-F238E27FC236}">
                <a16:creationId xmlns:a16="http://schemas.microsoft.com/office/drawing/2014/main" id="{1B421616-AA9A-4C73-B5CE-662FAC1D9ADD}"/>
              </a:ext>
            </a:extLst>
          </p:cNvPr>
          <p:cNvSpPr>
            <a:spLocks noGrp="1" noChangeArrowheads="1"/>
          </p:cNvSpPr>
          <p:nvPr>
            <p:ph type="body" idx="1"/>
          </p:nvPr>
        </p:nvSpPr>
        <p:spPr>
          <a:xfrm>
            <a:off x="250825" y="1125538"/>
            <a:ext cx="8748713" cy="5732462"/>
          </a:xfrm>
        </p:spPr>
        <p:txBody>
          <a:bodyPr/>
          <a:lstStyle/>
          <a:p>
            <a:pPr>
              <a:lnSpc>
                <a:spcPct val="120000"/>
              </a:lnSpc>
            </a:pPr>
            <a:r>
              <a:rPr lang="zh-CN" altLang="en-US" b="1">
                <a:solidFill>
                  <a:srgbClr val="FFFF00"/>
                </a:solidFill>
                <a:effectLst/>
                <a:latin typeface="黑体" panose="02010609060101010101" pitchFamily="49" charset="-122"/>
                <a:ea typeface="黑体" panose="02010609060101010101" pitchFamily="49" charset="-122"/>
              </a:rPr>
              <a:t>该问题描述的是：</a:t>
            </a:r>
          </a:p>
          <a:p>
            <a:pPr>
              <a:lnSpc>
                <a:spcPct val="120000"/>
              </a:lnSpc>
            </a:pPr>
            <a:r>
              <a:rPr lang="zh-CN" altLang="en-US" b="1">
                <a:solidFill>
                  <a:srgbClr val="FFFF00"/>
                </a:solidFill>
                <a:effectLst/>
                <a:latin typeface="黑体" panose="02010609060101010101" pitchFamily="49" charset="-122"/>
                <a:ea typeface="黑体" panose="02010609060101010101" pitchFamily="49" charset="-122"/>
              </a:rPr>
              <a:t>一组读者与一组写者循环访问共享的同一个数据对象。</a:t>
            </a:r>
          </a:p>
          <a:p>
            <a:pPr>
              <a:lnSpc>
                <a:spcPct val="120000"/>
              </a:lnSpc>
            </a:pPr>
            <a:r>
              <a:rPr lang="zh-CN" altLang="en-US" b="1">
                <a:solidFill>
                  <a:srgbClr val="FFFF00"/>
                </a:solidFill>
                <a:effectLst/>
                <a:latin typeface="黑体" panose="02010609060101010101" pitchFamily="49" charset="-122"/>
                <a:ea typeface="黑体" panose="02010609060101010101" pitchFamily="49" charset="-122"/>
              </a:rPr>
              <a:t>读者：指能对共享数据对象读的进程，写者：指对共享数据对象只要求写的进程。</a:t>
            </a:r>
          </a:p>
          <a:p>
            <a:pPr>
              <a:lnSpc>
                <a:spcPct val="120000"/>
              </a:lnSpc>
            </a:pPr>
            <a:r>
              <a:rPr lang="zh-CN" altLang="en-US" b="1">
                <a:solidFill>
                  <a:srgbClr val="FFFF00"/>
                </a:solidFill>
                <a:effectLst/>
                <a:latin typeface="黑体" panose="02010609060101010101" pitchFamily="49" charset="-122"/>
                <a:ea typeface="黑体" panose="02010609060101010101" pitchFamily="49" charset="-122"/>
              </a:rPr>
              <a:t>规定：多个读者可以同时读这个数据对象，但决不允许多个写者同时对这个数据对象进行写操作，也不允许读者、写者同时访问这个数据对象。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p:cTn id="7" dur="500" fill="hold"/>
                                        <p:tgtEl>
                                          <p:spTgt spid="112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1267">
                                            <p:txEl>
                                              <p:pRg st="0" end="0"/>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11267">
                                            <p:txEl>
                                              <p:pRg st="0" end="0"/>
                                            </p:txEl>
                                          </p:spTgt>
                                        </p:tgtEl>
                                        <p:attrNameLst>
                                          <p:attrName>ppt_c</p:attrName>
                                        </p:attrNameLst>
                                      </p:cBhvr>
                                      <p:to>
                                        <a:srgbClr val="66FF66"/>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p:cTn id="13" dur="500" fill="hold"/>
                                        <p:tgtEl>
                                          <p:spTgt spid="11267">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1267">
                                            <p:txEl>
                                              <p:pRg st="1" end="1"/>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11267">
                                            <p:txEl>
                                              <p:pRg st="1" end="1"/>
                                            </p:txEl>
                                          </p:spTgt>
                                        </p:tgtEl>
                                        <p:attrNameLst>
                                          <p:attrName>ppt_c</p:attrName>
                                        </p:attrNameLst>
                                      </p:cBhvr>
                                      <p:to>
                                        <a:srgbClr val="66FF66"/>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p:cTn id="19" dur="500" fill="hold"/>
                                        <p:tgtEl>
                                          <p:spTgt spid="11267">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1267">
                                            <p:txEl>
                                              <p:pRg st="2" end="2"/>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11267">
                                            <p:txEl>
                                              <p:pRg st="2" end="2"/>
                                            </p:txEl>
                                          </p:spTgt>
                                        </p:tgtEl>
                                        <p:attrNameLst>
                                          <p:attrName>ppt_c</p:attrName>
                                        </p:attrNameLst>
                                      </p:cBhvr>
                                      <p:to>
                                        <a:srgbClr val="66FF66"/>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p:cTn id="25" dur="500" fill="hold"/>
                                        <p:tgtEl>
                                          <p:spTgt spid="1126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1267">
                                            <p:txEl>
                                              <p:pRg st="3" end="3"/>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11267">
                                            <p:txEl>
                                              <p:pRg st="3" end="3"/>
                                            </p:txEl>
                                          </p:spTgt>
                                        </p:tgtEl>
                                        <p:attrNameLst>
                                          <p:attrName>ppt_c</p:attrName>
                                        </p:attrNameLst>
                                      </p:cBhvr>
                                      <p:to>
                                        <a:srgbClr val="66FF6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A9322BB-4847-4893-8D11-0B931AF40E20}"/>
              </a:ext>
            </a:extLst>
          </p:cNvPr>
          <p:cNvSpPr>
            <a:spLocks noGrp="1" noChangeArrowheads="1"/>
          </p:cNvSpPr>
          <p:nvPr>
            <p:ph type="title"/>
          </p:nvPr>
        </p:nvSpPr>
        <p:spPr>
          <a:xfrm>
            <a:off x="457200" y="277813"/>
            <a:ext cx="8229600" cy="1350962"/>
          </a:xfrm>
        </p:spPr>
        <p:txBody>
          <a:bodyPr/>
          <a:lstStyle/>
          <a:p>
            <a:r>
              <a:rPr lang="zh-CN" altLang="en-US" sz="3600" b="1">
                <a:solidFill>
                  <a:srgbClr val="FFFF00"/>
                </a:solidFill>
                <a:effectLst/>
                <a:latin typeface="黑体" panose="02010609060101010101" pitchFamily="49" charset="-122"/>
                <a:ea typeface="黑体" panose="02010609060101010101" pitchFamily="49" charset="-122"/>
              </a:rPr>
              <a:t>读者</a:t>
            </a:r>
            <a:r>
              <a:rPr lang="en-US" altLang="zh-CN"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写者问题是共享数据对象关系的一种抽象 </a:t>
            </a:r>
          </a:p>
        </p:txBody>
      </p:sp>
      <p:sp>
        <p:nvSpPr>
          <p:cNvPr id="12291" name="Rectangle 3">
            <a:extLst>
              <a:ext uri="{FF2B5EF4-FFF2-40B4-BE49-F238E27FC236}">
                <a16:creationId xmlns:a16="http://schemas.microsoft.com/office/drawing/2014/main" id="{9802D081-D410-44E8-AF31-5EA87CC9D525}"/>
              </a:ext>
            </a:extLst>
          </p:cNvPr>
          <p:cNvSpPr>
            <a:spLocks noGrp="1" noChangeArrowheads="1"/>
          </p:cNvSpPr>
          <p:nvPr>
            <p:ph type="body" idx="1"/>
          </p:nvPr>
        </p:nvSpPr>
        <p:spPr>
          <a:xfrm>
            <a:off x="457200" y="1600200"/>
            <a:ext cx="8218488" cy="4852988"/>
          </a:xfrm>
        </p:spPr>
        <p:txBody>
          <a:bodyPr/>
          <a:lstStyle/>
          <a:p>
            <a:pPr>
              <a:lnSpc>
                <a:spcPct val="130000"/>
              </a:lnSpc>
              <a:buClr>
                <a:srgbClr val="FFFF00"/>
              </a:buClr>
              <a:buSzPct val="120000"/>
              <a:buFont typeface="Wingdings" panose="05000000000000000000" pitchFamily="2" charset="2"/>
              <a:buChar char="Ø"/>
            </a:pPr>
            <a:r>
              <a:rPr lang="zh-CN" altLang="en-US" b="1">
                <a:solidFill>
                  <a:srgbClr val="FFFF00"/>
                </a:solidFill>
                <a:effectLst/>
                <a:latin typeface="黑体" panose="02010609060101010101" pitchFamily="49" charset="-122"/>
                <a:ea typeface="黑体" panose="02010609060101010101" pitchFamily="49" charset="-122"/>
              </a:rPr>
              <a:t>如文件管理模块中读文件、写文件等许多操作进程之间</a:t>
            </a:r>
          </a:p>
          <a:p>
            <a:pPr>
              <a:lnSpc>
                <a:spcPct val="130000"/>
              </a:lnSpc>
              <a:buClr>
                <a:srgbClr val="FFFF00"/>
              </a:buClr>
              <a:buSzPct val="120000"/>
              <a:buFont typeface="Wingdings" panose="05000000000000000000" pitchFamily="2" charset="2"/>
              <a:buChar char="Ø"/>
            </a:pPr>
            <a:r>
              <a:rPr lang="zh-CN" altLang="en-US" b="1">
                <a:solidFill>
                  <a:srgbClr val="FFFF00"/>
                </a:solidFill>
                <a:effectLst/>
                <a:latin typeface="黑体" panose="02010609060101010101" pitchFamily="49" charset="-122"/>
                <a:ea typeface="黑体" panose="02010609060101010101" pitchFamily="49" charset="-122"/>
              </a:rPr>
              <a:t>异地售票程序也可看成是写者与写者的问题 </a:t>
            </a:r>
          </a:p>
          <a:p>
            <a:pPr>
              <a:lnSpc>
                <a:spcPct val="130000"/>
              </a:lnSpc>
              <a:buClr>
                <a:srgbClr val="FFFF00"/>
              </a:buClr>
              <a:buSzPct val="120000"/>
              <a:buFont typeface="Wingdings" panose="05000000000000000000" pitchFamily="2" charset="2"/>
              <a:buChar char="Ø"/>
            </a:pPr>
            <a:r>
              <a:rPr lang="zh-CN" altLang="en-US" b="1">
                <a:solidFill>
                  <a:srgbClr val="FFFF00"/>
                </a:solidFill>
                <a:effectLst/>
                <a:latin typeface="黑体" panose="02010609060101010101" pitchFamily="49" charset="-122"/>
                <a:ea typeface="黑体" panose="02010609060101010101" pitchFamily="49" charset="-122"/>
              </a:rPr>
              <a:t>读者</a:t>
            </a:r>
            <a:r>
              <a:rPr lang="en-US" altLang="zh-CN" b="1">
                <a:solidFill>
                  <a:srgbClr val="FFFF00"/>
                </a:solidFill>
                <a:effectLst/>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写者问题是指保证一个写者进程必须与其他写者或读者进程互斥地访问一个共享数据对象的问题。 </a:t>
            </a:r>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 calcmode="lin" valueType="num">
                                      <p:cBhvr additive="base">
                                        <p:cTn id="19" dur="500" fill="hold"/>
                                        <p:tgtEl>
                                          <p:spTgt spid="122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A34D7BA-46DD-4CC7-9AF0-5A143FF89DCD}"/>
              </a:ext>
            </a:extLst>
          </p:cNvPr>
          <p:cNvSpPr>
            <a:spLocks noGrp="1" noChangeArrowheads="1"/>
          </p:cNvSpPr>
          <p:nvPr>
            <p:ph type="title"/>
          </p:nvPr>
        </p:nvSpPr>
        <p:spPr>
          <a:xfrm>
            <a:off x="685800" y="304800"/>
            <a:ext cx="7772400" cy="990600"/>
          </a:xfrm>
        </p:spPr>
        <p:txBody>
          <a:bodyPr/>
          <a:lstStyle/>
          <a:p>
            <a:r>
              <a:rPr lang="zh-CN" altLang="en-US">
                <a:latin typeface="Times New Roman" panose="02020603050405020304" pitchFamily="18" charset="0"/>
              </a:rPr>
              <a:t>问题分析：</a:t>
            </a:r>
            <a:r>
              <a:rPr lang="zh-CN" altLang="en-US"/>
              <a:t> </a:t>
            </a:r>
          </a:p>
        </p:txBody>
      </p:sp>
      <p:sp>
        <p:nvSpPr>
          <p:cNvPr id="13315" name="Rectangle 3">
            <a:extLst>
              <a:ext uri="{FF2B5EF4-FFF2-40B4-BE49-F238E27FC236}">
                <a16:creationId xmlns:a16="http://schemas.microsoft.com/office/drawing/2014/main" id="{CDBD329F-E8CA-4A87-A294-D7BEEC46534F}"/>
              </a:ext>
            </a:extLst>
          </p:cNvPr>
          <p:cNvSpPr>
            <a:spLocks noGrp="1" noChangeArrowheads="1"/>
          </p:cNvSpPr>
          <p:nvPr>
            <p:ph type="body" idx="1"/>
          </p:nvPr>
        </p:nvSpPr>
        <p:spPr>
          <a:xfrm>
            <a:off x="533400" y="1447800"/>
            <a:ext cx="8286750" cy="5149850"/>
          </a:xfrm>
        </p:spPr>
        <p:txBody>
          <a:bodyPr/>
          <a:lstStyle/>
          <a:p>
            <a:pPr>
              <a:lnSpc>
                <a:spcPct val="120000"/>
              </a:lnSpc>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①</a:t>
            </a:r>
            <a:r>
              <a:rPr lang="zh-CN" altLang="en-US" b="1">
                <a:solidFill>
                  <a:srgbClr val="FFFF00"/>
                </a:solidFill>
                <a:effectLst/>
                <a:latin typeface="黑体" panose="02010609060101010101" pitchFamily="49" charset="-122"/>
                <a:ea typeface="黑体" panose="02010609060101010101" pitchFamily="49" charset="-122"/>
              </a:rPr>
              <a:t>读者</a:t>
            </a:r>
            <a:r>
              <a:rPr lang="en-US" altLang="zh-CN" b="1">
                <a:solidFill>
                  <a:srgbClr val="FFFF00"/>
                </a:solidFill>
                <a:effectLst/>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写者之间的互斥关系： </a:t>
            </a:r>
          </a:p>
          <a:p>
            <a:pPr>
              <a:lnSpc>
                <a:spcPct val="12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  写者与写者的互斥、写者与读者的互斥。设一个公用的初值为</a:t>
            </a:r>
            <a:r>
              <a:rPr lang="en-US" altLang="zh-CN" b="1">
                <a:solidFill>
                  <a:srgbClr val="FFFF00"/>
                </a:solidFill>
                <a:effectLst/>
                <a:latin typeface="黑体" panose="02010609060101010101" pitchFamily="49" charset="-122"/>
                <a:ea typeface="黑体" panose="02010609060101010101" pitchFamily="49" charset="-122"/>
              </a:rPr>
              <a:t>1</a:t>
            </a:r>
            <a:r>
              <a:rPr lang="zh-CN" altLang="en-US" b="1">
                <a:solidFill>
                  <a:srgbClr val="FFFF00"/>
                </a:solidFill>
                <a:effectLst/>
                <a:latin typeface="黑体" panose="02010609060101010101" pitchFamily="49" charset="-122"/>
                <a:ea typeface="黑体" panose="02010609060101010101" pitchFamily="49" charset="-122"/>
              </a:rPr>
              <a:t>的互斥信号量 </a:t>
            </a:r>
            <a:r>
              <a:rPr lang="en-US" altLang="zh-CN" b="1">
                <a:solidFill>
                  <a:srgbClr val="FFFF00"/>
                </a:solidFill>
                <a:effectLst/>
                <a:latin typeface="黑体" panose="02010609060101010101" pitchFamily="49" charset="-122"/>
                <a:ea typeface="黑体" panose="02010609060101010101" pitchFamily="49" charset="-122"/>
              </a:rPr>
              <a:t>RW_mutex </a:t>
            </a:r>
            <a:r>
              <a:rPr lang="zh-CN" altLang="en-US" b="1">
                <a:solidFill>
                  <a:srgbClr val="FFFF00"/>
                </a:solidFill>
                <a:effectLst/>
                <a:latin typeface="黑体" panose="02010609060101010101" pitchFamily="49" charset="-122"/>
                <a:ea typeface="黑体" panose="02010609060101010101" pitchFamily="49" charset="-122"/>
              </a:rPr>
              <a:t>。但是也有了读者与读者的互斥</a:t>
            </a:r>
          </a:p>
          <a:p>
            <a:pPr>
              <a:lnSpc>
                <a:spcPct val="12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②读者</a:t>
            </a:r>
            <a:r>
              <a:rPr lang="en-US" altLang="zh-CN" b="1">
                <a:solidFill>
                  <a:srgbClr val="FFFF00"/>
                </a:solidFill>
                <a:effectLst/>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读者之间又有了互斥关系？</a:t>
            </a:r>
          </a:p>
          <a:p>
            <a:pPr>
              <a:lnSpc>
                <a:spcPct val="12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  引入读者计数器 ，如果有读者，则不执行互斥操作。这样，读者要对计数器实现互斥操作     </a:t>
            </a:r>
          </a:p>
        </p:txBody>
      </p:sp>
    </p:spTree>
  </p:cSld>
  <p:clrMapOvr>
    <a:masterClrMapping/>
  </p:clrMapOvr>
  <p:transition spd="slow">
    <p:wipe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arn(outHorizontal)">
                                      <p:cBhvr>
                                        <p:cTn id="7" dur="5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arn(outHorizontal)">
                                      <p:cBhvr>
                                        <p:cTn id="12" dur="500"/>
                                        <p:tgtEl>
                                          <p:spTgt spid="13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arn(outHorizontal)">
                                      <p:cBhvr>
                                        <p:cTn id="17" dur="500"/>
                                        <p:tgtEl>
                                          <p:spTgt spid="133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arn(outHorizontal)">
                                      <p:cBhvr>
                                        <p:cTn id="22" dur="500"/>
                                        <p:tgtEl>
                                          <p:spTgt spid="13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p:txBody>
          <a:bodyPr/>
          <a:lstStyle/>
          <a:p>
            <a:pPr algn="ctr"/>
            <a:r>
              <a:rPr lang="zh-CN" altLang="en-US"/>
              <a:t>习题</a:t>
            </a:r>
            <a:r>
              <a:rPr lang="en-US" altLang="zh-CN"/>
              <a:t>12</a:t>
            </a:r>
            <a:br>
              <a:rPr lang="zh-CN" altLang="en-US"/>
            </a:br>
            <a:br>
              <a:rPr lang="zh-CN" altLang="en-US"/>
            </a:br>
            <a:br>
              <a:rPr lang="zh-CN" altLang="en-US"/>
            </a:br>
            <a:br>
              <a:rPr lang="zh-CN" altLang="en-US"/>
            </a:br>
            <a:br>
              <a:rPr lang="en-US" altLang="zh-CN"/>
            </a:br>
            <a:br>
              <a:rPr lang="zh-CN" altLang="en-US"/>
            </a:br>
            <a:endParaRPr lang="zh-CN" altLang="en-US"/>
          </a:p>
        </p:txBody>
      </p:sp>
      <p:sp>
        <p:nvSpPr>
          <p:cNvPr id="4" name="内容占位符 3"/>
          <p:cNvSpPr>
            <a:spLocks noGrp="1"/>
          </p:cNvSpPr>
          <p:nvPr>
            <p:ph idx="1"/>
          </p:nvPr>
        </p:nvSpPr>
        <p:spPr/>
        <p:txBody>
          <a:bodyPr/>
          <a:lstStyle/>
          <a:p>
            <a:pPr algn="just">
              <a:buFont typeface="Wingdings" pitchFamily="2" charset="2"/>
              <a:buNone/>
            </a:pPr>
            <a:r>
              <a:rPr lang="zh-CN" altLang="en-US" sz="2800">
                <a:latin typeface="华文中宋"/>
                <a:ea typeface="华文中宋"/>
              </a:rPr>
              <a:t>所用信号量和其他变量设置如下：</a:t>
            </a:r>
          </a:p>
          <a:p>
            <a:pPr marL="355600" lvl="3" indent="-355600" algn="just">
              <a:buClr>
                <a:srgbClr val="3B812F"/>
              </a:buClr>
              <a:buSzPct val="80000"/>
              <a:buFont typeface="宋体" charset="-122"/>
              <a:buAutoNum type="circleNumDbPlain"/>
            </a:pPr>
            <a:r>
              <a:rPr lang="zh-CN" altLang="en-US" sz="2800">
                <a:latin typeface="华文中宋"/>
                <a:ea typeface="华文中宋"/>
              </a:rPr>
              <a:t>设互斥信号量</a:t>
            </a:r>
            <a:r>
              <a:rPr lang="en-US" altLang="zh-CN" sz="2800">
                <a:latin typeface="华文中宋"/>
                <a:ea typeface="华文中宋"/>
              </a:rPr>
              <a:t>RW_mutex</a:t>
            </a:r>
            <a:r>
              <a:rPr lang="zh-CN" altLang="en-US" sz="2800">
                <a:latin typeface="华文中宋"/>
                <a:ea typeface="华文中宋"/>
              </a:rPr>
              <a:t>，初值为</a:t>
            </a:r>
            <a:r>
              <a:rPr lang="en-US" altLang="zh-CN" sz="2800">
                <a:latin typeface="华文中宋"/>
                <a:ea typeface="华文中宋"/>
              </a:rPr>
              <a:t>1</a:t>
            </a:r>
            <a:r>
              <a:rPr lang="zh-CN" altLang="en-US" sz="2800">
                <a:latin typeface="华文中宋"/>
                <a:ea typeface="华文中宋"/>
              </a:rPr>
              <a:t>，用于实现写者与其他写者或读者互斥地访问共享的数据对象。</a:t>
            </a:r>
          </a:p>
          <a:p>
            <a:pPr marL="355600" lvl="3" indent="-355600" algn="just">
              <a:buClr>
                <a:srgbClr val="3B812F"/>
              </a:buClr>
              <a:buSzPct val="80000"/>
              <a:buFont typeface="宋体" charset="-122"/>
              <a:buAutoNum type="circleNumDbPlain"/>
            </a:pPr>
            <a:r>
              <a:rPr lang="zh-CN" altLang="en-US" sz="2800">
                <a:latin typeface="华文中宋"/>
                <a:ea typeface="华文中宋"/>
              </a:rPr>
              <a:t>设整型读者计算器变量</a:t>
            </a:r>
            <a:r>
              <a:rPr lang="en-US" altLang="zh-CN" sz="2800">
                <a:latin typeface="华文中宋"/>
                <a:ea typeface="华文中宋"/>
              </a:rPr>
              <a:t>RC</a:t>
            </a:r>
            <a:r>
              <a:rPr lang="zh-CN" altLang="en-US" sz="2800">
                <a:latin typeface="华文中宋"/>
                <a:ea typeface="华文中宋"/>
              </a:rPr>
              <a:t>，初值为</a:t>
            </a:r>
            <a:r>
              <a:rPr lang="en-US" altLang="zh-CN" sz="2800">
                <a:latin typeface="华文中宋"/>
                <a:ea typeface="华文中宋"/>
              </a:rPr>
              <a:t>0</a:t>
            </a:r>
            <a:r>
              <a:rPr lang="zh-CN" altLang="en-US" sz="2800">
                <a:latin typeface="华文中宋"/>
                <a:ea typeface="华文中宋"/>
              </a:rPr>
              <a:t>，用于对读者数进行计数。 </a:t>
            </a:r>
          </a:p>
          <a:p>
            <a:pPr marL="355600" lvl="3" indent="-355600" algn="just">
              <a:buClr>
                <a:srgbClr val="3B812F"/>
              </a:buClr>
              <a:buSzPct val="80000"/>
              <a:buFont typeface="宋体" charset="-122"/>
              <a:buAutoNum type="circleNumDbPlain"/>
            </a:pPr>
            <a:r>
              <a:rPr lang="zh-CN" altLang="en-US" sz="2800">
                <a:latin typeface="华文中宋"/>
                <a:ea typeface="华文中宋"/>
              </a:rPr>
              <a:t>设互斥信号量</a:t>
            </a:r>
            <a:r>
              <a:rPr lang="en-US" altLang="zh-CN" sz="2800">
                <a:latin typeface="华文中宋"/>
                <a:ea typeface="华文中宋"/>
              </a:rPr>
              <a:t>R_mutex</a:t>
            </a:r>
            <a:r>
              <a:rPr lang="zh-CN" altLang="en-US" sz="2800">
                <a:latin typeface="华文中宋"/>
                <a:ea typeface="华文中宋"/>
              </a:rPr>
              <a:t>，初值为</a:t>
            </a:r>
            <a:r>
              <a:rPr lang="en-US" altLang="zh-CN" sz="2800">
                <a:latin typeface="华文中宋"/>
                <a:ea typeface="华文中宋"/>
              </a:rPr>
              <a:t>1</a:t>
            </a:r>
            <a:r>
              <a:rPr lang="zh-CN" altLang="en-US" sz="2800">
                <a:latin typeface="华文中宋"/>
                <a:ea typeface="华文中宋"/>
              </a:rPr>
              <a:t>，用于实现诸读者互斥地访问读者计数器变量。</a:t>
            </a:r>
          </a:p>
          <a:p>
            <a:pPr>
              <a:buFont typeface="Wingdings" pitchFamily="2" charset="2"/>
              <a:buNone/>
            </a:pPr>
            <a:endParaRPr lang="zh-CN" altLang="en-US">
              <a:latin typeface="华文中宋"/>
              <a:ea typeface="华文中宋"/>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p:txBody>
          <a:bodyPr/>
          <a:lstStyle/>
          <a:p>
            <a:pPr algn="ctr"/>
            <a:r>
              <a:rPr lang="zh-CN" altLang="en-US"/>
              <a:t>习题</a:t>
            </a:r>
            <a:r>
              <a:rPr lang="en-US" altLang="zh-CN"/>
              <a:t>12</a:t>
            </a:r>
            <a:br>
              <a:rPr lang="zh-CN" altLang="en-US"/>
            </a:br>
            <a:br>
              <a:rPr lang="zh-CN" altLang="en-US"/>
            </a:br>
            <a:br>
              <a:rPr lang="zh-CN" altLang="en-US"/>
            </a:br>
            <a:br>
              <a:rPr lang="zh-CN" altLang="en-US"/>
            </a:br>
            <a:br>
              <a:rPr lang="en-US" altLang="zh-CN"/>
            </a:br>
            <a:br>
              <a:rPr lang="zh-CN" altLang="en-US"/>
            </a:br>
            <a:endParaRPr lang="zh-CN" altLang="en-US"/>
          </a:p>
        </p:txBody>
      </p:sp>
      <p:sp>
        <p:nvSpPr>
          <p:cNvPr id="23554" name="内容占位符 3"/>
          <p:cNvSpPr>
            <a:spLocks noGrp="1"/>
          </p:cNvSpPr>
          <p:nvPr>
            <p:ph idx="1"/>
          </p:nvPr>
        </p:nvSpPr>
        <p:spPr/>
        <p:txBody>
          <a:bodyPr/>
          <a:lstStyle/>
          <a:p>
            <a:pPr>
              <a:buFont typeface="Wingdings" pitchFamily="2" charset="2"/>
              <a:buNone/>
            </a:pPr>
            <a:r>
              <a:rPr lang="zh-CN" altLang="en-US" sz="2500">
                <a:solidFill>
                  <a:srgbClr val="0000FF"/>
                </a:solidFill>
                <a:latin typeface="华文中宋"/>
                <a:ea typeface="华文中宋"/>
              </a:rPr>
              <a:t>读者</a:t>
            </a:r>
            <a:r>
              <a:rPr lang="zh-CN" altLang="en-US" sz="2500">
                <a:latin typeface="华文中宋"/>
                <a:ea typeface="华文中宋"/>
              </a:rPr>
              <a:t>                                      </a:t>
            </a:r>
            <a:r>
              <a:rPr lang="zh-CN" altLang="en-US" sz="2500">
                <a:solidFill>
                  <a:srgbClr val="0000FF"/>
                </a:solidFill>
                <a:latin typeface="华文中宋"/>
                <a:ea typeface="华文中宋"/>
              </a:rPr>
              <a:t>写者</a:t>
            </a:r>
          </a:p>
          <a:p>
            <a:pPr>
              <a:buFont typeface="Wingdings" pitchFamily="2" charset="2"/>
              <a:buNone/>
            </a:pPr>
            <a:r>
              <a:rPr lang="en-US" altLang="zh-CN" sz="2500">
                <a:latin typeface="华文中宋"/>
                <a:ea typeface="华文中宋"/>
              </a:rPr>
              <a:t>P</a:t>
            </a:r>
            <a:r>
              <a:rPr lang="zh-CN" altLang="en-US" sz="2500">
                <a:latin typeface="华文中宋"/>
                <a:ea typeface="华文中宋"/>
              </a:rPr>
              <a:t>（</a:t>
            </a:r>
            <a:r>
              <a:rPr lang="en-US" altLang="zh-CN" sz="2500">
                <a:latin typeface="华文中宋"/>
                <a:ea typeface="华文中宋"/>
              </a:rPr>
              <a:t>R_mutex</a:t>
            </a:r>
            <a:r>
              <a:rPr lang="zh-CN" altLang="en-US" sz="2500">
                <a:latin typeface="华文中宋"/>
                <a:ea typeface="华文中宋"/>
              </a:rPr>
              <a:t>）；                    </a:t>
            </a:r>
            <a:r>
              <a:rPr lang="en-US" altLang="zh-CN" sz="2500">
                <a:latin typeface="华文中宋"/>
                <a:ea typeface="华文中宋"/>
              </a:rPr>
              <a:t>P</a:t>
            </a:r>
            <a:r>
              <a:rPr lang="zh-CN" altLang="en-US" sz="2500">
                <a:latin typeface="华文中宋"/>
                <a:ea typeface="华文中宋"/>
              </a:rPr>
              <a:t>（</a:t>
            </a:r>
            <a:r>
              <a:rPr lang="en-US" altLang="zh-CN" sz="2500">
                <a:latin typeface="华文中宋"/>
                <a:ea typeface="华文中宋"/>
              </a:rPr>
              <a:t>RW_mutex</a:t>
            </a:r>
            <a:r>
              <a:rPr lang="zh-CN" altLang="en-US" sz="2500">
                <a:latin typeface="华文中宋"/>
                <a:ea typeface="华文中宋"/>
              </a:rPr>
              <a:t>）；</a:t>
            </a:r>
          </a:p>
          <a:p>
            <a:pPr>
              <a:buFont typeface="Wingdings" pitchFamily="2" charset="2"/>
              <a:buNone/>
            </a:pPr>
            <a:r>
              <a:rPr lang="zh-CN" altLang="en-US" sz="2500">
                <a:latin typeface="华文中宋"/>
                <a:ea typeface="华文中宋"/>
              </a:rPr>
              <a:t>若</a:t>
            </a:r>
            <a:r>
              <a:rPr lang="en-US" altLang="zh-CN" sz="2500">
                <a:latin typeface="华文中宋"/>
                <a:ea typeface="华文中宋"/>
              </a:rPr>
              <a:t>RC=0</a:t>
            </a:r>
            <a:r>
              <a:rPr lang="zh-CN" altLang="en-US" sz="2500">
                <a:latin typeface="华文中宋"/>
                <a:ea typeface="华文中宋"/>
              </a:rPr>
              <a:t>则 </a:t>
            </a:r>
            <a:r>
              <a:rPr lang="en-US" altLang="zh-CN" sz="2500">
                <a:latin typeface="华文中宋"/>
                <a:ea typeface="华文中宋"/>
              </a:rPr>
              <a:t>P</a:t>
            </a:r>
            <a:r>
              <a:rPr lang="zh-CN" altLang="en-US" sz="2500">
                <a:latin typeface="华文中宋"/>
                <a:ea typeface="华文中宋"/>
              </a:rPr>
              <a:t>（</a:t>
            </a:r>
            <a:r>
              <a:rPr lang="en-US" altLang="zh-CN" sz="2500">
                <a:latin typeface="华文中宋"/>
                <a:ea typeface="华文中宋"/>
              </a:rPr>
              <a:t>RW_mutex</a:t>
            </a:r>
            <a:r>
              <a:rPr lang="zh-CN" altLang="en-US" sz="2500">
                <a:latin typeface="华文中宋"/>
                <a:ea typeface="华文中宋"/>
              </a:rPr>
              <a:t>）； 对数据对象进行写操作；</a:t>
            </a:r>
          </a:p>
          <a:p>
            <a:pPr>
              <a:buFont typeface="Wingdings" pitchFamily="2" charset="2"/>
              <a:buNone/>
            </a:pPr>
            <a:r>
              <a:rPr lang="en-US" altLang="zh-CN" sz="2500">
                <a:latin typeface="华文中宋"/>
                <a:ea typeface="华文中宋"/>
              </a:rPr>
              <a:t>RC</a:t>
            </a:r>
            <a:r>
              <a:rPr lang="zh-CN" altLang="en-US" sz="2500">
                <a:latin typeface="华文中宋"/>
                <a:ea typeface="华文中宋"/>
              </a:rPr>
              <a:t>加</a:t>
            </a:r>
            <a:r>
              <a:rPr lang="en-US" altLang="zh-CN" sz="2500">
                <a:latin typeface="华文中宋"/>
                <a:ea typeface="华文中宋"/>
              </a:rPr>
              <a:t>1</a:t>
            </a:r>
            <a:r>
              <a:rPr lang="zh-CN" altLang="en-US" sz="2500">
                <a:latin typeface="华文中宋"/>
                <a:ea typeface="华文中宋"/>
              </a:rPr>
              <a:t>；                                </a:t>
            </a:r>
            <a:r>
              <a:rPr lang="en-US" altLang="zh-CN" sz="2500">
                <a:latin typeface="华文中宋"/>
                <a:ea typeface="华文中宋"/>
              </a:rPr>
              <a:t>V</a:t>
            </a:r>
            <a:r>
              <a:rPr lang="zh-CN" altLang="en-US" sz="2500">
                <a:latin typeface="华文中宋"/>
                <a:ea typeface="华文中宋"/>
              </a:rPr>
              <a:t>（</a:t>
            </a:r>
            <a:r>
              <a:rPr lang="en-US" altLang="zh-CN" sz="2500">
                <a:latin typeface="华文中宋"/>
                <a:ea typeface="华文中宋"/>
              </a:rPr>
              <a:t>RW_mutex</a:t>
            </a:r>
            <a:r>
              <a:rPr lang="zh-CN" altLang="en-US" sz="2500">
                <a:latin typeface="华文中宋"/>
                <a:ea typeface="华文中宋"/>
              </a:rPr>
              <a:t>）；</a:t>
            </a:r>
          </a:p>
          <a:p>
            <a:pPr>
              <a:buFont typeface="Wingdings" pitchFamily="2" charset="2"/>
              <a:buNone/>
            </a:pPr>
            <a:r>
              <a:rPr lang="en-US" altLang="zh-CN" sz="2500">
                <a:latin typeface="华文中宋"/>
                <a:ea typeface="华文中宋"/>
              </a:rPr>
              <a:t>V</a:t>
            </a:r>
            <a:r>
              <a:rPr lang="zh-CN" altLang="en-US" sz="2500">
                <a:latin typeface="华文中宋"/>
                <a:ea typeface="华文中宋"/>
              </a:rPr>
              <a:t>（</a:t>
            </a:r>
            <a:r>
              <a:rPr lang="en-US" altLang="zh-CN" sz="2500">
                <a:latin typeface="华文中宋"/>
                <a:ea typeface="华文中宋"/>
              </a:rPr>
              <a:t>R_mutex</a:t>
            </a:r>
            <a:r>
              <a:rPr lang="zh-CN" altLang="en-US" sz="2500">
                <a:latin typeface="华文中宋"/>
                <a:ea typeface="华文中宋"/>
              </a:rPr>
              <a:t>）；</a:t>
            </a:r>
          </a:p>
          <a:p>
            <a:pPr>
              <a:buFont typeface="Wingdings" pitchFamily="2" charset="2"/>
              <a:buNone/>
            </a:pPr>
            <a:r>
              <a:rPr lang="zh-CN" altLang="en-US" sz="2500">
                <a:latin typeface="华文中宋"/>
                <a:ea typeface="华文中宋"/>
              </a:rPr>
              <a:t>读数据对象；</a:t>
            </a:r>
          </a:p>
          <a:p>
            <a:pPr>
              <a:buFont typeface="Wingdings" pitchFamily="2" charset="2"/>
              <a:buNone/>
            </a:pPr>
            <a:r>
              <a:rPr lang="en-US" altLang="zh-CN" sz="2500">
                <a:latin typeface="华文中宋"/>
                <a:ea typeface="华文中宋"/>
              </a:rPr>
              <a:t>P</a:t>
            </a:r>
            <a:r>
              <a:rPr lang="zh-CN" altLang="en-US" sz="2500">
                <a:latin typeface="华文中宋"/>
                <a:ea typeface="华文中宋"/>
              </a:rPr>
              <a:t>（</a:t>
            </a:r>
            <a:r>
              <a:rPr lang="en-US" altLang="zh-CN" sz="2500">
                <a:latin typeface="华文中宋"/>
                <a:ea typeface="华文中宋"/>
              </a:rPr>
              <a:t>R_mutex</a:t>
            </a:r>
            <a:r>
              <a:rPr lang="zh-CN" altLang="en-US" sz="2500">
                <a:latin typeface="华文中宋"/>
                <a:ea typeface="华文中宋"/>
              </a:rPr>
              <a:t>）；</a:t>
            </a:r>
          </a:p>
          <a:p>
            <a:pPr>
              <a:buFont typeface="Wingdings" pitchFamily="2" charset="2"/>
              <a:buNone/>
            </a:pPr>
            <a:r>
              <a:rPr lang="en-US" altLang="zh-CN" sz="2500">
                <a:latin typeface="华文中宋"/>
                <a:ea typeface="华文中宋"/>
              </a:rPr>
              <a:t>RC</a:t>
            </a:r>
            <a:r>
              <a:rPr lang="zh-CN" altLang="en-US" sz="2500">
                <a:latin typeface="华文中宋"/>
                <a:ea typeface="华文中宋"/>
              </a:rPr>
              <a:t>减</a:t>
            </a:r>
            <a:r>
              <a:rPr lang="en-US" altLang="zh-CN" sz="2500">
                <a:latin typeface="华文中宋"/>
                <a:ea typeface="华文中宋"/>
              </a:rPr>
              <a:t>1</a:t>
            </a:r>
            <a:r>
              <a:rPr lang="zh-CN" altLang="en-US" sz="2500">
                <a:latin typeface="华文中宋"/>
                <a:ea typeface="华文中宋"/>
              </a:rPr>
              <a:t>；</a:t>
            </a:r>
          </a:p>
          <a:p>
            <a:pPr>
              <a:buFont typeface="Wingdings" pitchFamily="2" charset="2"/>
              <a:buNone/>
            </a:pPr>
            <a:r>
              <a:rPr lang="zh-CN" altLang="en-US" sz="2500">
                <a:latin typeface="华文中宋"/>
                <a:ea typeface="华文中宋"/>
              </a:rPr>
              <a:t>若</a:t>
            </a:r>
            <a:r>
              <a:rPr lang="en-US" altLang="zh-CN" sz="2500">
                <a:latin typeface="华文中宋"/>
                <a:ea typeface="华文中宋"/>
              </a:rPr>
              <a:t>RC=0</a:t>
            </a:r>
            <a:r>
              <a:rPr lang="zh-CN" altLang="en-US" sz="2500">
                <a:latin typeface="华文中宋"/>
                <a:ea typeface="华文中宋"/>
              </a:rPr>
              <a:t>则 </a:t>
            </a:r>
            <a:r>
              <a:rPr lang="en-US" altLang="zh-CN" sz="2500">
                <a:latin typeface="华文中宋"/>
                <a:ea typeface="华文中宋"/>
              </a:rPr>
              <a:t>V</a:t>
            </a:r>
            <a:r>
              <a:rPr lang="zh-CN" altLang="en-US" sz="2500">
                <a:latin typeface="华文中宋"/>
                <a:ea typeface="华文中宋"/>
              </a:rPr>
              <a:t>（</a:t>
            </a:r>
            <a:r>
              <a:rPr lang="en-US" altLang="zh-CN" sz="2500">
                <a:latin typeface="华文中宋"/>
                <a:ea typeface="华文中宋"/>
              </a:rPr>
              <a:t>RW_mutex</a:t>
            </a:r>
            <a:r>
              <a:rPr lang="zh-CN" altLang="en-US" sz="2500">
                <a:latin typeface="华文中宋"/>
                <a:ea typeface="华文中宋"/>
              </a:rPr>
              <a:t>）；</a:t>
            </a:r>
          </a:p>
          <a:p>
            <a:pPr>
              <a:buFont typeface="Wingdings" pitchFamily="2" charset="2"/>
              <a:buNone/>
            </a:pPr>
            <a:r>
              <a:rPr lang="zh-CN" altLang="en-US" sz="2500">
                <a:latin typeface="华文中宋"/>
                <a:ea typeface="华文中宋"/>
              </a:rPr>
              <a:t> </a:t>
            </a:r>
            <a:r>
              <a:rPr lang="en-US" altLang="zh-CN" sz="2500">
                <a:latin typeface="华文中宋"/>
                <a:ea typeface="华文中宋"/>
              </a:rPr>
              <a:t>V</a:t>
            </a:r>
            <a:r>
              <a:rPr lang="zh-CN" altLang="en-US" sz="2500">
                <a:latin typeface="华文中宋"/>
                <a:ea typeface="华文中宋"/>
              </a:rPr>
              <a:t>（</a:t>
            </a:r>
            <a:r>
              <a:rPr lang="en-US" altLang="zh-CN" sz="2500">
                <a:latin typeface="华文中宋"/>
                <a:ea typeface="华文中宋"/>
              </a:rPr>
              <a:t>R_mutex</a:t>
            </a:r>
            <a:r>
              <a:rPr lang="zh-CN" altLang="en-US" sz="2500">
                <a:latin typeface="华文中宋"/>
                <a:ea typeface="华文中宋"/>
              </a:rPr>
              <a:t>）；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79709F5-1955-46C6-83F5-561B588ECB38}"/>
              </a:ext>
            </a:extLst>
          </p:cNvPr>
          <p:cNvSpPr>
            <a:spLocks noGrp="1" noChangeArrowheads="1"/>
          </p:cNvSpPr>
          <p:nvPr>
            <p:ph type="title"/>
          </p:nvPr>
        </p:nvSpPr>
        <p:spPr/>
        <p:txBody>
          <a:bodyPr/>
          <a:lstStyle/>
          <a:p>
            <a:r>
              <a:rPr lang="zh-CN" altLang="en-US"/>
              <a:t>分析：</a:t>
            </a:r>
          </a:p>
        </p:txBody>
      </p:sp>
      <p:sp>
        <p:nvSpPr>
          <p:cNvPr id="16387" name="Text Box 3">
            <a:extLst>
              <a:ext uri="{FF2B5EF4-FFF2-40B4-BE49-F238E27FC236}">
                <a16:creationId xmlns:a16="http://schemas.microsoft.com/office/drawing/2014/main" id="{2A3BBFBB-8381-4712-ABF8-9A50F3EAFB4C}"/>
              </a:ext>
            </a:extLst>
          </p:cNvPr>
          <p:cNvSpPr txBox="1">
            <a:spLocks noChangeArrowheads="1"/>
          </p:cNvSpPr>
          <p:nvPr/>
        </p:nvSpPr>
        <p:spPr bwMode="auto">
          <a:xfrm>
            <a:off x="755650" y="1844675"/>
            <a:ext cx="7772400"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u="sng">
                <a:solidFill>
                  <a:srgbClr val="FFFF00"/>
                </a:solidFill>
                <a:latin typeface="黑体" panose="02010609060101010101" pitchFamily="49" charset="-122"/>
                <a:ea typeface="黑体" panose="02010609060101010101" pitchFamily="49" charset="-122"/>
              </a:rPr>
              <a:t>问题</a:t>
            </a:r>
            <a:r>
              <a:rPr kumimoji="1" lang="zh-CN" altLang="en-US" sz="3600" b="1">
                <a:solidFill>
                  <a:srgbClr val="FFFF00"/>
                </a:solidFill>
                <a:latin typeface="黑体" panose="02010609060101010101" pitchFamily="49" charset="-122"/>
                <a:ea typeface="黑体" panose="02010609060101010101" pitchFamily="49" charset="-122"/>
              </a:rPr>
              <a:t>：读者源源不断，</a:t>
            </a:r>
            <a:r>
              <a:rPr kumimoji="1" lang="en-US" altLang="zh-CN" sz="3600" b="1">
                <a:solidFill>
                  <a:srgbClr val="FFFF00"/>
                </a:solidFill>
                <a:latin typeface="黑体" panose="02010609060101010101" pitchFamily="49" charset="-122"/>
                <a:ea typeface="黑体" panose="02010609060101010101" pitchFamily="49" charset="-122"/>
              </a:rPr>
              <a:t>RC</a:t>
            </a:r>
            <a:r>
              <a:rPr kumimoji="1" lang="zh-CN" altLang="en-US" sz="3600" b="1">
                <a:solidFill>
                  <a:srgbClr val="FFFF00"/>
                </a:solidFill>
                <a:latin typeface="黑体" panose="02010609060101010101" pitchFamily="49" charset="-122"/>
                <a:ea typeface="黑体" panose="02010609060101010101" pitchFamily="49" charset="-122"/>
              </a:rPr>
              <a:t>不归</a:t>
            </a:r>
            <a:r>
              <a:rPr kumimoji="1" lang="en-US" altLang="zh-CN" sz="3600" b="1">
                <a:solidFill>
                  <a:srgbClr val="FFFF00"/>
                </a:solidFill>
                <a:latin typeface="黑体" panose="02010609060101010101" pitchFamily="49" charset="-122"/>
                <a:ea typeface="黑体" panose="02010609060101010101" pitchFamily="49" charset="-122"/>
              </a:rPr>
              <a:t>0</a:t>
            </a:r>
            <a:r>
              <a:rPr kumimoji="1" lang="zh-CN" altLang="en-US" sz="3600" b="1">
                <a:solidFill>
                  <a:srgbClr val="FFFF00"/>
                </a:solidFill>
                <a:latin typeface="黑体" panose="02010609060101010101" pitchFamily="49" charset="-122"/>
                <a:ea typeface="黑体" panose="02010609060101010101" pitchFamily="49" charset="-122"/>
              </a:rPr>
              <a:t>，写者会被饿死。</a:t>
            </a:r>
          </a:p>
          <a:p>
            <a:pPr>
              <a:spcBef>
                <a:spcPct val="50000"/>
              </a:spcBef>
            </a:pPr>
            <a:r>
              <a:rPr kumimoji="1" lang="zh-CN" altLang="en-US" sz="3600" b="1" u="sng">
                <a:solidFill>
                  <a:srgbClr val="FFFF00"/>
                </a:solidFill>
                <a:latin typeface="黑体" panose="02010609060101010101" pitchFamily="49" charset="-122"/>
                <a:ea typeface="黑体" panose="02010609060101010101" pitchFamily="49" charset="-122"/>
              </a:rPr>
              <a:t>策略</a:t>
            </a:r>
            <a:r>
              <a:rPr kumimoji="1" lang="zh-CN" altLang="en-US" sz="3600" b="1">
                <a:solidFill>
                  <a:srgbClr val="FFFF00"/>
                </a:solidFill>
                <a:latin typeface="黑体" panose="02010609060101010101" pitchFamily="49" charset="-122"/>
                <a:ea typeface="黑体" panose="02010609060101010101" pitchFamily="49" charset="-122"/>
              </a:rPr>
              <a:t>：一旦有写者等待，新到达读者等待，正在读的读者都结束后，写者进入。</a:t>
            </a:r>
          </a:p>
          <a:p>
            <a:pPr>
              <a:spcBef>
                <a:spcPct val="50000"/>
              </a:spcBef>
            </a:pPr>
            <a:endParaRPr kumimoji="1" lang="en-US" altLang="zh-CN" sz="3600" b="1">
              <a:solidFill>
                <a:srgbClr val="FFFF00"/>
              </a:solidFill>
              <a:latin typeface="黑体" panose="02010609060101010101" pitchFamily="49" charset="-122"/>
              <a:ea typeface="黑体" panose="02010609060101010101" pitchFamily="49" charset="-122"/>
            </a:endParaRPr>
          </a:p>
        </p:txBody>
      </p:sp>
      <p:sp>
        <p:nvSpPr>
          <p:cNvPr id="16388" name="AutoShape 4">
            <a:extLst>
              <a:ext uri="{FF2B5EF4-FFF2-40B4-BE49-F238E27FC236}">
                <a16:creationId xmlns:a16="http://schemas.microsoft.com/office/drawing/2014/main" id="{CB331A67-CF22-4FBB-92AD-E764681A1564}"/>
              </a:ext>
            </a:extLst>
          </p:cNvPr>
          <p:cNvSpPr>
            <a:spLocks noChangeArrowheads="1"/>
          </p:cNvSpPr>
          <p:nvPr/>
        </p:nvSpPr>
        <p:spPr bwMode="auto">
          <a:xfrm>
            <a:off x="2895600" y="4724400"/>
            <a:ext cx="5791200" cy="1371600"/>
          </a:xfrm>
          <a:prstGeom prst="cloudCallout">
            <a:avLst>
              <a:gd name="adj1" fmla="val -43750"/>
              <a:gd name="adj2" fmla="val 70000"/>
            </a:avLst>
          </a:prstGeom>
          <a:solidFill>
            <a:srgbClr val="391288"/>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latin typeface="Comic Sans MS" panose="030F0702030302020204" pitchFamily="66" charset="0"/>
              </a:rPr>
              <a:t>       Further improvement is left to </a:t>
            </a:r>
          </a:p>
          <a:p>
            <a:pPr algn="ctr"/>
            <a:r>
              <a:rPr kumimoji="1" lang="en-US" altLang="zh-CN" sz="2400">
                <a:latin typeface="Comic Sans MS" panose="030F0702030302020204" pitchFamily="66" charset="0"/>
              </a:rPr>
              <a:t>interested students.</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dissolve">
                                      <p:cBhvr>
                                        <p:cTn id="7"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EA4F4162-9D49-4948-99AC-6B9B15AF20FA}"/>
              </a:ext>
            </a:extLst>
          </p:cNvPr>
          <p:cNvSpPr txBox="1">
            <a:spLocks noChangeArrowheads="1"/>
          </p:cNvSpPr>
          <p:nvPr/>
        </p:nvSpPr>
        <p:spPr bwMode="auto">
          <a:xfrm>
            <a:off x="609600" y="1052513"/>
            <a:ext cx="8001000"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spcBef>
                <a:spcPct val="50000"/>
              </a:spcBef>
              <a:buClr>
                <a:schemeClr val="accent1"/>
              </a:buClr>
              <a:buFont typeface="Wingdings" panose="05000000000000000000" pitchFamily="2" charset="2"/>
              <a:buChar char="v"/>
            </a:pPr>
            <a:r>
              <a:rPr kumimoji="1" lang="zh-CN" altLang="en-US" sz="3600" b="1" dirty="0">
                <a:solidFill>
                  <a:srgbClr val="FFFF00"/>
                </a:solidFill>
                <a:latin typeface="黑体" panose="02010609060101010101" pitchFamily="49" charset="-122"/>
                <a:ea typeface="黑体" panose="02010609060101010101" pitchFamily="49" charset="-122"/>
              </a:rPr>
              <a:t>本题属于生产者</a:t>
            </a:r>
            <a:r>
              <a:rPr kumimoji="1" lang="en-US" altLang="zh-CN" sz="3600" b="1" dirty="0">
                <a:solidFill>
                  <a:srgbClr val="FFFF00"/>
                </a:solidFill>
                <a:latin typeface="Times New Roman" panose="02020603050405020304" pitchFamily="18" charset="0"/>
                <a:ea typeface="黑体" panose="02010609060101010101" pitchFamily="49" charset="-122"/>
              </a:rPr>
              <a:t>——</a:t>
            </a:r>
            <a:r>
              <a:rPr kumimoji="1" lang="zh-CN" altLang="en-US" sz="3600" b="1" dirty="0">
                <a:solidFill>
                  <a:srgbClr val="FFFF00"/>
                </a:solidFill>
                <a:latin typeface="黑体" panose="02010609060101010101" pitchFamily="49" charset="-122"/>
                <a:ea typeface="黑体" panose="02010609060101010101" pitchFamily="49" charset="-122"/>
              </a:rPr>
              <a:t>消费者问题的变形，相当于一个能生产两种产品的生产者（爸爸）向两个消费者（儿子和女儿）提供产品的同步问题。因此，可参考生产者与消费者问题的解法。 </a:t>
            </a:r>
          </a:p>
        </p:txBody>
      </p:sp>
      <p:sp>
        <p:nvSpPr>
          <p:cNvPr id="4" name="标题 3">
            <a:extLst>
              <a:ext uri="{FF2B5EF4-FFF2-40B4-BE49-F238E27FC236}">
                <a16:creationId xmlns:a16="http://schemas.microsoft.com/office/drawing/2014/main" id="{A1255472-8180-4051-BD94-9882473158BB}"/>
              </a:ext>
            </a:extLst>
          </p:cNvPr>
          <p:cNvSpPr>
            <a:spLocks noGrp="1"/>
          </p:cNvSpPr>
          <p:nvPr>
            <p:ph type="title"/>
          </p:nvPr>
        </p:nvSpPr>
        <p:spPr>
          <a:xfrm>
            <a:off x="457200" y="277814"/>
            <a:ext cx="8229600" cy="774700"/>
          </a:xfrm>
        </p:spPr>
        <p:txBody>
          <a:bodyPr/>
          <a:lstStyle/>
          <a:p>
            <a:r>
              <a:rPr lang="zh-CN" altLang="en-US" dirty="0"/>
              <a:t>习题</a:t>
            </a:r>
            <a:r>
              <a:rPr lang="en-US" altLang="zh-CN" dirty="0"/>
              <a:t>7</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barn(outVertical)">
                                      <p:cBhvr>
                                        <p:cTn id="7"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p:txBody>
          <a:bodyPr/>
          <a:lstStyle/>
          <a:p>
            <a:pPr algn="ctr"/>
            <a:r>
              <a:rPr lang="zh-CN" altLang="en-US" dirty="0"/>
              <a:t>习题</a:t>
            </a:r>
            <a:r>
              <a:rPr lang="en-US" altLang="zh-CN" dirty="0"/>
              <a:t>13</a:t>
            </a:r>
            <a:br>
              <a:rPr lang="zh-CN" altLang="en-US" dirty="0"/>
            </a:br>
            <a:br>
              <a:rPr lang="zh-CN" altLang="en-US" dirty="0"/>
            </a:br>
            <a:br>
              <a:rPr lang="zh-CN" altLang="en-US" dirty="0"/>
            </a:br>
            <a:br>
              <a:rPr lang="zh-CN" altLang="en-US" dirty="0"/>
            </a:br>
            <a:br>
              <a:rPr lang="en-US" altLang="zh-CN" dirty="0"/>
            </a:br>
            <a:br>
              <a:rPr lang="zh-CN" altLang="en-US" dirty="0"/>
            </a:br>
            <a:endParaRPr lang="zh-CN" altLang="en-US" dirty="0"/>
          </a:p>
        </p:txBody>
      </p:sp>
      <p:sp>
        <p:nvSpPr>
          <p:cNvPr id="3" name="内容占位符 2"/>
          <p:cNvSpPr>
            <a:spLocks noGrp="1"/>
          </p:cNvSpPr>
          <p:nvPr>
            <p:ph idx="1"/>
          </p:nvPr>
        </p:nvSpPr>
        <p:spPr/>
        <p:txBody>
          <a:bodyPr/>
          <a:lstStyle/>
          <a:p>
            <a:pPr marL="342900" lvl="3" indent="-342900">
              <a:buClr>
                <a:srgbClr val="FF0000"/>
              </a:buClr>
              <a:buSzPct val="100000"/>
              <a:buFont typeface="Wingdings" pitchFamily="2" charset="2"/>
              <a:buNone/>
              <a:defRPr/>
            </a:pPr>
            <a:r>
              <a:rPr lang="zh-CN" altLang="en-US" sz="2800" dirty="0"/>
              <a:t>所用信号量设置如下：</a:t>
            </a:r>
            <a:endParaRPr lang="en-US" altLang="zh-CN" sz="2800" dirty="0"/>
          </a:p>
          <a:p>
            <a:pPr marL="355600" lvl="3" indent="-355600" algn="just">
              <a:buClr>
                <a:srgbClr val="3B812F"/>
              </a:buClr>
              <a:buSzPct val="80000"/>
              <a:buFont typeface="+mj-ea"/>
              <a:buAutoNum type="circleNumDbPlain"/>
              <a:defRPr/>
            </a:pPr>
            <a:r>
              <a:rPr lang="zh-CN" altLang="en-US" sz="2800" dirty="0"/>
              <a:t>爸爸进程的同步信号量</a:t>
            </a:r>
            <a:r>
              <a:rPr lang="en-US" altLang="zh-CN" sz="2800" dirty="0"/>
              <a:t>empty</a:t>
            </a:r>
            <a:r>
              <a:rPr lang="zh-CN" altLang="en-US" sz="2800" dirty="0"/>
              <a:t>，初值为</a:t>
            </a:r>
            <a:r>
              <a:rPr lang="en-US" altLang="zh-CN" sz="2800" dirty="0"/>
              <a:t>1</a:t>
            </a:r>
            <a:r>
              <a:rPr lang="zh-CN" altLang="en-US" sz="2800" dirty="0"/>
              <a:t>，表示盘子是空的，即儿子或女儿已把盘中的水果取走。 </a:t>
            </a:r>
          </a:p>
          <a:p>
            <a:pPr marL="355600" lvl="3" indent="-355600" algn="just">
              <a:buClr>
                <a:srgbClr val="3B812F"/>
              </a:buClr>
              <a:buSzPct val="80000"/>
              <a:buFont typeface="+mj-ea"/>
              <a:buAutoNum type="circleNumDbPlain"/>
              <a:defRPr/>
            </a:pPr>
            <a:r>
              <a:rPr lang="zh-CN" altLang="en-US" sz="2800" dirty="0"/>
              <a:t>儿子进程的同步信号量</a:t>
            </a:r>
            <a:r>
              <a:rPr lang="en-US" altLang="zh-CN" sz="2800" dirty="0"/>
              <a:t>orange</a:t>
            </a:r>
            <a:r>
              <a:rPr lang="zh-CN" altLang="en-US" sz="2800" dirty="0"/>
              <a:t>，初值为</a:t>
            </a:r>
            <a:r>
              <a:rPr lang="en-US" altLang="zh-CN" sz="2800" dirty="0"/>
              <a:t>0</a:t>
            </a:r>
            <a:r>
              <a:rPr lang="zh-CN" altLang="en-US" sz="2800" dirty="0"/>
              <a:t>，表示爸爸尚未把桔子放入盘中。</a:t>
            </a:r>
          </a:p>
          <a:p>
            <a:pPr marL="355600" lvl="3" indent="-355600" algn="just">
              <a:buClr>
                <a:srgbClr val="3B812F"/>
              </a:buClr>
              <a:buSzPct val="80000"/>
              <a:buFont typeface="+mj-ea"/>
              <a:buAutoNum type="circleNumDbPlain"/>
              <a:defRPr/>
            </a:pPr>
            <a:r>
              <a:rPr lang="zh-CN" altLang="en-US" sz="2800" dirty="0"/>
              <a:t>女儿进程的同步信号量</a:t>
            </a:r>
            <a:r>
              <a:rPr lang="en-US" altLang="zh-CN" sz="2800" dirty="0"/>
              <a:t>apple</a:t>
            </a:r>
            <a:r>
              <a:rPr lang="zh-CN" altLang="en-US" sz="2800" dirty="0"/>
              <a:t>，初值为</a:t>
            </a:r>
            <a:r>
              <a:rPr lang="en-US" altLang="zh-CN" sz="2800" dirty="0"/>
              <a:t>0</a:t>
            </a:r>
            <a:r>
              <a:rPr lang="zh-CN" altLang="en-US" sz="2800" dirty="0"/>
              <a:t>，表示爸爸尚未把苹果放入盘中。 </a:t>
            </a:r>
          </a:p>
          <a:p>
            <a:pPr marL="342900" lvl="3" indent="-342900">
              <a:buClr>
                <a:srgbClr val="FF0000"/>
              </a:buClr>
              <a:buSzPct val="100000"/>
              <a:buFont typeface="Wingdings" pitchFamily="2" charset="2"/>
              <a:buNone/>
              <a:defRPr/>
            </a:pPr>
            <a:endParaRPr lang="zh-CN" altLang="en-US" sz="28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a:lstStyle/>
          <a:p>
            <a:pPr algn="ctr"/>
            <a:r>
              <a:rPr lang="zh-CN" altLang="en-US"/>
              <a:t>习题</a:t>
            </a:r>
            <a:r>
              <a:rPr lang="en-US" altLang="zh-CN"/>
              <a:t>13</a:t>
            </a:r>
            <a:br>
              <a:rPr lang="zh-CN" altLang="en-US"/>
            </a:br>
            <a:br>
              <a:rPr lang="zh-CN" altLang="en-US"/>
            </a:br>
            <a:br>
              <a:rPr lang="zh-CN" altLang="en-US"/>
            </a:br>
            <a:br>
              <a:rPr lang="zh-CN" altLang="en-US"/>
            </a:br>
            <a:br>
              <a:rPr lang="en-US" altLang="zh-CN"/>
            </a:br>
            <a:br>
              <a:rPr lang="zh-CN" altLang="en-US"/>
            </a:br>
            <a:endParaRPr lang="zh-CN" altLang="en-US"/>
          </a:p>
        </p:txBody>
      </p:sp>
      <p:sp>
        <p:nvSpPr>
          <p:cNvPr id="27650" name="内容占位符 2"/>
          <p:cNvSpPr>
            <a:spLocks noGrp="1"/>
          </p:cNvSpPr>
          <p:nvPr>
            <p:ph idx="1"/>
          </p:nvPr>
        </p:nvSpPr>
        <p:spPr>
          <a:xfrm>
            <a:off x="457200" y="1066800"/>
            <a:ext cx="3048000" cy="5064125"/>
          </a:xfrm>
        </p:spPr>
        <p:txBody>
          <a:bodyPr/>
          <a:lstStyle/>
          <a:p>
            <a:pPr marL="342900" lvl="3" indent="-342900">
              <a:buClr>
                <a:srgbClr val="FF0000"/>
              </a:buClr>
              <a:buSzPct val="100000"/>
              <a:buFont typeface="Wingdings" pitchFamily="2" charset="2"/>
              <a:buNone/>
            </a:pPr>
            <a:r>
              <a:rPr lang="zh-CN" altLang="en-US" sz="2400">
                <a:latin typeface="华文中宋"/>
                <a:ea typeface="华文中宋"/>
              </a:rPr>
              <a:t>爸爸进程</a:t>
            </a:r>
            <a:r>
              <a:rPr lang="en-US" altLang="zh-CN" sz="2400">
                <a:latin typeface="华文中宋"/>
                <a:ea typeface="华文中宋"/>
              </a:rPr>
              <a:t>(P)</a:t>
            </a:r>
            <a:r>
              <a:rPr lang="zh-CN" altLang="en-US" sz="2400">
                <a:latin typeface="华文中宋"/>
                <a:ea typeface="华文中宋"/>
              </a:rPr>
              <a:t>：</a:t>
            </a:r>
          </a:p>
          <a:p>
            <a:pPr marL="342900" lvl="3" indent="-342900">
              <a:buClr>
                <a:srgbClr val="FF0000"/>
              </a:buClr>
              <a:buSzPct val="100000"/>
              <a:buFont typeface="Wingdings" pitchFamily="2" charset="2"/>
              <a:buNone/>
            </a:pPr>
            <a:r>
              <a:rPr lang="en-US" altLang="zh-CN" sz="2400">
                <a:latin typeface="华文中宋"/>
                <a:ea typeface="华文中宋"/>
              </a:rPr>
              <a:t>P</a:t>
            </a:r>
            <a:r>
              <a:rPr lang="zh-CN" altLang="en-US" sz="2400">
                <a:latin typeface="华文中宋"/>
                <a:ea typeface="华文中宋"/>
              </a:rPr>
              <a:t>（</a:t>
            </a:r>
            <a:r>
              <a:rPr lang="en-US" altLang="zh-CN" sz="2400">
                <a:latin typeface="华文中宋"/>
                <a:ea typeface="华文中宋"/>
              </a:rPr>
              <a:t>empty</a:t>
            </a:r>
            <a:r>
              <a:rPr lang="zh-CN" altLang="en-US" sz="2400">
                <a:latin typeface="华文中宋"/>
                <a:ea typeface="华文中宋"/>
              </a:rPr>
              <a:t>）</a:t>
            </a:r>
            <a:r>
              <a:rPr lang="en-US" altLang="zh-CN" sz="2400">
                <a:latin typeface="华文中宋"/>
                <a:ea typeface="华文中宋"/>
              </a:rPr>
              <a:t>;</a:t>
            </a:r>
            <a:endParaRPr lang="zh-CN" altLang="en-US" sz="2400">
              <a:latin typeface="华文中宋"/>
              <a:ea typeface="华文中宋"/>
            </a:endParaRPr>
          </a:p>
          <a:p>
            <a:pPr marL="342900" lvl="3" indent="-342900">
              <a:buClr>
                <a:srgbClr val="FF0000"/>
              </a:buClr>
              <a:buSzPct val="100000"/>
              <a:buFont typeface="Wingdings" pitchFamily="2" charset="2"/>
              <a:buNone/>
            </a:pPr>
            <a:r>
              <a:rPr lang="zh-CN" altLang="en-US" sz="2400">
                <a:latin typeface="华文中宋"/>
                <a:ea typeface="华文中宋"/>
              </a:rPr>
              <a:t>将水果放入盘中；</a:t>
            </a:r>
          </a:p>
          <a:p>
            <a:pPr marL="342900" lvl="3" indent="-342900">
              <a:buClr>
                <a:srgbClr val="FF0000"/>
              </a:buClr>
              <a:buSzPct val="100000"/>
              <a:buFont typeface="Wingdings" pitchFamily="2" charset="2"/>
              <a:buNone/>
            </a:pPr>
            <a:r>
              <a:rPr lang="zh-CN" altLang="en-US" sz="2400">
                <a:latin typeface="华文中宋"/>
                <a:ea typeface="华文中宋"/>
              </a:rPr>
              <a:t>若放入的是桔子，</a:t>
            </a:r>
          </a:p>
          <a:p>
            <a:pPr marL="342900" lvl="3" indent="-342900">
              <a:buClr>
                <a:srgbClr val="FF0000"/>
              </a:buClr>
              <a:buSzPct val="100000"/>
              <a:buFont typeface="Wingdings" pitchFamily="2" charset="2"/>
              <a:buNone/>
            </a:pPr>
            <a:r>
              <a:rPr lang="zh-CN" altLang="en-US" sz="2400">
                <a:latin typeface="华文中宋"/>
                <a:ea typeface="华文中宋"/>
              </a:rPr>
              <a:t>则</a:t>
            </a:r>
            <a:r>
              <a:rPr lang="en-US" altLang="zh-CN" sz="2400">
                <a:latin typeface="华文中宋"/>
                <a:ea typeface="华文中宋"/>
              </a:rPr>
              <a:t>V(orange)</a:t>
            </a:r>
            <a:r>
              <a:rPr lang="zh-CN" altLang="en-US" sz="2400">
                <a:latin typeface="华文中宋"/>
                <a:ea typeface="华文中宋"/>
              </a:rPr>
              <a:t>；</a:t>
            </a:r>
          </a:p>
          <a:p>
            <a:pPr marL="342900" lvl="3" indent="-342900">
              <a:buClr>
                <a:srgbClr val="FF0000"/>
              </a:buClr>
              <a:buSzPct val="100000"/>
              <a:buFont typeface="Wingdings" pitchFamily="2" charset="2"/>
              <a:buNone/>
            </a:pPr>
            <a:r>
              <a:rPr lang="zh-CN" altLang="en-US" sz="2400">
                <a:latin typeface="华文中宋"/>
                <a:ea typeface="华文中宋"/>
              </a:rPr>
              <a:t>否则，</a:t>
            </a:r>
            <a:r>
              <a:rPr lang="en-US" altLang="zh-CN" sz="2400">
                <a:latin typeface="华文中宋"/>
                <a:ea typeface="华文中宋"/>
              </a:rPr>
              <a:t>V(apple)</a:t>
            </a:r>
            <a:r>
              <a:rPr lang="zh-CN" altLang="en-US" sz="2400">
                <a:latin typeface="华文中宋"/>
                <a:ea typeface="华文中宋"/>
              </a:rPr>
              <a:t>；</a:t>
            </a:r>
          </a:p>
          <a:p>
            <a:pPr marL="342900" lvl="3" indent="-342900">
              <a:buClr>
                <a:srgbClr val="FF0000"/>
              </a:buClr>
              <a:buSzPct val="100000"/>
              <a:buFont typeface="Wingdings" pitchFamily="2" charset="2"/>
              <a:buNone/>
            </a:pPr>
            <a:endParaRPr lang="zh-CN" altLang="en-US" sz="2800">
              <a:latin typeface="华文中宋"/>
              <a:ea typeface="华文中宋"/>
            </a:endParaRPr>
          </a:p>
        </p:txBody>
      </p:sp>
      <p:sp>
        <p:nvSpPr>
          <p:cNvPr id="4" name="内容占位符 2"/>
          <p:cNvSpPr txBox="1">
            <a:spLocks/>
          </p:cNvSpPr>
          <p:nvPr/>
        </p:nvSpPr>
        <p:spPr bwMode="auto">
          <a:xfrm>
            <a:off x="3429000" y="1031875"/>
            <a:ext cx="3048000" cy="5064125"/>
          </a:xfrm>
          <a:prstGeom prst="rect">
            <a:avLst/>
          </a:prstGeom>
          <a:noFill/>
          <a:ln w="9525">
            <a:noFill/>
            <a:miter lim="800000"/>
            <a:headEnd/>
            <a:tailEnd/>
          </a:ln>
        </p:spPr>
        <p:txBody>
          <a:bodyPr/>
          <a:lstStyle/>
          <a:p>
            <a:pPr marL="342900" lvl="3" indent="-342900" eaLnBrk="0" hangingPunct="0">
              <a:spcBef>
                <a:spcPct val="20000"/>
              </a:spcBef>
              <a:buClr>
                <a:srgbClr val="FF0000"/>
              </a:buClr>
              <a:buSzPct val="100000"/>
              <a:buFont typeface="Wingdings" pitchFamily="2" charset="2"/>
              <a:buNone/>
              <a:defRPr/>
            </a:pPr>
            <a:r>
              <a:rPr lang="zh-CN" altLang="en-US" sz="2400" kern="0" dirty="0">
                <a:latin typeface="+mn-lt"/>
                <a:ea typeface="+mn-ea"/>
              </a:rPr>
              <a:t>儿子进程</a:t>
            </a:r>
            <a:r>
              <a:rPr lang="en-US" altLang="zh-CN" sz="2400" kern="0" dirty="0">
                <a:latin typeface="+mn-lt"/>
                <a:ea typeface="+mn-ea"/>
              </a:rPr>
              <a:t>(C1)</a:t>
            </a:r>
            <a:r>
              <a:rPr lang="zh-CN" altLang="en-US" sz="2400" kern="0" dirty="0">
                <a:latin typeface="+mn-lt"/>
                <a:ea typeface="+mn-ea"/>
              </a:rPr>
              <a:t>：</a:t>
            </a:r>
          </a:p>
          <a:p>
            <a:pPr marL="342900" lvl="3" indent="-342900" eaLnBrk="0" hangingPunct="0">
              <a:spcBef>
                <a:spcPct val="20000"/>
              </a:spcBef>
              <a:buClr>
                <a:srgbClr val="FF0000"/>
              </a:buClr>
              <a:buSzPct val="100000"/>
              <a:buFont typeface="Wingdings" pitchFamily="2" charset="2"/>
              <a:buNone/>
              <a:defRPr/>
            </a:pPr>
            <a:r>
              <a:rPr lang="en-US" altLang="zh-CN" sz="2400" kern="0" dirty="0">
                <a:latin typeface="+mn-lt"/>
                <a:ea typeface="+mn-ea"/>
              </a:rPr>
              <a:t>P(orange )</a:t>
            </a:r>
            <a:r>
              <a:rPr lang="zh-CN" altLang="en-US" sz="2400" kern="0" dirty="0">
                <a:latin typeface="+mn-lt"/>
                <a:ea typeface="+mn-ea"/>
              </a:rPr>
              <a:t>；</a:t>
            </a:r>
          </a:p>
          <a:p>
            <a:pPr marL="0" lvl="3" eaLnBrk="0" hangingPunct="0">
              <a:spcBef>
                <a:spcPct val="20000"/>
              </a:spcBef>
              <a:buClr>
                <a:srgbClr val="FF0000"/>
              </a:buClr>
              <a:buSzPct val="100000"/>
              <a:buFont typeface="Wingdings" pitchFamily="2" charset="2"/>
              <a:buNone/>
              <a:defRPr/>
            </a:pPr>
            <a:r>
              <a:rPr lang="zh-CN" altLang="en-US" sz="2400" kern="0" dirty="0">
                <a:latin typeface="+mn-lt"/>
                <a:ea typeface="+mn-ea"/>
              </a:rPr>
              <a:t>从盘中取出桔子；</a:t>
            </a:r>
            <a:r>
              <a:rPr lang="en-US" altLang="zh-CN" sz="2400" kern="0" dirty="0">
                <a:latin typeface="+mn-lt"/>
                <a:ea typeface="+mn-ea"/>
              </a:rPr>
              <a:t>V(empty)</a:t>
            </a:r>
            <a:r>
              <a:rPr lang="zh-CN" altLang="en-US" sz="2400" kern="0" dirty="0">
                <a:latin typeface="+mn-lt"/>
                <a:ea typeface="+mn-ea"/>
              </a:rPr>
              <a:t>  ；   </a:t>
            </a:r>
            <a:endParaRPr lang="en-US" altLang="zh-CN" sz="2400" kern="0" dirty="0">
              <a:latin typeface="+mn-lt"/>
              <a:ea typeface="+mn-ea"/>
            </a:endParaRPr>
          </a:p>
          <a:p>
            <a:pPr marL="0" lvl="3" eaLnBrk="0" hangingPunct="0">
              <a:spcBef>
                <a:spcPct val="20000"/>
              </a:spcBef>
              <a:buClr>
                <a:srgbClr val="FF0000"/>
              </a:buClr>
              <a:buSzPct val="100000"/>
              <a:buFont typeface="Wingdings" pitchFamily="2" charset="2"/>
              <a:buNone/>
              <a:defRPr/>
            </a:pPr>
            <a:r>
              <a:rPr lang="zh-CN" altLang="en-US" sz="2400" kern="0" dirty="0">
                <a:latin typeface="+mn-lt"/>
                <a:ea typeface="+mn-ea"/>
              </a:rPr>
              <a:t> 吃桔子；</a:t>
            </a:r>
          </a:p>
          <a:p>
            <a:pPr marL="342900" lvl="3" indent="-342900" eaLnBrk="0" hangingPunct="0">
              <a:spcBef>
                <a:spcPct val="20000"/>
              </a:spcBef>
              <a:buClr>
                <a:srgbClr val="FF0000"/>
              </a:buClr>
              <a:buSzPct val="100000"/>
              <a:buFont typeface="Wingdings" pitchFamily="2" charset="2"/>
              <a:buNone/>
              <a:defRPr/>
            </a:pPr>
            <a:endParaRPr lang="zh-CN" altLang="en-US" sz="2800" kern="0" dirty="0">
              <a:latin typeface="+mn-lt"/>
              <a:ea typeface="+mn-ea"/>
            </a:endParaRPr>
          </a:p>
        </p:txBody>
      </p:sp>
      <p:sp>
        <p:nvSpPr>
          <p:cNvPr id="5" name="内容占位符 2"/>
          <p:cNvSpPr txBox="1">
            <a:spLocks/>
          </p:cNvSpPr>
          <p:nvPr/>
        </p:nvSpPr>
        <p:spPr bwMode="auto">
          <a:xfrm>
            <a:off x="6019800" y="1066800"/>
            <a:ext cx="2667000" cy="5064125"/>
          </a:xfrm>
          <a:prstGeom prst="rect">
            <a:avLst/>
          </a:prstGeom>
          <a:noFill/>
          <a:ln w="9525">
            <a:noFill/>
            <a:miter lim="800000"/>
            <a:headEnd/>
            <a:tailEnd/>
          </a:ln>
        </p:spPr>
        <p:txBody>
          <a:bodyPr/>
          <a:lstStyle/>
          <a:p>
            <a:pPr marL="342900" lvl="3" indent="-342900" eaLnBrk="0" hangingPunct="0">
              <a:spcBef>
                <a:spcPct val="20000"/>
              </a:spcBef>
              <a:buClr>
                <a:srgbClr val="FF0000"/>
              </a:buClr>
              <a:buSzPct val="100000"/>
              <a:buFont typeface="Wingdings" pitchFamily="2" charset="2"/>
              <a:buNone/>
              <a:defRPr/>
            </a:pPr>
            <a:r>
              <a:rPr lang="zh-CN" altLang="en-US" sz="2400" kern="0" dirty="0">
                <a:latin typeface="+mn-lt"/>
                <a:ea typeface="+mn-ea"/>
              </a:rPr>
              <a:t>女儿进程</a:t>
            </a:r>
            <a:r>
              <a:rPr lang="en-US" altLang="zh-CN" sz="2400" kern="0" dirty="0">
                <a:latin typeface="+mn-lt"/>
                <a:ea typeface="+mn-ea"/>
              </a:rPr>
              <a:t>(C2)</a:t>
            </a:r>
            <a:r>
              <a:rPr lang="zh-CN" altLang="en-US" sz="2400" kern="0" dirty="0">
                <a:latin typeface="+mn-lt"/>
                <a:ea typeface="+mn-ea"/>
              </a:rPr>
              <a:t>：</a:t>
            </a:r>
          </a:p>
          <a:p>
            <a:pPr marL="342900" lvl="3" indent="-342900" eaLnBrk="0" hangingPunct="0">
              <a:spcBef>
                <a:spcPct val="20000"/>
              </a:spcBef>
              <a:buClr>
                <a:srgbClr val="FF0000"/>
              </a:buClr>
              <a:buSzPct val="100000"/>
              <a:buFont typeface="Wingdings" pitchFamily="2" charset="2"/>
              <a:buNone/>
              <a:defRPr/>
            </a:pPr>
            <a:r>
              <a:rPr lang="en-US" altLang="zh-CN" sz="2400" kern="0" dirty="0">
                <a:latin typeface="+mn-lt"/>
                <a:ea typeface="+mn-ea"/>
              </a:rPr>
              <a:t>P(apple)</a:t>
            </a:r>
            <a:r>
              <a:rPr lang="zh-CN" altLang="en-US" sz="2400" kern="0" dirty="0">
                <a:latin typeface="+mn-lt"/>
                <a:ea typeface="+mn-ea"/>
              </a:rPr>
              <a:t>；</a:t>
            </a:r>
          </a:p>
          <a:p>
            <a:pPr marL="0" lvl="3" eaLnBrk="0" hangingPunct="0">
              <a:spcBef>
                <a:spcPct val="20000"/>
              </a:spcBef>
              <a:buClr>
                <a:srgbClr val="FF0000"/>
              </a:buClr>
              <a:buSzPct val="100000"/>
              <a:buFont typeface="Wingdings" pitchFamily="2" charset="2"/>
              <a:buNone/>
              <a:defRPr/>
            </a:pPr>
            <a:r>
              <a:rPr lang="zh-CN" altLang="en-US" sz="2400" kern="0" dirty="0">
                <a:latin typeface="+mn-lt"/>
                <a:ea typeface="+mn-ea"/>
              </a:rPr>
              <a:t>从盘中取出苹果；</a:t>
            </a:r>
          </a:p>
          <a:p>
            <a:pPr marL="342900" lvl="3" indent="-342900" eaLnBrk="0" hangingPunct="0">
              <a:spcBef>
                <a:spcPct val="20000"/>
              </a:spcBef>
              <a:buClr>
                <a:srgbClr val="FF0000"/>
              </a:buClr>
              <a:buSzPct val="100000"/>
              <a:buFont typeface="Wingdings" pitchFamily="2" charset="2"/>
              <a:buNone/>
              <a:defRPr/>
            </a:pPr>
            <a:r>
              <a:rPr lang="en-US" altLang="zh-CN" sz="2400" kern="0" dirty="0">
                <a:latin typeface="+mn-lt"/>
                <a:ea typeface="+mn-ea"/>
              </a:rPr>
              <a:t>V(empty)</a:t>
            </a:r>
            <a:r>
              <a:rPr lang="zh-CN" altLang="en-US" sz="2400" kern="0" dirty="0">
                <a:latin typeface="+mn-lt"/>
                <a:ea typeface="+mn-ea"/>
              </a:rPr>
              <a:t>；</a:t>
            </a:r>
          </a:p>
          <a:p>
            <a:pPr marL="342900" lvl="3" indent="-342900" eaLnBrk="0" hangingPunct="0">
              <a:spcBef>
                <a:spcPct val="20000"/>
              </a:spcBef>
              <a:buClr>
                <a:srgbClr val="FF0000"/>
              </a:buClr>
              <a:buSzPct val="100000"/>
              <a:buFont typeface="Wingdings" pitchFamily="2" charset="2"/>
              <a:buNone/>
              <a:defRPr/>
            </a:pPr>
            <a:r>
              <a:rPr lang="zh-CN" altLang="en-US" sz="2400" kern="0" dirty="0">
                <a:latin typeface="+mn-lt"/>
                <a:ea typeface="+mn-ea"/>
              </a:rPr>
              <a:t>吃苹果；</a:t>
            </a:r>
          </a:p>
          <a:p>
            <a:pPr marL="342900" lvl="3" indent="-342900" eaLnBrk="0" hangingPunct="0">
              <a:spcBef>
                <a:spcPct val="20000"/>
              </a:spcBef>
              <a:buClr>
                <a:srgbClr val="FF0000"/>
              </a:buClr>
              <a:buSzPct val="100000"/>
              <a:buFont typeface="Wingdings" pitchFamily="2" charset="2"/>
              <a:buNone/>
              <a:defRPr/>
            </a:pPr>
            <a:endParaRPr lang="zh-CN" altLang="en-US" sz="2400" kern="0" dirty="0">
              <a:latin typeface="+mn-lt"/>
              <a:ea typeface="+mn-ea"/>
            </a:endParaRPr>
          </a:p>
          <a:p>
            <a:pPr marL="342900" lvl="3" indent="-342900" eaLnBrk="0" hangingPunct="0">
              <a:spcBef>
                <a:spcPct val="20000"/>
              </a:spcBef>
              <a:buClr>
                <a:srgbClr val="FF0000"/>
              </a:buClr>
              <a:buSzPct val="100000"/>
              <a:buFont typeface="Wingdings" pitchFamily="2" charset="2"/>
              <a:buNone/>
              <a:defRPr/>
            </a:pPr>
            <a:endParaRPr lang="zh-CN" altLang="en-US" sz="2400" kern="0" dirty="0">
              <a:latin typeface="+mn-lt"/>
              <a:ea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p:txBody>
          <a:bodyPr/>
          <a:lstStyle/>
          <a:p>
            <a:pPr algn="ctr"/>
            <a:r>
              <a:rPr lang="zh-CN" altLang="en-US" dirty="0"/>
              <a:t>习题</a:t>
            </a:r>
            <a:r>
              <a:rPr lang="en-US" altLang="zh-CN" dirty="0"/>
              <a:t>8</a:t>
            </a:r>
            <a:br>
              <a:rPr lang="zh-CN" altLang="en-US" dirty="0"/>
            </a:br>
            <a:br>
              <a:rPr lang="zh-CN" altLang="en-US" dirty="0"/>
            </a:br>
            <a:br>
              <a:rPr lang="zh-CN" altLang="en-US" dirty="0"/>
            </a:br>
            <a:br>
              <a:rPr lang="en-US" altLang="zh-CN" dirty="0"/>
            </a:br>
            <a:br>
              <a:rPr lang="zh-CN" altLang="en-US" dirty="0"/>
            </a:br>
            <a:endParaRPr lang="zh-CN" altLang="en-US" dirty="0"/>
          </a:p>
        </p:txBody>
      </p:sp>
      <p:sp>
        <p:nvSpPr>
          <p:cNvPr id="29698" name="内容占位符 2"/>
          <p:cNvSpPr>
            <a:spLocks noGrp="1"/>
          </p:cNvSpPr>
          <p:nvPr>
            <p:ph idx="1"/>
          </p:nvPr>
        </p:nvSpPr>
        <p:spPr/>
        <p:txBody>
          <a:bodyPr/>
          <a:lstStyle/>
          <a:p>
            <a:pPr marL="342900" lvl="3" indent="-342900">
              <a:buClr>
                <a:srgbClr val="3B812F"/>
              </a:buClr>
              <a:buSzPct val="100000"/>
            </a:pPr>
            <a:r>
              <a:rPr lang="en-US" altLang="zh-CN" sz="2800" dirty="0">
                <a:latin typeface="华文中宋"/>
                <a:ea typeface="华文中宋"/>
              </a:rPr>
              <a:t>A</a:t>
            </a:r>
            <a:r>
              <a:rPr lang="zh-CN" altLang="en-US" sz="2800" dirty="0">
                <a:latin typeface="华文中宋"/>
                <a:ea typeface="华文中宋"/>
              </a:rPr>
              <a:t>、</a:t>
            </a:r>
            <a:r>
              <a:rPr lang="en-US" altLang="zh-CN" sz="2800" dirty="0">
                <a:latin typeface="华文中宋"/>
                <a:ea typeface="华文中宋"/>
              </a:rPr>
              <a:t>B</a:t>
            </a:r>
            <a:r>
              <a:rPr lang="zh-CN" altLang="en-US" sz="2800" dirty="0">
                <a:latin typeface="华文中宋"/>
                <a:ea typeface="华文中宋"/>
              </a:rPr>
              <a:t>、</a:t>
            </a:r>
            <a:r>
              <a:rPr lang="en-US" altLang="zh-CN" sz="2800" dirty="0">
                <a:latin typeface="华文中宋"/>
                <a:ea typeface="华文中宋"/>
              </a:rPr>
              <a:t>C</a:t>
            </a:r>
            <a:r>
              <a:rPr lang="zh-CN" altLang="en-US" sz="2800" dirty="0">
                <a:latin typeface="华文中宋"/>
                <a:ea typeface="华文中宋"/>
              </a:rPr>
              <a:t>之间的临界资源为缓冲区，</a:t>
            </a:r>
            <a:r>
              <a:rPr lang="en-US" altLang="zh-CN" sz="2800" dirty="0">
                <a:latin typeface="华文中宋"/>
                <a:ea typeface="华文中宋"/>
              </a:rPr>
              <a:t>AB</a:t>
            </a:r>
            <a:r>
              <a:rPr lang="zh-CN" altLang="en-US" sz="2800" dirty="0">
                <a:latin typeface="华文中宋"/>
                <a:ea typeface="华文中宋"/>
              </a:rPr>
              <a:t>、</a:t>
            </a:r>
            <a:r>
              <a:rPr lang="en-US" altLang="zh-CN" sz="2800" dirty="0">
                <a:latin typeface="华文中宋"/>
                <a:ea typeface="华文中宋"/>
              </a:rPr>
              <a:t>AC</a:t>
            </a:r>
            <a:r>
              <a:rPr lang="zh-CN" altLang="en-US" sz="2800" dirty="0">
                <a:latin typeface="华文中宋"/>
                <a:ea typeface="华文中宋"/>
              </a:rPr>
              <a:t>之间同步；	</a:t>
            </a:r>
            <a:r>
              <a:rPr lang="en-US" altLang="zh-CN" sz="2800" dirty="0">
                <a:latin typeface="华文中宋"/>
                <a:ea typeface="华文中宋"/>
              </a:rPr>
              <a:t>AB</a:t>
            </a:r>
            <a:r>
              <a:rPr lang="zh-CN" altLang="en-US" sz="2800" dirty="0">
                <a:latin typeface="华文中宋"/>
                <a:ea typeface="华文中宋"/>
              </a:rPr>
              <a:t>、</a:t>
            </a:r>
            <a:r>
              <a:rPr lang="en-US" altLang="zh-CN" sz="2800" dirty="0">
                <a:latin typeface="华文中宋"/>
                <a:ea typeface="华文中宋"/>
              </a:rPr>
              <a:t>AC</a:t>
            </a:r>
            <a:r>
              <a:rPr lang="zh-CN" altLang="en-US" sz="2800" dirty="0">
                <a:latin typeface="华文中宋"/>
                <a:ea typeface="华文中宋"/>
              </a:rPr>
              <a:t>、</a:t>
            </a:r>
            <a:r>
              <a:rPr lang="en-US" altLang="zh-CN" sz="2800" dirty="0">
                <a:latin typeface="华文中宋"/>
                <a:ea typeface="华文中宋"/>
              </a:rPr>
              <a:t>BC</a:t>
            </a:r>
            <a:r>
              <a:rPr lang="zh-CN" altLang="en-US" sz="2800" dirty="0">
                <a:latin typeface="华文中宋"/>
                <a:ea typeface="华文中宋"/>
              </a:rPr>
              <a:t>之间互斥；</a:t>
            </a:r>
          </a:p>
          <a:p>
            <a:pPr marL="342900" lvl="3" indent="-342900">
              <a:buClr>
                <a:srgbClr val="3B812F"/>
              </a:buClr>
              <a:buSzPct val="100000"/>
            </a:pPr>
            <a:r>
              <a:rPr lang="zh-CN" altLang="en-US" sz="2800" dirty="0">
                <a:latin typeface="华文中宋"/>
                <a:ea typeface="华文中宋"/>
              </a:rPr>
              <a:t>设临界资源缓冲区的公有信号量为</a:t>
            </a:r>
            <a:r>
              <a:rPr lang="en-US" altLang="zh-CN" sz="2800" dirty="0">
                <a:latin typeface="华文中宋"/>
                <a:ea typeface="华文中宋"/>
              </a:rPr>
              <a:t>mutex</a:t>
            </a:r>
            <a:r>
              <a:rPr lang="zh-CN" altLang="en-US" sz="2800" dirty="0">
                <a:latin typeface="华文中宋"/>
                <a:ea typeface="华文中宋"/>
              </a:rPr>
              <a:t>，表示可用缓冲区的数量，</a:t>
            </a:r>
            <a:r>
              <a:rPr lang="en-US" altLang="zh-CN" sz="2800" dirty="0">
                <a:latin typeface="华文中宋"/>
                <a:ea typeface="华文中宋"/>
              </a:rPr>
              <a:t>mutex=1</a:t>
            </a:r>
            <a:r>
              <a:rPr lang="zh-CN" altLang="en-US" sz="2800" dirty="0">
                <a:latin typeface="华文中宋"/>
                <a:ea typeface="华文中宋"/>
              </a:rPr>
              <a:t>；</a:t>
            </a:r>
            <a:endParaRPr lang="en-US" altLang="zh-CN" sz="2800" dirty="0">
              <a:latin typeface="华文中宋"/>
              <a:ea typeface="华文中宋"/>
            </a:endParaRPr>
          </a:p>
          <a:p>
            <a:pPr marL="342900" lvl="3" indent="-342900">
              <a:buClr>
                <a:srgbClr val="3B812F"/>
              </a:buClr>
              <a:buSzPct val="100000"/>
            </a:pPr>
            <a:r>
              <a:rPr lang="en-US" altLang="zh-CN" sz="2800" dirty="0">
                <a:latin typeface="华文中宋"/>
                <a:ea typeface="华文中宋"/>
              </a:rPr>
              <a:t>A</a:t>
            </a:r>
            <a:r>
              <a:rPr lang="zh-CN" altLang="en-US" sz="2800" dirty="0">
                <a:latin typeface="华文中宋"/>
                <a:ea typeface="华文中宋"/>
              </a:rPr>
              <a:t>的私用信号量为</a:t>
            </a:r>
            <a:r>
              <a:rPr lang="en-US" altLang="zh-CN" sz="2800" dirty="0">
                <a:latin typeface="华文中宋"/>
                <a:ea typeface="华文中宋"/>
              </a:rPr>
              <a:t>empty</a:t>
            </a:r>
            <a:r>
              <a:rPr lang="zh-CN" altLang="en-US" sz="2800" dirty="0">
                <a:latin typeface="华文中宋"/>
                <a:ea typeface="华文中宋"/>
              </a:rPr>
              <a:t>，表示缓冲区中空单元的个数，</a:t>
            </a:r>
            <a:r>
              <a:rPr lang="en-US" altLang="zh-CN" sz="2800" dirty="0">
                <a:latin typeface="华文中宋"/>
                <a:ea typeface="华文中宋"/>
              </a:rPr>
              <a:t>empty</a:t>
            </a:r>
            <a:r>
              <a:rPr lang="zh-CN" altLang="en-US" sz="2800" dirty="0">
                <a:latin typeface="华文中宋"/>
                <a:ea typeface="华文中宋"/>
              </a:rPr>
              <a:t>＝</a:t>
            </a:r>
            <a:r>
              <a:rPr lang="en-US" altLang="zh-CN" sz="2800" dirty="0">
                <a:latin typeface="华文中宋"/>
                <a:ea typeface="华文中宋"/>
              </a:rPr>
              <a:t>N</a:t>
            </a:r>
            <a:r>
              <a:rPr lang="zh-CN" altLang="en-US" sz="2800" dirty="0">
                <a:latin typeface="华文中宋"/>
                <a:ea typeface="华文中宋"/>
              </a:rPr>
              <a:t>；</a:t>
            </a:r>
            <a:endParaRPr lang="en-US" altLang="zh-CN" sz="2800" dirty="0">
              <a:latin typeface="华文中宋"/>
              <a:ea typeface="华文中宋"/>
            </a:endParaRPr>
          </a:p>
          <a:p>
            <a:pPr marL="342900" lvl="3" indent="-342900">
              <a:buClr>
                <a:srgbClr val="3B812F"/>
              </a:buClr>
              <a:buSzPct val="100000"/>
            </a:pPr>
            <a:r>
              <a:rPr lang="en-US" altLang="zh-CN" sz="2800" dirty="0">
                <a:latin typeface="华文中宋"/>
                <a:ea typeface="华文中宋"/>
              </a:rPr>
              <a:t>B</a:t>
            </a:r>
            <a:r>
              <a:rPr lang="zh-CN" altLang="en-US" sz="2800" dirty="0">
                <a:latin typeface="华文中宋"/>
                <a:ea typeface="华文中宋"/>
              </a:rPr>
              <a:t>的私用信号量为</a:t>
            </a:r>
            <a:r>
              <a:rPr lang="en-US" altLang="zh-CN" sz="2800" dirty="0">
                <a:latin typeface="华文中宋"/>
                <a:ea typeface="华文中宋"/>
              </a:rPr>
              <a:t>odd</a:t>
            </a:r>
            <a:r>
              <a:rPr lang="zh-CN" altLang="en-US" sz="2800" dirty="0">
                <a:latin typeface="华文中宋"/>
                <a:ea typeface="华文中宋"/>
              </a:rPr>
              <a:t>，表示缓冲区中奇数的个数，</a:t>
            </a:r>
            <a:r>
              <a:rPr lang="en-US" altLang="zh-CN" sz="2800" dirty="0">
                <a:latin typeface="华文中宋"/>
                <a:ea typeface="华文中宋"/>
              </a:rPr>
              <a:t>odd</a:t>
            </a:r>
            <a:r>
              <a:rPr lang="zh-CN" altLang="en-US" sz="2800" dirty="0">
                <a:latin typeface="华文中宋"/>
                <a:ea typeface="华文中宋"/>
              </a:rPr>
              <a:t>＝</a:t>
            </a:r>
            <a:r>
              <a:rPr lang="en-US" altLang="zh-CN" sz="2800" dirty="0">
                <a:latin typeface="华文中宋"/>
                <a:ea typeface="华文中宋"/>
              </a:rPr>
              <a:t>0</a:t>
            </a:r>
            <a:r>
              <a:rPr lang="zh-CN" altLang="en-US" sz="2800" dirty="0">
                <a:latin typeface="华文中宋"/>
                <a:ea typeface="华文中宋"/>
              </a:rPr>
              <a:t>；</a:t>
            </a:r>
            <a:endParaRPr lang="en-US" altLang="zh-CN" sz="2800" dirty="0">
              <a:latin typeface="华文中宋"/>
              <a:ea typeface="华文中宋"/>
            </a:endParaRPr>
          </a:p>
          <a:p>
            <a:pPr marL="342900" lvl="3" indent="-342900">
              <a:buClr>
                <a:srgbClr val="3B812F"/>
              </a:buClr>
              <a:buSzPct val="100000"/>
            </a:pPr>
            <a:r>
              <a:rPr lang="en-US" altLang="zh-CN" sz="2800" dirty="0">
                <a:latin typeface="华文中宋"/>
                <a:ea typeface="华文中宋"/>
              </a:rPr>
              <a:t>C</a:t>
            </a:r>
            <a:r>
              <a:rPr lang="zh-CN" altLang="en-US" sz="2800" dirty="0">
                <a:latin typeface="华文中宋"/>
                <a:ea typeface="华文中宋"/>
              </a:rPr>
              <a:t>的私用信号量为</a:t>
            </a:r>
            <a:r>
              <a:rPr lang="en-US" altLang="zh-CN" sz="2800" dirty="0">
                <a:latin typeface="华文中宋"/>
                <a:ea typeface="华文中宋"/>
              </a:rPr>
              <a:t>even</a:t>
            </a:r>
            <a:r>
              <a:rPr lang="zh-CN" altLang="en-US" sz="2800" dirty="0">
                <a:latin typeface="华文中宋"/>
                <a:ea typeface="华文中宋"/>
              </a:rPr>
              <a:t>，表示缓冲区中偶数的个数，</a:t>
            </a:r>
            <a:r>
              <a:rPr lang="en-US" altLang="zh-CN" sz="2800" dirty="0">
                <a:latin typeface="华文中宋"/>
                <a:ea typeface="华文中宋"/>
              </a:rPr>
              <a:t>even</a:t>
            </a:r>
            <a:r>
              <a:rPr lang="zh-CN" altLang="en-US" sz="2800" dirty="0">
                <a:latin typeface="华文中宋"/>
                <a:ea typeface="华文中宋"/>
              </a:rPr>
              <a:t>＝</a:t>
            </a:r>
            <a:r>
              <a:rPr lang="en-US" altLang="zh-CN" sz="2800" dirty="0">
                <a:latin typeface="华文中宋"/>
                <a:ea typeface="华文中宋"/>
              </a:rPr>
              <a:t>0</a:t>
            </a:r>
            <a:r>
              <a:rPr lang="zh-CN" altLang="en-US" sz="2800" dirty="0">
                <a:latin typeface="华文中宋"/>
                <a:ea typeface="华文中宋"/>
              </a:rPr>
              <a:t>；</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p:txBody>
          <a:bodyPr/>
          <a:lstStyle/>
          <a:p>
            <a:pPr algn="ctr"/>
            <a:r>
              <a:rPr lang="zh-CN" altLang="en-US"/>
              <a:t>习题</a:t>
            </a:r>
            <a:r>
              <a:rPr lang="en-US" altLang="zh-CN"/>
              <a:t>14</a:t>
            </a:r>
            <a:br>
              <a:rPr lang="zh-CN" altLang="en-US"/>
            </a:br>
            <a:br>
              <a:rPr lang="zh-CN" altLang="en-US"/>
            </a:br>
            <a:br>
              <a:rPr lang="zh-CN" altLang="en-US"/>
            </a:br>
            <a:br>
              <a:rPr lang="zh-CN" altLang="en-US"/>
            </a:br>
            <a:br>
              <a:rPr lang="en-US" altLang="zh-CN"/>
            </a:br>
            <a:br>
              <a:rPr lang="zh-CN" altLang="en-US"/>
            </a:br>
            <a:endParaRPr lang="zh-CN" altLang="en-US"/>
          </a:p>
        </p:txBody>
      </p:sp>
      <p:sp>
        <p:nvSpPr>
          <p:cNvPr id="3" name="内容占位符 2"/>
          <p:cNvSpPr>
            <a:spLocks noGrp="1"/>
          </p:cNvSpPr>
          <p:nvPr>
            <p:ph idx="1"/>
          </p:nvPr>
        </p:nvSpPr>
        <p:spPr/>
        <p:txBody>
          <a:bodyPr/>
          <a:lstStyle/>
          <a:p>
            <a:pPr marL="342900" lvl="3" indent="-342900">
              <a:buClr>
                <a:srgbClr val="3B812F"/>
              </a:buClr>
              <a:buSzPct val="100000"/>
              <a:buFont typeface="Wingdings" pitchFamily="2" charset="2"/>
              <a:buNone/>
              <a:defRPr/>
            </a:pPr>
            <a:r>
              <a:rPr lang="en-US" altLang="zh-CN" sz="2400" dirty="0"/>
              <a:t>A</a:t>
            </a:r>
            <a:r>
              <a:rPr lang="zh-CN" altLang="en-US" sz="2400" dirty="0"/>
              <a:t>：</a:t>
            </a:r>
          </a:p>
          <a:p>
            <a:pPr marL="342900" lvl="3" indent="-342900">
              <a:buClr>
                <a:srgbClr val="3B812F"/>
              </a:buClr>
              <a:buSzPct val="100000"/>
              <a:buFont typeface="Wingdings" pitchFamily="2" charset="2"/>
              <a:buNone/>
              <a:defRPr/>
            </a:pPr>
            <a:r>
              <a:rPr lang="zh-CN" altLang="en-US" sz="2400" dirty="0"/>
              <a:t>    </a:t>
            </a:r>
            <a:r>
              <a:rPr lang="en-US" altLang="zh-CN" sz="2400" dirty="0"/>
              <a:t>{   x=produce( )</a:t>
            </a:r>
            <a:r>
              <a:rPr lang="zh-CN" altLang="en-US" sz="2400" dirty="0"/>
              <a:t>；</a:t>
            </a:r>
          </a:p>
          <a:p>
            <a:pPr marL="1141413" lvl="5" indent="-342900">
              <a:buClr>
                <a:srgbClr val="3B812F"/>
              </a:buClr>
              <a:buSzPct val="100000"/>
              <a:buFont typeface="Wingdings" pitchFamily="2" charset="2"/>
              <a:buNone/>
              <a:defRPr/>
            </a:pPr>
            <a:r>
              <a:rPr lang="en-US" altLang="zh-CN" sz="2400" dirty="0"/>
              <a:t>P(empty)</a:t>
            </a:r>
            <a:r>
              <a:rPr lang="zh-CN" altLang="en-US" sz="2400" dirty="0"/>
              <a:t>；</a:t>
            </a:r>
          </a:p>
          <a:p>
            <a:pPr marL="1141413" lvl="5" indent="-342900">
              <a:buClr>
                <a:srgbClr val="3B812F"/>
              </a:buClr>
              <a:buSzPct val="100000"/>
              <a:buFont typeface="Wingdings" pitchFamily="2" charset="2"/>
              <a:buNone/>
              <a:defRPr/>
            </a:pPr>
            <a:r>
              <a:rPr lang="en-US" altLang="zh-CN" sz="2400" dirty="0"/>
              <a:t>P(</a:t>
            </a:r>
            <a:r>
              <a:rPr lang="en-US" altLang="zh-CN" sz="2400" dirty="0" err="1"/>
              <a:t>mutex</a:t>
            </a:r>
            <a:r>
              <a:rPr lang="en-US" altLang="zh-CN" sz="2400" dirty="0"/>
              <a:t>)</a:t>
            </a:r>
            <a:r>
              <a:rPr lang="zh-CN" altLang="en-US" sz="2400" dirty="0"/>
              <a:t>；</a:t>
            </a:r>
          </a:p>
          <a:p>
            <a:pPr marL="1141413" lvl="5" indent="-342900">
              <a:buClr>
                <a:srgbClr val="3B812F"/>
              </a:buClr>
              <a:buSzPct val="100000"/>
              <a:buFont typeface="Wingdings" pitchFamily="2" charset="2"/>
              <a:buNone/>
              <a:defRPr/>
            </a:pPr>
            <a:r>
              <a:rPr lang="en-US" altLang="zh-CN" sz="2400" dirty="0"/>
              <a:t>Put( )</a:t>
            </a:r>
            <a:r>
              <a:rPr lang="zh-CN" altLang="en-US" sz="2400" dirty="0"/>
              <a:t>；</a:t>
            </a:r>
            <a:endParaRPr lang="en-US" altLang="zh-CN" sz="2400" dirty="0"/>
          </a:p>
          <a:p>
            <a:pPr marL="1141413" lvl="5" indent="-342900">
              <a:buClr>
                <a:srgbClr val="3B812F"/>
              </a:buClr>
              <a:buSzPct val="100000"/>
              <a:buFont typeface="Wingdings" pitchFamily="2" charset="2"/>
              <a:buNone/>
              <a:defRPr/>
            </a:pPr>
            <a:r>
              <a:rPr lang="en-US" altLang="zh-CN" sz="2400" dirty="0"/>
              <a:t>If(x%2==0) </a:t>
            </a:r>
          </a:p>
          <a:p>
            <a:pPr marL="1141413" lvl="5" indent="-342900">
              <a:buClr>
                <a:srgbClr val="3B812F"/>
              </a:buClr>
              <a:buSzPct val="100000"/>
              <a:buFont typeface="Wingdings" pitchFamily="2" charset="2"/>
              <a:buNone/>
              <a:defRPr/>
            </a:pPr>
            <a:r>
              <a:rPr lang="en-US" altLang="zh-CN" sz="2400" dirty="0"/>
              <a:t>     V(even)</a:t>
            </a:r>
            <a:r>
              <a:rPr lang="zh-CN" altLang="en-US" sz="2400" dirty="0"/>
              <a:t>；</a:t>
            </a:r>
          </a:p>
          <a:p>
            <a:pPr marL="1141413" lvl="5" indent="-342900">
              <a:buClr>
                <a:srgbClr val="3B812F"/>
              </a:buClr>
              <a:buSzPct val="100000"/>
              <a:buFont typeface="Wingdings" pitchFamily="2" charset="2"/>
              <a:buNone/>
              <a:defRPr/>
            </a:pPr>
            <a:r>
              <a:rPr lang="en-US" altLang="zh-CN" sz="2400" dirty="0"/>
              <a:t>else </a:t>
            </a:r>
          </a:p>
          <a:p>
            <a:pPr marL="1598613" lvl="6" indent="-342900">
              <a:buClr>
                <a:srgbClr val="3B812F"/>
              </a:buClr>
              <a:buSzPct val="100000"/>
              <a:buFont typeface="Wingdings" pitchFamily="2" charset="2"/>
              <a:buNone/>
              <a:defRPr/>
            </a:pPr>
            <a:r>
              <a:rPr lang="en-US" altLang="zh-CN" sz="2400" dirty="0"/>
              <a:t>V(odd);</a:t>
            </a:r>
          </a:p>
          <a:p>
            <a:pPr marL="1141413" lvl="5" indent="-342900">
              <a:buClr>
                <a:srgbClr val="3B812F"/>
              </a:buClr>
              <a:buSzPct val="100000"/>
              <a:buFont typeface="Wingdings" pitchFamily="2" charset="2"/>
              <a:buNone/>
              <a:defRPr/>
            </a:pPr>
            <a:r>
              <a:rPr lang="en-US" altLang="zh-CN" sz="2400" dirty="0"/>
              <a:t>v(</a:t>
            </a:r>
            <a:r>
              <a:rPr lang="en-US" altLang="zh-CN" sz="2400" dirty="0" err="1"/>
              <a:t>mutex</a:t>
            </a:r>
            <a:r>
              <a:rPr lang="en-US" altLang="zh-CN" sz="2400" dirty="0"/>
              <a:t>)</a:t>
            </a:r>
            <a:r>
              <a:rPr lang="zh-CN" altLang="en-US" sz="2400" dirty="0"/>
              <a:t>；</a:t>
            </a:r>
            <a:endParaRPr lang="en-US" altLang="zh-CN" sz="2400" dirty="0"/>
          </a:p>
          <a:p>
            <a:pPr marL="342900" lvl="3" indent="-342900">
              <a:buClr>
                <a:srgbClr val="3B812F"/>
              </a:buClr>
              <a:buSzPct val="100000"/>
              <a:buFont typeface="Wingdings" pitchFamily="2" charset="2"/>
              <a:buNone/>
              <a:defRPr/>
            </a:pPr>
            <a:r>
              <a:rPr lang="en-US" altLang="zh-CN" sz="2400" dirty="0"/>
              <a:t>}</a:t>
            </a:r>
            <a:endParaRPr lang="zh-CN" altLang="en-US" sz="5400" dirty="0"/>
          </a:p>
        </p:txBody>
      </p:sp>
      <p:pic>
        <p:nvPicPr>
          <p:cNvPr id="2" name="图片 1">
            <a:extLst>
              <a:ext uri="{FF2B5EF4-FFF2-40B4-BE49-F238E27FC236}">
                <a16:creationId xmlns:a16="http://schemas.microsoft.com/office/drawing/2014/main" id="{F7EA0D68-B130-FF65-B179-94100A3F41A1}"/>
              </a:ext>
            </a:extLst>
          </p:cNvPr>
          <p:cNvPicPr>
            <a:picLocks noChangeAspect="1"/>
          </p:cNvPicPr>
          <p:nvPr/>
        </p:nvPicPr>
        <p:blipFill>
          <a:blip r:embed="rId3"/>
          <a:stretch>
            <a:fillRect/>
          </a:stretch>
        </p:blipFill>
        <p:spPr>
          <a:xfrm>
            <a:off x="3352800" y="2133600"/>
            <a:ext cx="5045710" cy="365760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a:lstStyle/>
          <a:p>
            <a:pPr algn="ctr"/>
            <a:r>
              <a:rPr lang="zh-CN" altLang="en-US"/>
              <a:t>习题</a:t>
            </a:r>
            <a:r>
              <a:rPr lang="en-US" altLang="zh-CN"/>
              <a:t>14</a:t>
            </a:r>
            <a:br>
              <a:rPr lang="zh-CN" altLang="en-US"/>
            </a:br>
            <a:br>
              <a:rPr lang="zh-CN" altLang="en-US"/>
            </a:br>
            <a:br>
              <a:rPr lang="zh-CN" altLang="en-US"/>
            </a:br>
            <a:br>
              <a:rPr lang="zh-CN" altLang="en-US"/>
            </a:br>
            <a:br>
              <a:rPr lang="en-US" altLang="zh-CN"/>
            </a:br>
            <a:br>
              <a:rPr lang="zh-CN" altLang="en-US"/>
            </a:br>
            <a:endParaRPr lang="zh-CN" altLang="en-US"/>
          </a:p>
        </p:txBody>
      </p:sp>
      <p:sp>
        <p:nvSpPr>
          <p:cNvPr id="3" name="内容占位符 2"/>
          <p:cNvSpPr>
            <a:spLocks noGrp="1"/>
          </p:cNvSpPr>
          <p:nvPr>
            <p:ph idx="1"/>
          </p:nvPr>
        </p:nvSpPr>
        <p:spPr/>
        <p:txBody>
          <a:bodyPr/>
          <a:lstStyle/>
          <a:p>
            <a:pPr marL="342900" lvl="3" indent="-342900">
              <a:buClr>
                <a:srgbClr val="3B812F"/>
              </a:buClr>
              <a:buSzPct val="100000"/>
              <a:buFont typeface="Wingdings" pitchFamily="2" charset="2"/>
              <a:buNone/>
              <a:defRPr/>
            </a:pPr>
            <a:r>
              <a:rPr lang="en-US" altLang="zh-CN" sz="2800" dirty="0"/>
              <a:t>B</a:t>
            </a:r>
            <a:r>
              <a:rPr lang="zh-CN" altLang="en-US" sz="2800" dirty="0"/>
              <a:t>：</a:t>
            </a:r>
          </a:p>
          <a:p>
            <a:pPr marL="342900" lvl="3" indent="-342900">
              <a:buClr>
                <a:srgbClr val="3B812F"/>
              </a:buClr>
              <a:buSzPct val="100000"/>
              <a:buFont typeface="Wingdings" pitchFamily="2" charset="2"/>
              <a:buNone/>
              <a:defRPr/>
            </a:pPr>
            <a:r>
              <a:rPr lang="zh-CN" altLang="en-US" sz="2800" dirty="0"/>
              <a:t>    </a:t>
            </a:r>
            <a:r>
              <a:rPr lang="en-US" altLang="zh-CN" sz="2800" dirty="0"/>
              <a:t>{   P(odd);</a:t>
            </a:r>
            <a:endParaRPr lang="zh-CN" altLang="en-US" sz="2800" dirty="0"/>
          </a:p>
          <a:p>
            <a:pPr marL="1141413" lvl="5" indent="-342900">
              <a:buClr>
                <a:srgbClr val="3B812F"/>
              </a:buClr>
              <a:buSzPct val="100000"/>
              <a:buFont typeface="Wingdings" pitchFamily="2" charset="2"/>
              <a:buNone/>
              <a:defRPr/>
            </a:pPr>
            <a:r>
              <a:rPr lang="zh-CN" altLang="en-US" sz="2800" dirty="0"/>
              <a:t> </a:t>
            </a:r>
            <a:r>
              <a:rPr lang="en-US" altLang="zh-CN" sz="2800" dirty="0"/>
              <a:t>P(</a:t>
            </a:r>
            <a:r>
              <a:rPr lang="en-US" altLang="zh-CN" sz="2800" dirty="0" err="1"/>
              <a:t>mutex</a:t>
            </a:r>
            <a:r>
              <a:rPr lang="en-US" altLang="zh-CN" sz="2800" dirty="0"/>
              <a:t>);</a:t>
            </a:r>
            <a:endParaRPr lang="zh-CN" altLang="en-US" sz="2800" dirty="0"/>
          </a:p>
          <a:p>
            <a:pPr marL="1141413" lvl="5" indent="-342900">
              <a:buClr>
                <a:srgbClr val="3B812F"/>
              </a:buClr>
              <a:buSzPct val="100000"/>
              <a:buFont typeface="Wingdings" pitchFamily="2" charset="2"/>
              <a:buNone/>
              <a:defRPr/>
            </a:pPr>
            <a:r>
              <a:rPr lang="en-US" altLang="zh-CN" sz="2800" dirty="0"/>
              <a:t> </a:t>
            </a:r>
            <a:r>
              <a:rPr lang="en-US" altLang="zh-CN" sz="2800" dirty="0" err="1"/>
              <a:t>getodd</a:t>
            </a:r>
            <a:r>
              <a:rPr lang="en-US" altLang="zh-CN" sz="2800" dirty="0"/>
              <a:t>();</a:t>
            </a:r>
            <a:endParaRPr lang="zh-CN" altLang="en-US" sz="2800" dirty="0"/>
          </a:p>
          <a:p>
            <a:pPr marL="1141413" lvl="5" indent="-342900">
              <a:buClr>
                <a:srgbClr val="3B812F"/>
              </a:buClr>
              <a:buSzPct val="100000"/>
              <a:buFont typeface="Wingdings" pitchFamily="2" charset="2"/>
              <a:buNone/>
              <a:defRPr/>
            </a:pPr>
            <a:r>
              <a:rPr lang="en-US" altLang="zh-CN" sz="2800" dirty="0"/>
              <a:t> </a:t>
            </a:r>
            <a:r>
              <a:rPr lang="en-US" altLang="zh-CN" sz="2800" dirty="0" err="1"/>
              <a:t>countodd</a:t>
            </a:r>
            <a:r>
              <a:rPr lang="en-US" altLang="zh-CN" sz="2800" dirty="0"/>
              <a:t>( );</a:t>
            </a:r>
          </a:p>
          <a:p>
            <a:pPr marL="1141413" lvl="5" indent="-342900">
              <a:buClr>
                <a:srgbClr val="3B812F"/>
              </a:buClr>
              <a:buSzPct val="100000"/>
              <a:buFont typeface="Wingdings" pitchFamily="2" charset="2"/>
              <a:buNone/>
              <a:defRPr/>
            </a:pPr>
            <a:r>
              <a:rPr lang="en-US" altLang="zh-CN" sz="2800" dirty="0"/>
              <a:t> V(</a:t>
            </a:r>
            <a:r>
              <a:rPr lang="en-US" altLang="zh-CN" sz="2800" dirty="0" err="1"/>
              <a:t>mutex</a:t>
            </a:r>
            <a:r>
              <a:rPr lang="en-US" altLang="zh-CN" sz="2800" dirty="0"/>
              <a:t>);</a:t>
            </a:r>
            <a:endParaRPr lang="zh-CN" altLang="en-US" sz="2800" dirty="0"/>
          </a:p>
          <a:p>
            <a:pPr marL="1141413" lvl="5" indent="-342900">
              <a:buClr>
                <a:srgbClr val="3B812F"/>
              </a:buClr>
              <a:buSzPct val="100000"/>
              <a:buFont typeface="Wingdings" pitchFamily="2" charset="2"/>
              <a:buNone/>
              <a:defRPr/>
            </a:pPr>
            <a:r>
              <a:rPr lang="en-US" altLang="zh-CN" sz="2800" dirty="0"/>
              <a:t> V(empty);</a:t>
            </a:r>
            <a:endParaRPr lang="zh-CN" altLang="en-US" sz="2800" dirty="0"/>
          </a:p>
          <a:p>
            <a:pPr marL="342900" lvl="3" indent="-342900">
              <a:buClr>
                <a:srgbClr val="3B812F"/>
              </a:buClr>
              <a:buSzPct val="100000"/>
              <a:buFont typeface="Wingdings" pitchFamily="2" charset="2"/>
              <a:buNone/>
              <a:defRPr/>
            </a:pPr>
            <a:r>
              <a:rPr lang="en-US" altLang="zh-CN" sz="2800" dirty="0"/>
              <a:t>}</a:t>
            </a:r>
          </a:p>
          <a:p>
            <a:pPr marL="342900" lvl="3" indent="-342900">
              <a:buClr>
                <a:srgbClr val="3B812F"/>
              </a:buClr>
              <a:buSzPct val="100000"/>
              <a:buFont typeface="Wingdings" pitchFamily="2" charset="2"/>
              <a:buNone/>
              <a:defRPr/>
            </a:pPr>
            <a:endParaRPr lang="zh-CN" altLang="en-US" sz="28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p:txBody>
          <a:bodyPr/>
          <a:lstStyle/>
          <a:p>
            <a:pPr algn="ctr"/>
            <a:r>
              <a:rPr lang="zh-CN" altLang="en-US"/>
              <a:t>习题</a:t>
            </a:r>
            <a:r>
              <a:rPr lang="en-US" altLang="zh-CN"/>
              <a:t>14</a:t>
            </a:r>
            <a:br>
              <a:rPr lang="zh-CN" altLang="en-US"/>
            </a:br>
            <a:br>
              <a:rPr lang="zh-CN" altLang="en-US"/>
            </a:br>
            <a:br>
              <a:rPr lang="zh-CN" altLang="en-US"/>
            </a:br>
            <a:br>
              <a:rPr lang="zh-CN" altLang="en-US"/>
            </a:br>
            <a:br>
              <a:rPr lang="en-US" altLang="zh-CN"/>
            </a:br>
            <a:br>
              <a:rPr lang="zh-CN" altLang="en-US"/>
            </a:br>
            <a:endParaRPr lang="zh-CN" altLang="en-US"/>
          </a:p>
        </p:txBody>
      </p:sp>
      <p:sp>
        <p:nvSpPr>
          <p:cNvPr id="3" name="内容占位符 2"/>
          <p:cNvSpPr>
            <a:spLocks noGrp="1"/>
          </p:cNvSpPr>
          <p:nvPr>
            <p:ph idx="1"/>
          </p:nvPr>
        </p:nvSpPr>
        <p:spPr/>
        <p:txBody>
          <a:bodyPr/>
          <a:lstStyle/>
          <a:p>
            <a:pPr marL="342900" lvl="3" indent="-342900">
              <a:buClr>
                <a:srgbClr val="3B812F"/>
              </a:buClr>
              <a:buSzPct val="100000"/>
              <a:buFont typeface="Wingdings" pitchFamily="2" charset="2"/>
              <a:buNone/>
              <a:defRPr/>
            </a:pPr>
            <a:r>
              <a:rPr lang="en-US" altLang="zh-CN" sz="2800" dirty="0"/>
              <a:t>C</a:t>
            </a:r>
            <a:r>
              <a:rPr lang="zh-CN" altLang="en-US" sz="2800" dirty="0"/>
              <a:t>：</a:t>
            </a:r>
          </a:p>
          <a:p>
            <a:pPr marL="684213" lvl="4" indent="-342900">
              <a:buClr>
                <a:srgbClr val="3B812F"/>
              </a:buClr>
              <a:buSzPct val="100000"/>
              <a:buFont typeface="Wingdings" pitchFamily="2" charset="2"/>
              <a:buNone/>
              <a:defRPr/>
            </a:pPr>
            <a:r>
              <a:rPr lang="en-US" altLang="zh-CN" sz="2800" dirty="0">
                <a:latin typeface="Times New Roman" pitchFamily="18" charset="0"/>
                <a:cs typeface="Times New Roman" pitchFamily="18" charset="0"/>
              </a:rPr>
              <a:t>{    P(even);</a:t>
            </a:r>
            <a:r>
              <a:rPr lang="zh-CN" altLang="en-US" sz="2800" dirty="0">
                <a:latin typeface="Times New Roman" pitchFamily="18" charset="0"/>
                <a:cs typeface="Times New Roman" pitchFamily="18" charset="0"/>
              </a:rPr>
              <a:t> </a:t>
            </a:r>
          </a:p>
          <a:p>
            <a:pPr marL="1141413" lvl="5" indent="-342900">
              <a:buClr>
                <a:srgbClr val="3B812F"/>
              </a:buClr>
              <a:buSzPct val="100000"/>
              <a:buFont typeface="Wingdings" pitchFamily="2" charset="2"/>
              <a:buNone/>
              <a:defRPr/>
            </a:pPr>
            <a:r>
              <a:rPr lang="zh-CN" altLang="en-US" sz="2800" dirty="0">
                <a:latin typeface="Times New Roman" pitchFamily="18" charset="0"/>
                <a:cs typeface="Times New Roman" pitchFamily="18" charset="0"/>
              </a:rPr>
              <a:t> </a:t>
            </a:r>
            <a:r>
              <a:rPr lang="en-US" altLang="zh-CN" sz="2800" dirty="0">
                <a:latin typeface="Times New Roman" pitchFamily="18" charset="0"/>
                <a:cs typeface="Times New Roman" pitchFamily="18" charset="0"/>
              </a:rPr>
              <a:t>P(</a:t>
            </a:r>
            <a:r>
              <a:rPr lang="en-US" altLang="zh-CN" sz="2800" dirty="0" err="1">
                <a:latin typeface="Times New Roman" pitchFamily="18" charset="0"/>
                <a:cs typeface="Times New Roman" pitchFamily="18" charset="0"/>
              </a:rPr>
              <a:t>mutex</a:t>
            </a:r>
            <a:r>
              <a:rPr lang="en-US" altLang="zh-CN" sz="2800" dirty="0">
                <a:latin typeface="Times New Roman" pitchFamily="18" charset="0"/>
                <a:cs typeface="Times New Roman" pitchFamily="18" charset="0"/>
              </a:rPr>
              <a:t>);</a:t>
            </a:r>
            <a:endParaRPr lang="zh-CN" altLang="en-US" sz="2800" dirty="0">
              <a:latin typeface="Times New Roman" pitchFamily="18" charset="0"/>
              <a:cs typeface="Times New Roman" pitchFamily="18" charset="0"/>
            </a:endParaRPr>
          </a:p>
          <a:p>
            <a:pPr marL="1141413" lvl="5" indent="-342900">
              <a:buClr>
                <a:srgbClr val="3B812F"/>
              </a:buClr>
              <a:buSzPct val="100000"/>
              <a:buFont typeface="Wingdings" pitchFamily="2" charset="2"/>
              <a:buNone/>
              <a:defRPr/>
            </a:pPr>
            <a:r>
              <a:rPr lang="en-US" altLang="zh-CN" sz="2800" dirty="0" err="1">
                <a:latin typeface="Times New Roman" pitchFamily="18" charset="0"/>
                <a:cs typeface="Times New Roman" pitchFamily="18" charset="0"/>
              </a:rPr>
              <a:t>geteven</a:t>
            </a:r>
            <a:r>
              <a:rPr lang="en-US" altLang="zh-CN" sz="2800" dirty="0">
                <a:latin typeface="Times New Roman" pitchFamily="18" charset="0"/>
                <a:cs typeface="Times New Roman" pitchFamily="18" charset="0"/>
              </a:rPr>
              <a:t>();</a:t>
            </a:r>
            <a:endParaRPr lang="zh-CN" altLang="en-US" sz="2800" dirty="0">
              <a:latin typeface="Times New Roman" pitchFamily="18" charset="0"/>
              <a:cs typeface="Times New Roman" pitchFamily="18" charset="0"/>
            </a:endParaRPr>
          </a:p>
          <a:p>
            <a:pPr marL="1141413" lvl="5" indent="-342900">
              <a:buClr>
                <a:srgbClr val="3B812F"/>
              </a:buClr>
              <a:buSzPct val="100000"/>
              <a:buFont typeface="Wingdings" pitchFamily="2" charset="2"/>
              <a:buNone/>
              <a:defRPr/>
            </a:pPr>
            <a:r>
              <a:rPr lang="en-US" altLang="zh-CN" sz="2800" dirty="0" err="1">
                <a:latin typeface="Times New Roman" pitchFamily="18" charset="0"/>
                <a:cs typeface="Times New Roman" pitchFamily="18" charset="0"/>
              </a:rPr>
              <a:t>counteven</a:t>
            </a:r>
            <a:r>
              <a:rPr lang="en-US" altLang="zh-CN" sz="2800" dirty="0">
                <a:latin typeface="Times New Roman" pitchFamily="18" charset="0"/>
                <a:cs typeface="Times New Roman" pitchFamily="18" charset="0"/>
              </a:rPr>
              <a:t> ( );</a:t>
            </a:r>
          </a:p>
          <a:p>
            <a:pPr marL="1141413" lvl="5" indent="-342900">
              <a:buClr>
                <a:srgbClr val="3B812F"/>
              </a:buClr>
              <a:buSzPct val="100000"/>
              <a:buFont typeface="Wingdings" pitchFamily="2" charset="2"/>
              <a:buNone/>
              <a:defRPr/>
            </a:pPr>
            <a:r>
              <a:rPr lang="en-US" altLang="zh-CN" sz="2800" dirty="0">
                <a:latin typeface="Times New Roman" pitchFamily="18" charset="0"/>
                <a:cs typeface="Times New Roman" pitchFamily="18" charset="0"/>
              </a:rPr>
              <a:t>V(</a:t>
            </a:r>
            <a:r>
              <a:rPr lang="en-US" altLang="zh-CN" sz="2800" dirty="0" err="1">
                <a:latin typeface="Times New Roman" pitchFamily="18" charset="0"/>
                <a:cs typeface="Times New Roman" pitchFamily="18" charset="0"/>
              </a:rPr>
              <a:t>mutex</a:t>
            </a:r>
            <a:r>
              <a:rPr lang="en-US" altLang="zh-CN" sz="2800" dirty="0">
                <a:latin typeface="Times New Roman" pitchFamily="18" charset="0"/>
                <a:cs typeface="Times New Roman" pitchFamily="18" charset="0"/>
              </a:rPr>
              <a:t>);</a:t>
            </a:r>
            <a:endParaRPr lang="zh-CN" altLang="en-US" sz="2800" dirty="0">
              <a:latin typeface="Times New Roman" pitchFamily="18" charset="0"/>
              <a:cs typeface="Times New Roman" pitchFamily="18" charset="0"/>
            </a:endParaRPr>
          </a:p>
          <a:p>
            <a:pPr marL="1141413" lvl="5" indent="-342900">
              <a:buClr>
                <a:srgbClr val="3B812F"/>
              </a:buClr>
              <a:buSzPct val="100000"/>
              <a:buFont typeface="Wingdings" pitchFamily="2" charset="2"/>
              <a:buNone/>
              <a:defRPr/>
            </a:pPr>
            <a:r>
              <a:rPr lang="en-US" altLang="zh-CN" sz="2800" dirty="0">
                <a:latin typeface="Times New Roman" pitchFamily="18" charset="0"/>
                <a:cs typeface="Times New Roman" pitchFamily="18" charset="0"/>
              </a:rPr>
              <a:t>V(empty);</a:t>
            </a:r>
            <a:endParaRPr lang="zh-CN" altLang="en-US" sz="2800" dirty="0">
              <a:latin typeface="Times New Roman" pitchFamily="18" charset="0"/>
              <a:cs typeface="Times New Roman" pitchFamily="18" charset="0"/>
            </a:endParaRPr>
          </a:p>
          <a:p>
            <a:pPr marL="342900" lvl="3" indent="-342900">
              <a:buClr>
                <a:srgbClr val="3B812F"/>
              </a:buClr>
              <a:buSzPct val="100000"/>
              <a:buFont typeface="Wingdings" pitchFamily="2" charset="2"/>
              <a:buNone/>
              <a:defRPr/>
            </a:pPr>
            <a:r>
              <a:rPr lang="en-US" altLang="zh-CN" sz="2800" dirty="0"/>
              <a:t>}</a:t>
            </a:r>
          </a:p>
          <a:p>
            <a:pPr marL="342900" lvl="3" indent="-342900">
              <a:buClr>
                <a:srgbClr val="3B812F"/>
              </a:buClr>
              <a:buSzPct val="100000"/>
              <a:buFont typeface="Wingdings" pitchFamily="2" charset="2"/>
              <a:buNone/>
              <a:defRPr/>
            </a:pPr>
            <a:endParaRPr lang="zh-CN" altLang="en-US" sz="280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p:cNvSpPr>
          <p:nvPr>
            <p:ph type="title"/>
          </p:nvPr>
        </p:nvSpPr>
        <p:spPr/>
        <p:txBody>
          <a:bodyPr/>
          <a:lstStyle/>
          <a:p>
            <a:pPr algn="ctr"/>
            <a:r>
              <a:rPr lang="zh-CN" altLang="en-US" dirty="0"/>
              <a:t>习题</a:t>
            </a:r>
            <a:r>
              <a:rPr lang="en-US" altLang="zh-CN" dirty="0"/>
              <a:t>11</a:t>
            </a:r>
            <a:br>
              <a:rPr lang="zh-CN" altLang="en-US" dirty="0"/>
            </a:br>
            <a:br>
              <a:rPr lang="zh-CN" altLang="en-US" dirty="0"/>
            </a:br>
            <a:br>
              <a:rPr lang="zh-CN" altLang="en-US" dirty="0"/>
            </a:br>
            <a:br>
              <a:rPr lang="zh-CN" altLang="en-US" dirty="0"/>
            </a:br>
            <a:br>
              <a:rPr lang="en-US" altLang="zh-CN" dirty="0"/>
            </a:br>
            <a:br>
              <a:rPr lang="zh-CN" altLang="en-US" dirty="0"/>
            </a:br>
            <a:endParaRPr lang="zh-CN" altLang="en-US" dirty="0"/>
          </a:p>
        </p:txBody>
      </p:sp>
      <p:sp>
        <p:nvSpPr>
          <p:cNvPr id="3" name="内容占位符 2"/>
          <p:cNvSpPr>
            <a:spLocks noGrp="1"/>
          </p:cNvSpPr>
          <p:nvPr>
            <p:ph idx="1"/>
          </p:nvPr>
        </p:nvSpPr>
        <p:spPr/>
        <p:txBody>
          <a:bodyPr/>
          <a:lstStyle/>
          <a:p>
            <a:pPr marL="342900" lvl="3" indent="-342900">
              <a:buClr>
                <a:srgbClr val="FF0000"/>
              </a:buClr>
              <a:buSzPct val="100000"/>
              <a:buFont typeface="Wingdings" pitchFamily="2" charset="2"/>
              <a:buNone/>
              <a:defRPr/>
            </a:pPr>
            <a:r>
              <a:rPr lang="zh-CN" altLang="en-US" sz="2800" dirty="0"/>
              <a:t>（</a:t>
            </a:r>
            <a:r>
              <a:rPr lang="en-US" altLang="zh-CN" sz="2800" dirty="0"/>
              <a:t>1</a:t>
            </a:r>
            <a:r>
              <a:rPr lang="zh-CN" altLang="en-US" sz="2800" dirty="0"/>
              <a:t>）由题可得出</a:t>
            </a:r>
            <a:r>
              <a:rPr lang="en-US" altLang="zh-CN" sz="2800" dirty="0"/>
              <a:t>T0</a:t>
            </a:r>
            <a:r>
              <a:rPr lang="zh-CN" altLang="en-US" sz="2800" dirty="0"/>
              <a:t>时刻各进程的资源需求情况：</a:t>
            </a:r>
          </a:p>
          <a:p>
            <a:pPr marL="0" lvl="3" indent="0">
              <a:buClr>
                <a:srgbClr val="FF0000"/>
              </a:buClr>
              <a:buSzPct val="100000"/>
              <a:buFont typeface="Wingdings" pitchFamily="2" charset="2"/>
              <a:buNone/>
              <a:defRPr/>
            </a:pPr>
            <a:r>
              <a:rPr lang="en-US" altLang="zh-CN" sz="2800" dirty="0"/>
              <a:t>P1</a:t>
            </a:r>
            <a:r>
              <a:rPr lang="zh-CN" altLang="en-US" sz="2800" dirty="0"/>
              <a:t>（</a:t>
            </a:r>
            <a:r>
              <a:rPr lang="en-US" altLang="zh-CN" sz="2800" dirty="0"/>
              <a:t>3  4  7</a:t>
            </a:r>
            <a:r>
              <a:rPr lang="zh-CN" altLang="en-US" sz="2800" dirty="0"/>
              <a:t>），</a:t>
            </a:r>
            <a:r>
              <a:rPr lang="en-US" altLang="zh-CN" sz="2800" dirty="0"/>
              <a:t>P2</a:t>
            </a:r>
            <a:r>
              <a:rPr lang="zh-CN" altLang="en-US" sz="2800" dirty="0"/>
              <a:t>（</a:t>
            </a:r>
            <a:r>
              <a:rPr lang="en-US" altLang="zh-CN" sz="2800" dirty="0"/>
              <a:t>1  3  4 </a:t>
            </a:r>
            <a:r>
              <a:rPr lang="zh-CN" altLang="en-US" sz="2800" dirty="0"/>
              <a:t>），</a:t>
            </a:r>
            <a:r>
              <a:rPr lang="en-US" altLang="zh-CN" sz="2800" dirty="0"/>
              <a:t>P3</a:t>
            </a:r>
            <a:r>
              <a:rPr lang="zh-CN" altLang="en-US" sz="2800" dirty="0"/>
              <a:t>（</a:t>
            </a:r>
            <a:r>
              <a:rPr lang="en-US" altLang="zh-CN" sz="2800" dirty="0"/>
              <a:t>0  0  6</a:t>
            </a:r>
            <a:r>
              <a:rPr lang="zh-CN" altLang="en-US" sz="2800" dirty="0"/>
              <a:t>），</a:t>
            </a:r>
            <a:endParaRPr lang="en-US" altLang="zh-CN" sz="2800" dirty="0"/>
          </a:p>
          <a:p>
            <a:pPr marL="0" lvl="3" indent="0">
              <a:buClr>
                <a:srgbClr val="FF0000"/>
              </a:buClr>
              <a:buSzPct val="100000"/>
              <a:buFont typeface="Wingdings" pitchFamily="2" charset="2"/>
              <a:buNone/>
              <a:defRPr/>
            </a:pPr>
            <a:r>
              <a:rPr lang="en-US" altLang="zh-CN" sz="2800" dirty="0"/>
              <a:t>P4</a:t>
            </a:r>
            <a:r>
              <a:rPr lang="zh-CN" altLang="en-US" sz="2800" dirty="0"/>
              <a:t>（</a:t>
            </a:r>
            <a:r>
              <a:rPr lang="en-US" altLang="zh-CN" sz="2800" dirty="0"/>
              <a:t>2  2  1</a:t>
            </a:r>
            <a:r>
              <a:rPr lang="zh-CN" altLang="en-US" sz="2800" dirty="0"/>
              <a:t>），</a:t>
            </a:r>
            <a:r>
              <a:rPr lang="en-US" altLang="zh-CN" sz="2800" dirty="0"/>
              <a:t>P5</a:t>
            </a:r>
            <a:r>
              <a:rPr lang="zh-CN" altLang="en-US" sz="2800" dirty="0"/>
              <a:t>（</a:t>
            </a:r>
            <a:r>
              <a:rPr lang="en-US" altLang="zh-CN" sz="2800" dirty="0"/>
              <a:t>1  1  0</a:t>
            </a:r>
            <a:r>
              <a:rPr lang="zh-CN" altLang="en-US" sz="2800" dirty="0"/>
              <a:t>）</a:t>
            </a:r>
          </a:p>
          <a:p>
            <a:pPr marL="0" lvl="3" indent="0">
              <a:buClr>
                <a:srgbClr val="FF0000"/>
              </a:buClr>
              <a:buSzPct val="100000"/>
              <a:buFont typeface="Wingdings" pitchFamily="2" charset="2"/>
              <a:buNone/>
              <a:defRPr/>
            </a:pPr>
            <a:r>
              <a:rPr lang="zh-CN" altLang="en-US" sz="2800" dirty="0"/>
              <a:t>       剩余资源为（</a:t>
            </a:r>
            <a:r>
              <a:rPr lang="en-US" altLang="zh-CN" sz="2800" dirty="0"/>
              <a:t>2  3  3</a:t>
            </a:r>
            <a:r>
              <a:rPr lang="zh-CN" altLang="en-US" sz="2800" dirty="0"/>
              <a:t>） 由安全性分析后得到一个安全序列｛</a:t>
            </a:r>
            <a:r>
              <a:rPr lang="en-US" altLang="zh-CN" sz="2800" dirty="0"/>
              <a:t>P5</a:t>
            </a:r>
            <a:r>
              <a:rPr lang="zh-CN" altLang="en-US" sz="2800" dirty="0"/>
              <a:t>，</a:t>
            </a:r>
            <a:r>
              <a:rPr lang="en-US" altLang="zh-CN" sz="2800" dirty="0"/>
              <a:t>P4</a:t>
            </a:r>
            <a:r>
              <a:rPr lang="zh-CN" altLang="en-US" sz="2800" dirty="0"/>
              <a:t>，</a:t>
            </a:r>
            <a:r>
              <a:rPr lang="en-US" altLang="zh-CN" sz="2800" dirty="0"/>
              <a:t>P3</a:t>
            </a:r>
            <a:r>
              <a:rPr lang="zh-CN" altLang="en-US" sz="2800" dirty="0"/>
              <a:t>，</a:t>
            </a:r>
            <a:r>
              <a:rPr lang="en-US" altLang="zh-CN" sz="2800" dirty="0"/>
              <a:t>P2</a:t>
            </a:r>
            <a:r>
              <a:rPr lang="zh-CN" altLang="en-US" sz="2800" dirty="0"/>
              <a:t>，</a:t>
            </a:r>
            <a:r>
              <a:rPr lang="en-US" altLang="zh-CN" sz="2800" dirty="0"/>
              <a:t>P1</a:t>
            </a:r>
            <a:r>
              <a:rPr lang="zh-CN" altLang="en-US" sz="2800" dirty="0"/>
              <a:t>｝使得所有进程可执行完毕，故</a:t>
            </a:r>
            <a:r>
              <a:rPr lang="en-US" altLang="zh-CN" sz="2800" dirty="0"/>
              <a:t>T0</a:t>
            </a:r>
            <a:r>
              <a:rPr lang="zh-CN" altLang="en-US" sz="2800" dirty="0"/>
              <a:t>时刻是安全的。（注：安全序列不唯一）；</a:t>
            </a:r>
          </a:p>
          <a:p>
            <a:pPr marL="0" lvl="3" indent="0">
              <a:buClr>
                <a:srgbClr val="FF0000"/>
              </a:buClr>
              <a:buSzPct val="100000"/>
              <a:buFont typeface="Wingdings" pitchFamily="2" charset="2"/>
              <a:buNone/>
              <a:defRPr/>
            </a:pPr>
            <a:r>
              <a:rPr lang="zh-CN" altLang="en-US" sz="2800" dirty="0"/>
              <a:t>（</a:t>
            </a:r>
            <a:r>
              <a:rPr lang="en-US" altLang="zh-CN" sz="2800" dirty="0"/>
              <a:t>2</a:t>
            </a:r>
            <a:r>
              <a:rPr lang="zh-CN" altLang="en-US" sz="2800" dirty="0"/>
              <a:t>）</a:t>
            </a:r>
            <a:r>
              <a:rPr lang="en-US" altLang="zh-CN" sz="2800" dirty="0"/>
              <a:t>P2</a:t>
            </a:r>
            <a:r>
              <a:rPr lang="zh-CN" altLang="en-US" sz="2800" dirty="0"/>
              <a:t>请求资源（</a:t>
            </a:r>
            <a:r>
              <a:rPr lang="en-US" altLang="zh-CN" sz="2800" dirty="0"/>
              <a:t>0  3  4</a:t>
            </a:r>
            <a:r>
              <a:rPr lang="zh-CN" altLang="en-US" sz="2800" dirty="0"/>
              <a:t>）</a:t>
            </a:r>
            <a:r>
              <a:rPr lang="en-US" altLang="zh-CN" sz="2800" dirty="0"/>
              <a:t>&gt;</a:t>
            </a:r>
            <a:r>
              <a:rPr lang="zh-CN" altLang="en-US" sz="2800" dirty="0"/>
              <a:t>剩余资源（</a:t>
            </a:r>
            <a:r>
              <a:rPr lang="en-US" altLang="zh-CN" sz="2800" dirty="0"/>
              <a:t>2  3  3</a:t>
            </a:r>
            <a:r>
              <a:rPr lang="zh-CN" altLang="en-US" sz="2800" dirty="0"/>
              <a:t>），所以不能分配；</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p:cNvSpPr>
          <p:nvPr>
            <p:ph type="title"/>
          </p:nvPr>
        </p:nvSpPr>
        <p:spPr/>
        <p:txBody>
          <a:bodyPr/>
          <a:lstStyle/>
          <a:p>
            <a:pPr algn="ctr"/>
            <a:r>
              <a:rPr lang="zh-CN" altLang="en-US"/>
              <a:t>习题</a:t>
            </a:r>
            <a:r>
              <a:rPr lang="en-US" altLang="zh-CN"/>
              <a:t>18</a:t>
            </a:r>
            <a:br>
              <a:rPr lang="zh-CN" altLang="en-US"/>
            </a:br>
            <a:br>
              <a:rPr lang="zh-CN" altLang="en-US"/>
            </a:br>
            <a:br>
              <a:rPr lang="zh-CN" altLang="en-US"/>
            </a:br>
            <a:br>
              <a:rPr lang="zh-CN" altLang="en-US"/>
            </a:br>
            <a:br>
              <a:rPr lang="en-US" altLang="zh-CN"/>
            </a:br>
            <a:br>
              <a:rPr lang="zh-CN" altLang="en-US"/>
            </a:br>
            <a:endParaRPr lang="zh-CN" altLang="en-US"/>
          </a:p>
        </p:txBody>
      </p:sp>
      <p:sp>
        <p:nvSpPr>
          <p:cNvPr id="3" name="内容占位符 2"/>
          <p:cNvSpPr>
            <a:spLocks noGrp="1"/>
          </p:cNvSpPr>
          <p:nvPr>
            <p:ph idx="1"/>
          </p:nvPr>
        </p:nvSpPr>
        <p:spPr>
          <a:xfrm>
            <a:off x="457200" y="1066800"/>
            <a:ext cx="8382000" cy="5064125"/>
          </a:xfrm>
        </p:spPr>
        <p:txBody>
          <a:bodyPr/>
          <a:lstStyle/>
          <a:p>
            <a:pPr marL="0" lvl="3" indent="0" algn="just">
              <a:buClr>
                <a:srgbClr val="FF0000"/>
              </a:buClr>
              <a:buSzPct val="100000"/>
              <a:buFont typeface="Wingdings" pitchFamily="2" charset="2"/>
              <a:buNone/>
              <a:defRPr/>
            </a:pPr>
            <a:r>
              <a:rPr lang="zh-CN" altLang="en-US" sz="2800" dirty="0">
                <a:latin typeface="Times New Roman" pitchFamily="18" charset="0"/>
                <a:cs typeface="Times New Roman" pitchFamily="18" charset="0"/>
              </a:rPr>
              <a:t>（</a:t>
            </a:r>
            <a:r>
              <a:rPr lang="en-US" altLang="zh-CN" sz="2800" dirty="0">
                <a:latin typeface="Times New Roman" pitchFamily="18" charset="0"/>
                <a:cs typeface="Times New Roman" pitchFamily="18" charset="0"/>
              </a:rPr>
              <a:t>3</a:t>
            </a:r>
            <a:r>
              <a:rPr lang="zh-CN" altLang="en-US" sz="2800" dirty="0">
                <a:latin typeface="Times New Roman" pitchFamily="18" charset="0"/>
                <a:cs typeface="Times New Roman" pitchFamily="18" charset="0"/>
              </a:rPr>
              <a:t>）</a:t>
            </a:r>
            <a:r>
              <a:rPr lang="en-US" altLang="zh-CN" sz="2800" dirty="0">
                <a:latin typeface="Times New Roman" pitchFamily="18" charset="0"/>
                <a:cs typeface="Times New Roman" pitchFamily="18" charset="0"/>
              </a:rPr>
              <a:t>P4</a:t>
            </a:r>
            <a:r>
              <a:rPr lang="zh-CN" altLang="en-US" sz="2800" dirty="0">
                <a:latin typeface="Times New Roman" pitchFamily="18" charset="0"/>
                <a:cs typeface="Times New Roman" pitchFamily="18" charset="0"/>
              </a:rPr>
              <a:t>请求资源（</a:t>
            </a:r>
            <a:r>
              <a:rPr lang="en-US" altLang="zh-CN" sz="2800" dirty="0">
                <a:latin typeface="Times New Roman" pitchFamily="18" charset="0"/>
                <a:cs typeface="Times New Roman" pitchFamily="18" charset="0"/>
              </a:rPr>
              <a:t>2  0  1</a:t>
            </a:r>
            <a:r>
              <a:rPr lang="zh-CN" altLang="en-US" sz="2800" dirty="0">
                <a:latin typeface="Times New Roman" pitchFamily="18" charset="0"/>
                <a:cs typeface="Times New Roman" pitchFamily="18" charset="0"/>
              </a:rPr>
              <a:t>）≤ 剩余资源（</a:t>
            </a:r>
            <a:r>
              <a:rPr lang="en-US" altLang="zh-CN" sz="2800" dirty="0">
                <a:latin typeface="Times New Roman" pitchFamily="18" charset="0"/>
                <a:cs typeface="Times New Roman" pitchFamily="18" charset="0"/>
              </a:rPr>
              <a:t>2  3  3</a:t>
            </a:r>
            <a:r>
              <a:rPr lang="zh-CN" altLang="en-US" sz="2800" dirty="0">
                <a:latin typeface="Times New Roman" pitchFamily="18" charset="0"/>
                <a:cs typeface="Times New Roman" pitchFamily="18" charset="0"/>
              </a:rPr>
              <a:t>）且如果分配后</a:t>
            </a:r>
            <a:r>
              <a:rPr lang="en-US" altLang="zh-CN" sz="2800" dirty="0">
                <a:latin typeface="Times New Roman" pitchFamily="18" charset="0"/>
                <a:cs typeface="Times New Roman" pitchFamily="18" charset="0"/>
              </a:rPr>
              <a:t>P4</a:t>
            </a:r>
            <a:r>
              <a:rPr lang="zh-CN" altLang="en-US" sz="2800" dirty="0">
                <a:latin typeface="Times New Roman" pitchFamily="18" charset="0"/>
                <a:cs typeface="Times New Roman" pitchFamily="18" charset="0"/>
              </a:rPr>
              <a:t>的需求为（</a:t>
            </a:r>
            <a:r>
              <a:rPr lang="en-US" altLang="zh-CN" sz="2800" dirty="0">
                <a:latin typeface="Times New Roman" pitchFamily="18" charset="0"/>
                <a:cs typeface="Times New Roman" pitchFamily="18" charset="0"/>
              </a:rPr>
              <a:t>0  2  0</a:t>
            </a:r>
            <a:r>
              <a:rPr lang="zh-CN" altLang="en-US" sz="2800" dirty="0">
                <a:latin typeface="Times New Roman" pitchFamily="18" charset="0"/>
                <a:cs typeface="Times New Roman" pitchFamily="18" charset="0"/>
              </a:rPr>
              <a:t>），剩余资源（</a:t>
            </a:r>
            <a:r>
              <a:rPr lang="en-US" altLang="zh-CN" sz="2800" dirty="0">
                <a:latin typeface="Times New Roman" pitchFamily="18" charset="0"/>
                <a:cs typeface="Times New Roman" pitchFamily="18" charset="0"/>
              </a:rPr>
              <a:t>0  3  2</a:t>
            </a:r>
            <a:r>
              <a:rPr lang="zh-CN" altLang="en-US" sz="2800" dirty="0">
                <a:latin typeface="Times New Roman" pitchFamily="18" charset="0"/>
                <a:cs typeface="Times New Roman" pitchFamily="18" charset="0"/>
              </a:rPr>
              <a:t>）。</a:t>
            </a:r>
          </a:p>
          <a:p>
            <a:pPr marL="0" lvl="3" indent="0" algn="just">
              <a:buClr>
                <a:srgbClr val="FF0000"/>
              </a:buClr>
              <a:buSzPct val="100000"/>
              <a:buFont typeface="Wingdings" pitchFamily="2" charset="2"/>
              <a:buNone/>
              <a:defRPr/>
            </a:pPr>
            <a:r>
              <a:rPr lang="zh-CN" altLang="en-US" sz="2800" dirty="0"/>
              <a:t>       经安全性分析后存在一个安全序列｛</a:t>
            </a:r>
            <a:r>
              <a:rPr lang="en-US" altLang="zh-CN" sz="2800" dirty="0"/>
              <a:t>P4</a:t>
            </a:r>
            <a:r>
              <a:rPr lang="zh-CN" altLang="en-US" sz="2800" dirty="0"/>
              <a:t>，</a:t>
            </a:r>
            <a:r>
              <a:rPr lang="en-US" altLang="zh-CN" sz="2800" dirty="0"/>
              <a:t>P5</a:t>
            </a:r>
            <a:r>
              <a:rPr lang="zh-CN" altLang="en-US" sz="2800" dirty="0"/>
              <a:t>，</a:t>
            </a:r>
            <a:r>
              <a:rPr lang="en-US" altLang="zh-CN" sz="2800" dirty="0"/>
              <a:t>P3</a:t>
            </a:r>
            <a:r>
              <a:rPr lang="zh-CN" altLang="en-US" sz="2800" dirty="0"/>
              <a:t>，</a:t>
            </a:r>
            <a:r>
              <a:rPr lang="en-US" altLang="zh-CN" sz="2800" dirty="0"/>
              <a:t>P2</a:t>
            </a:r>
            <a:r>
              <a:rPr lang="zh-CN" altLang="en-US" sz="2800" dirty="0"/>
              <a:t>，</a:t>
            </a:r>
            <a:r>
              <a:rPr lang="en-US" altLang="zh-CN" sz="2800" dirty="0"/>
              <a:t>P1</a:t>
            </a:r>
            <a:r>
              <a:rPr lang="zh-CN" altLang="en-US" sz="2800" dirty="0"/>
              <a:t>｝使得所有进程可执行完毕，故该状态是安全的，所以在</a:t>
            </a:r>
            <a:r>
              <a:rPr lang="en-US" altLang="zh-CN" sz="2800" dirty="0"/>
              <a:t>T0</a:t>
            </a:r>
            <a:r>
              <a:rPr lang="zh-CN" altLang="en-US" sz="2800" dirty="0"/>
              <a:t>时刻可以将资源分配给</a:t>
            </a:r>
            <a:r>
              <a:rPr lang="en-US" altLang="zh-CN" sz="2800" dirty="0"/>
              <a:t>P4</a:t>
            </a:r>
            <a:r>
              <a:rPr lang="zh-CN" altLang="en-US" sz="2800" dirty="0"/>
              <a:t>，满足该进程的资源请求。（注：安全序列不唯一）</a:t>
            </a:r>
          </a:p>
          <a:p>
            <a:pPr marL="342900" lvl="3" indent="-342900">
              <a:buClr>
                <a:srgbClr val="FF0000"/>
              </a:buClr>
              <a:buSzPct val="100000"/>
              <a:buFont typeface="Wingdings" pitchFamily="2" charset="2"/>
              <a:buNone/>
              <a:defRPr/>
            </a:pP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7406</TotalTime>
  <Words>1441</Words>
  <Application>Microsoft Office PowerPoint</Application>
  <PresentationFormat>全屏显示(4:3)</PresentationFormat>
  <Paragraphs>137</Paragraphs>
  <Slides>18</Slides>
  <Notes>10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18</vt:i4>
      </vt:variant>
    </vt:vector>
  </HeadingPairs>
  <TitlesOfParts>
    <vt:vector size="29" baseType="lpstr">
      <vt:lpstr>黑体</vt:lpstr>
      <vt:lpstr>华文中宋</vt:lpstr>
      <vt:lpstr>宋体</vt:lpstr>
      <vt:lpstr>Arial</vt:lpstr>
      <vt:lpstr>Calibri</vt:lpstr>
      <vt:lpstr>Comic Sans MS</vt:lpstr>
      <vt:lpstr>Garamond</vt:lpstr>
      <vt:lpstr>Times New Roman</vt:lpstr>
      <vt:lpstr>Wingdings</vt:lpstr>
      <vt:lpstr>Edge</vt:lpstr>
      <vt:lpstr>Orbit</vt:lpstr>
      <vt:lpstr>第三章 习题5      </vt:lpstr>
      <vt:lpstr>第三章 习题11      </vt:lpstr>
      <vt:lpstr>第三章 习题11      </vt:lpstr>
      <vt:lpstr>习题6  读者——写者问题 </vt:lpstr>
      <vt:lpstr>读者—写者问题是共享数据对象关系的一种抽象 </vt:lpstr>
      <vt:lpstr>问题分析： </vt:lpstr>
      <vt:lpstr>习题12      </vt:lpstr>
      <vt:lpstr>习题12      </vt:lpstr>
      <vt:lpstr>分析：</vt:lpstr>
      <vt:lpstr>习题7</vt:lpstr>
      <vt:lpstr>习题13      </vt:lpstr>
      <vt:lpstr>习题13      </vt:lpstr>
      <vt:lpstr>习题8     </vt:lpstr>
      <vt:lpstr>习题14      </vt:lpstr>
      <vt:lpstr>习题14      </vt:lpstr>
      <vt:lpstr>习题14      </vt:lpstr>
      <vt:lpstr>习题11      </vt:lpstr>
      <vt:lpstr>习题18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caof</dc:creator>
  <cp:lastModifiedBy>zhangxia@sxu.edu.cn</cp:lastModifiedBy>
  <cp:revision>813</cp:revision>
  <cp:lastPrinted>1601-01-01T00:00:00Z</cp:lastPrinted>
  <dcterms:created xsi:type="dcterms:W3CDTF">1601-01-01T00:00:00Z</dcterms:created>
  <dcterms:modified xsi:type="dcterms:W3CDTF">2025-11-20T02:09:07Z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