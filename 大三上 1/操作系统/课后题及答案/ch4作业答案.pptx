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6"/>
  </p:notesMasterIdLst>
  <p:handoutMasterIdLst>
    <p:handoutMasterId r:id="rId7"/>
  </p:handoutMasterIdLst>
  <p:sldIdLst>
    <p:sldId id="398" r:id="rId2"/>
    <p:sldId id="420" r:id="rId3"/>
    <p:sldId id="418" r:id="rId4"/>
    <p:sldId id="419" r:id="rId5"/>
  </p:sldIdLst>
  <p:sldSz cx="9144000" cy="6858000" type="screen4x3"/>
  <p:notesSz cx="6735763" cy="98663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27" autoAdjust="0"/>
  </p:normalViewPr>
  <p:slideViewPr>
    <p:cSldViewPr>
      <p:cViewPr varScale="1">
        <p:scale>
          <a:sx n="64" d="100"/>
          <a:sy n="64" d="100"/>
        </p:scale>
        <p:origin x="10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F240C14-95FE-4199-97B1-81C669C9785D}" type="datetimeFigureOut">
              <a:rPr lang="zh-CN" altLang="en-US"/>
              <a:pPr>
                <a:defRPr/>
              </a:pPr>
              <a:t>2025/11/20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68982DB-B91B-46B3-ADDD-98FAF0EE1E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793F0FF-54A2-4233-A98C-5D4C1B5D190D}" type="datetimeFigureOut">
              <a:rPr lang="zh-CN" altLang="en-US"/>
              <a:pPr>
                <a:defRPr/>
              </a:pPr>
              <a:t>2025/11/20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3E40764E-F0AE-4586-A529-BC12D77BBF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847697D-E04C-43C6-B01A-5F344D1AD4A6}" type="slidenum">
              <a:rPr lang="zh-CN" altLang="en-US" smtClean="0">
                <a:ea typeface="宋体" charset="-122"/>
              </a:rPr>
              <a:pPr/>
              <a:t>1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9509A-AAC0-490E-9712-36C4EB08C0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64125"/>
          </a:xfrm>
        </p:spPr>
        <p:txBody>
          <a:bodyPr/>
          <a:lstStyle>
            <a:lvl1pPr>
              <a:defRPr>
                <a:latin typeface="华文中宋" pitchFamily="2" charset="-122"/>
                <a:ea typeface="华文中宋" pitchFamily="2" charset="-122"/>
              </a:defRPr>
            </a:lvl1pPr>
            <a:lvl2pPr>
              <a:defRPr>
                <a:latin typeface="华文中宋" pitchFamily="2" charset="-122"/>
                <a:ea typeface="华文中宋" pitchFamily="2" charset="-122"/>
              </a:defRPr>
            </a:lvl2pPr>
            <a:lvl3pPr>
              <a:defRPr>
                <a:latin typeface="华文中宋" pitchFamily="2" charset="-122"/>
                <a:ea typeface="华文中宋" pitchFamily="2" charset="-122"/>
              </a:defRPr>
            </a:lvl3pPr>
            <a:lvl4pPr>
              <a:defRPr>
                <a:latin typeface="华文中宋" pitchFamily="2" charset="-122"/>
                <a:ea typeface="华文中宋" pitchFamily="2" charset="-122"/>
              </a:defRPr>
            </a:lvl4pPr>
            <a:lvl5pPr>
              <a:defRPr>
                <a:latin typeface="华文中宋" pitchFamily="2" charset="-122"/>
                <a:ea typeface="华文中宋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B36E6-27C4-4A1F-9638-09772EDCB2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171912-2F34-4734-AFF4-304C773FD8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7D44B-D155-41A9-ADB1-A65F7FE364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51567-410E-4D26-9F10-36DE3DC164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F88509-3579-4375-BB0F-AD2BFE37C6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B3066-263E-4921-A21E-F64BDD547E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E90DE-8FC2-474F-AA45-97F2B89A33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CB53E-D69C-4858-A76D-7F0A1ADB10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E9CE3-57EA-4ECD-86C0-9CD6E6DDF9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A11EA-4248-46DD-9FD6-5F95F53691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BC363-3C79-4772-9A67-9B55FE3524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BF403-984D-4BFE-ACC2-152776DABC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fld id="{7A57FD99-F054-4A5E-8B34-C548C35A4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970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4" r:id="rId2"/>
    <p:sldLayoutId id="2147483683" r:id="rId3"/>
    <p:sldLayoutId id="2147483682" r:id="rId4"/>
    <p:sldLayoutId id="2147483681" r:id="rId5"/>
    <p:sldLayoutId id="2147483680" r:id="rId6"/>
    <p:sldLayoutId id="2147483679" r:id="rId7"/>
    <p:sldLayoutId id="2147483678" r:id="rId8"/>
    <p:sldLayoutId id="2147483677" r:id="rId9"/>
    <p:sldLayoutId id="2147483676" r:id="rId10"/>
    <p:sldLayoutId id="2147483675" r:id="rId11"/>
    <p:sldLayoutId id="2147483674" r:id="rId12"/>
    <p:sldLayoutId id="2147483673" r:id="rId13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华文中宋" pitchFamily="2" charset="-122"/>
          <a:ea typeface="华文中宋" pitchFamily="2" charset="-122"/>
          <a:cs typeface="华文中宋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华文中宋" pitchFamily="2" charset="-122"/>
          <a:ea typeface="华文中宋" pitchFamily="2" charset="-122"/>
          <a:cs typeface="华文中宋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华文中宋" pitchFamily="2" charset="-122"/>
          <a:ea typeface="华文中宋" pitchFamily="2" charset="-122"/>
          <a:cs typeface="华文中宋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华文中宋" pitchFamily="2" charset="-122"/>
          <a:ea typeface="华文中宋" pitchFamily="2" charset="-122"/>
          <a:cs typeface="华文中宋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华文中宋" pitchFamily="2" charset="-122"/>
          <a:ea typeface="华文中宋" pitchFamily="2" charset="-122"/>
          <a:cs typeface="华文中宋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第四章 习题</a:t>
            </a:r>
            <a:r>
              <a:rPr lang="en-US" altLang="zh-CN" dirty="0"/>
              <a:t>5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br>
              <a:rPr lang="en-US" altLang="zh-CN" dirty="0"/>
            </a:b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6300" y="5724525"/>
            <a:ext cx="14478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1A0F1F6D-8D86-1E4C-63F7-DE5EDFBCF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36" y="1371600"/>
            <a:ext cx="8229600" cy="270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DCE74-99F4-8574-EC86-4DB5C12B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1" name="Picture 4">
            <a:extLst>
              <a:ext uri="{FF2B5EF4-FFF2-40B4-BE49-F238E27FC236}">
                <a16:creationId xmlns:a16="http://schemas.microsoft.com/office/drawing/2014/main" id="{55A96C1D-9DBC-2BC3-DD3C-BAC420EA3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29519"/>
            <a:ext cx="6248400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2" name="Picture 5">
            <a:extLst>
              <a:ext uri="{FF2B5EF4-FFF2-40B4-BE49-F238E27FC236}">
                <a16:creationId xmlns:a16="http://schemas.microsoft.com/office/drawing/2014/main" id="{28F8D8B3-4C46-8645-634D-05C67B6AA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45581"/>
            <a:ext cx="6096000" cy="2817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1972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544CE-ECB5-4056-BC3E-21EFE899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习题</a:t>
            </a:r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B5406AC5-9336-4FD5-A19D-A86561C23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6" t="20335" r="26951" b="24851"/>
          <a:stretch/>
        </p:blipFill>
        <p:spPr>
          <a:xfrm rot="16200000">
            <a:off x="1939926" y="-422276"/>
            <a:ext cx="5257799" cy="7931149"/>
          </a:xfrm>
        </p:spPr>
      </p:pic>
    </p:spTree>
    <p:extLst>
      <p:ext uri="{BB962C8B-B14F-4D97-AF65-F5344CB8AC3E}">
        <p14:creationId xmlns:p14="http://schemas.microsoft.com/office/powerpoint/2010/main" val="27912777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F47BE-8C9C-A71B-0B4F-96C9606B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953B7-D038-B617-D2A2-AA17BBC34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algn="just"/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）由于采用了静态优先数，当就绪队列中总有优先数较小的进程时，优先数较大的进程一直没有机会运行，因而会出现饥饿现象。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）优先数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priority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的计算公式为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priority=nice+k1×cpuTime-k2×waiTime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，其中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k1&gt;0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k2&gt;0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，用于分别调整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cpuTime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waitTime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zh-CN" altLang="zh-C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宋体" panose="02010600030101010101" pitchFamily="2" charset="-122"/>
              </a:rPr>
              <a:t>priority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中所占的比例。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waitTime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可使长时间等待的进程优先数减少，从而避免出现饥饿现象。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8616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7411</TotalTime>
  <Words>112</Words>
  <Application>Microsoft Office PowerPoint</Application>
  <PresentationFormat>全屏显示(4:3)</PresentationFormat>
  <Paragraphs>6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华文中宋</vt:lpstr>
      <vt:lpstr>宋体</vt:lpstr>
      <vt:lpstr>Arial</vt:lpstr>
      <vt:lpstr>Calibri</vt:lpstr>
      <vt:lpstr>Garamond</vt:lpstr>
      <vt:lpstr>Times New Roman</vt:lpstr>
      <vt:lpstr>Wingdings</vt:lpstr>
      <vt:lpstr>Edge</vt:lpstr>
      <vt:lpstr>第四章 习题5      </vt:lpstr>
      <vt:lpstr>PowerPoint 演示文稿</vt:lpstr>
      <vt:lpstr>第四章 习题6</vt:lpstr>
      <vt:lpstr>第四章 习题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caof</dc:creator>
  <cp:lastModifiedBy>zhangxia@sxu.edu.cn</cp:lastModifiedBy>
  <cp:revision>815</cp:revision>
  <cp:lastPrinted>1601-01-01T00:00:00Z</cp:lastPrinted>
  <dcterms:created xsi:type="dcterms:W3CDTF">1601-01-01T00:00:00Z</dcterms:created>
  <dcterms:modified xsi:type="dcterms:W3CDTF">2025-11-20T02:12:31Z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