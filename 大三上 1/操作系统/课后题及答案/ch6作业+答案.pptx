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5" r:id="rId7"/>
    <p:sldId id="261" r:id="rId8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77A35-C072-4F31-9CB3-2CC7E6C96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08599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32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32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1.tmp"/><Relationship Id="rId5" Type="http://schemas.openxmlformats.org/officeDocument/2006/relationships/tags" Target="../tags/tag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1.tmp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1.tmp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image" Target="../media/image1.tmp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3" Type="http://schemas.openxmlformats.org/officeDocument/2006/relationships/tags" Target="../tags/tag48.xml"/><Relationship Id="rId21" Type="http://schemas.openxmlformats.org/officeDocument/2006/relationships/tags" Target="../tags/tag66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0" Type="http://schemas.openxmlformats.org/officeDocument/2006/relationships/tags" Target="../tags/tag65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23" Type="http://schemas.openxmlformats.org/officeDocument/2006/relationships/image" Target="../media/image1.tmp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3" Type="http://schemas.openxmlformats.org/officeDocument/2006/relationships/tags" Target="../tags/tag69.xml"/><Relationship Id="rId21" Type="http://schemas.openxmlformats.org/officeDocument/2006/relationships/tags" Target="../tags/tag87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tags" Target="../tags/tag83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20" Type="http://schemas.openxmlformats.org/officeDocument/2006/relationships/tags" Target="../tags/tag86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23" Type="http://schemas.openxmlformats.org/officeDocument/2006/relationships/image" Target="../media/image1.tmp"/><Relationship Id="rId10" Type="http://schemas.openxmlformats.org/officeDocument/2006/relationships/tags" Target="../tags/tag76.xml"/><Relationship Id="rId19" Type="http://schemas.openxmlformats.org/officeDocument/2006/relationships/tags" Target="../tags/tag85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Relationship Id="rId2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21A50-C7C4-4D91-953F-B22F77E5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BA0345-F104-40F7-9095-6238DFCEBB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33D7E5-3CD8-4F65-9CFF-9CBF7F1DDF83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208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3EB59A3-3D1E-4A2A-BEDC-C0E5CE631A8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	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设备管理的功能是什么？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407FB1-3FC6-4088-BC86-12BD39C4836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A9F2BE2-DA92-48DF-B1C3-9F3D0B35F7B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E8333223-B660-4FB0-90E7-58707A13B20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21C743EE-E0B0-4626-98CB-46C623C1D4D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AAD0EA08-2614-45FF-B8A0-4E7AD2DA34B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6A3F6F1C-49CB-4BDD-8B9C-768FF59E7DF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0F9F32B-091E-4C4A-94F7-6F22043D09C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997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2719D4-9557-47BC-B483-42BCB85C57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	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数据传输控制方式有哪几种？试比较它们各自的优缺点？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B909E9-50B6-4C9E-80F0-3128AA76F1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1494AC5-D744-4C8A-B440-176FB14B0A6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80CD9B9E-64E4-440A-BF92-25617EA765D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B87817AA-AF35-4934-AA58-D5DB36C5E04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A005ACDB-23CF-4BEF-B163-33A864D4128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B60E3831-3F18-469A-8EE6-CCA1CC42A39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3858676-5CFA-44EA-B1AD-22F56BDF55A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9441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66723D5-EF88-4B3A-A2E6-87F6D2D94E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	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什么是缓冲技术？为什么要引入缓冲？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893C93-59F4-4F2A-B061-A79B1A8989C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2783043-8A26-4173-B430-924EB737772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AA93095D-4A7F-4963-947F-B60C16A494D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2744FDEB-1614-4AC1-8E48-135E1DA5987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6B59E9FA-33DC-4D36-A991-4DBA6F21BBD3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2498EE0E-3215-4FC8-93AC-2D7614AF077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240CD5B-A67B-4C80-8BC4-B7947C7D8EE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841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CCEC5C4-19D5-429B-BB01-A9F0D2DBF76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71169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algn="just">
              <a:tabLst>
                <a:tab pos="266700" algn="l"/>
              </a:tabLst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假设计算机系统采用循环扫描磁盘调度策略，使用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2KB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的内存空间记录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16384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个磁盘块的空闲状态。</a:t>
            </a:r>
          </a:p>
          <a:p>
            <a:pPr indent="266700" algn="just"/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）请说明在上述条件下如何进行磁盘块空闲状态的管理。</a:t>
            </a:r>
          </a:p>
          <a:p>
            <a:pPr marL="333375" indent="-66675" algn="just"/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）设某单面磁盘的旋转速度为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6000r/min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，每个磁道有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个扇区，相邻磁道间的平均移动时间为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1ms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。若在某时刻，磁头位于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号磁道处，并沿着磁道号增大的方向移动，磁道号请求队列为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90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120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，对请求队列中的每个磁道需读取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个随机分布的扇区，则读完这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个扇区点共需要多少时间？</a:t>
            </a:r>
          </a:p>
          <a:p>
            <a:pPr marL="333375" indent="-66675" algn="just"/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）如果将磁盘替换为随机访问的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Flash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半导体存储器（如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盘、固态硬盘等），是否有比循环扫描更高效的磁盘调度策略？并说明理由。</a:t>
            </a: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B1E4D2-E9A7-4036-8349-12DA45B7DA5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EE1DAC-98B8-28B6-A322-FCB9611E48C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D0B56D-5DCE-958C-6488-04100FE410C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505752"/>
            <a:ext cx="4942840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7EC3F0-830A-546C-2C5E-DAB4EA2ABD1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7786747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Courier New" panose="02070309020205020404"/>
                <a:ea typeface="微软雅黑" panose="020B0503020204020204" charset="-122"/>
                <a:cs typeface="Courier New" panose="02070309020205020404"/>
              </a:rPr>
              <a:t>解答：</a:t>
            </a:r>
            <a:endParaRPr lang="zh-CN" altLang="en-US" sz="2000" b="1" dirty="0">
              <a:solidFill>
                <a:srgbClr val="000000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(1) 2KB=2*1024*8bit=16384bit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可用位示图进行磁盘空闲状态的管理，每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1bit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表示一个磁盘块是否空闲。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(2)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采用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C-SCAN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调度算法，访问磁道的顺序和移动的磁道数如下：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访问磁道的顺序  移动的磁道数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120           20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30            90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50            20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90            40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移动的磁道数为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20+90+20+40=170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，总移动磁道时间为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170*1ms=170ms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由于转速为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6000r/min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，则平均旋转延迟为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5ms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个的延迟时间为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20ms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每分钟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6000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转，转一圈的时间为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0.01s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，共有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100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个扇区，则通过一个扇区的时间为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0.0001s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，即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0.1ms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，读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个，共需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0.4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所以，读完这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个扇区点共需要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170ms + 20+0.4ms = 190.4ms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。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(3)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采用先来先服务调度策略更高效，应为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flash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半导体存储器的物理结构不需要考虑寻道时间和旋转延迟，可直接按照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I/O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请求的先后顺序服务。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7C0089-F6B0-46F6-8359-E4E1F4543B7F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FFDA8F50-A2D0-4A79-A8F6-2F94B0F2B08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A89A735B-7084-4078-906B-32CC98AA69E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7F8B68BD-63B0-4FC3-A984-7061A0C4FB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3CF904EA-6180-48C1-8D9F-0500663BCF1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A545779-602D-0C79-30BE-21E6FC9FEE26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1" name="RemarkBack">
              <a:extLst>
                <a:ext uri="{FF2B5EF4-FFF2-40B4-BE49-F238E27FC236}">
                  <a16:creationId xmlns:a16="http://schemas.microsoft.com/office/drawing/2014/main" id="{3D404B60-67E9-47C0-BC58-7EC0C3B9322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Block">
              <a:extLst>
                <a:ext uri="{FF2B5EF4-FFF2-40B4-BE49-F238E27FC236}">
                  <a16:creationId xmlns:a16="http://schemas.microsoft.com/office/drawing/2014/main" id="{5A8F51F1-6C2D-6F5C-194E-F64E23FA012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TitleText">
              <a:extLst>
                <a:ext uri="{FF2B5EF4-FFF2-40B4-BE49-F238E27FC236}">
                  <a16:creationId xmlns:a16="http://schemas.microsoft.com/office/drawing/2014/main" id="{752F1848-FE4E-BFBA-6A12-EEA19EBDBA3A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14E478C-184E-4A8D-ABE5-B492F585A36D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024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60400" y="2724785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某磁盘有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个磁道，磁头从一个磁道移至相邻磁道需要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6ms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，文件在磁盘上非连续存放，逻辑上相邻数据块的平均距离为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磁道，每块的旋转延迟时间及传输时间分别为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100ms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25ms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，问读取一个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块的文件需要多少时间？若系统对磁盘进行了整理，让同一文件的磁盘块尽可能靠拢，从而使逻辑上相邻数据块的平均距离降为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磁道，此时读取一个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块的文件需要多少时间？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6184900" y="8566785"/>
            <a:ext cx="4942840" cy="275590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31692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磁盘整理前，逻辑上相邻数据块的平均距离为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磁道，读取一块数据需要的时间为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13*6+100+25=203ms</a:t>
            </a: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因此，读取一个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块的文件需要时间为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203*100=20300ms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磁盘整理后，逻辑上相邻的数据块的平均距离为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磁道，读取一块数据需要的时间为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2*6+100+25=137ms</a:t>
            </a: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因此，读取一个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块的文件需要的时间为：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137*100=13700ms</a:t>
            </a:r>
          </a:p>
        </p:txBody>
      </p: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9620" y="0"/>
            <a:chExt cx="8024" cy="1020"/>
          </a:xfrm>
        </p:grpSpPr>
        <p:sp>
          <p:nvSpPr>
            <p:cNvPr id="10" name="RemarkBack"/>
            <p:cNvSpPr/>
            <p:nvPr>
              <p:custDataLst>
                <p:tags r:id="rId19"/>
              </p:custDataLst>
            </p:nvPr>
          </p:nvSpPr>
          <p:spPr>
            <a:xfrm>
              <a:off x="9620" y="20"/>
              <a:ext cx="8024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RemarkBlock"/>
            <p:cNvSpPr/>
            <p:nvPr>
              <p:custDataLst>
                <p:tags r:id="rId20"/>
              </p:custDataLst>
            </p:nvPr>
          </p:nvSpPr>
          <p:spPr>
            <a:xfrm>
              <a:off x="96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TitleText"/>
            <p:cNvSpPr txBox="1"/>
            <p:nvPr>
              <p:custDataLst>
                <p:tags r:id="rId21"/>
              </p:custDataLst>
            </p:nvPr>
          </p:nvSpPr>
          <p:spPr>
            <a:xfrm>
              <a:off x="100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F890DAEE-E67F-77EA-CE37-E61B3EDE7EE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RemarkBack">
            <a:extLst>
              <a:ext uri="{FF2B5EF4-FFF2-40B4-BE49-F238E27FC236}">
                <a16:creationId xmlns:a16="http://schemas.microsoft.com/office/drawing/2014/main" id="{15BBEBF9-1DFB-F3B5-BC9E-8AC9CC14CAC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0328EE41-5770-423F-AC63-0A634698D5B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markTitleText">
            <a:extLst>
              <a:ext uri="{FF2B5EF4-FFF2-40B4-BE49-F238E27FC236}">
                <a16:creationId xmlns:a16="http://schemas.microsoft.com/office/drawing/2014/main" id="{3E1CD468-1CE5-9E48-23A8-77CFA8E4BAE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E7F44F-32B6-92CF-0E82-10102417F54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184900" y="8505752"/>
            <a:ext cx="4942840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45D73A-D610-5325-2090-5506223FFA6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50000" y="1270000"/>
            <a:ext cx="4612640" cy="3170099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磁盘整理前，逻辑上相邻数据块的平均距离为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磁道，读取一块数据需要的时间为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13*6+100+25=203ms</a:t>
            </a:r>
          </a:p>
          <a:p>
            <a:pPr lvl="0" algn="l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因此，读取一个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块的文件需要时间为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203*100=20300ms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lvl="0" algn="l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磁盘整理后，逻辑上相邻的数据块的平均距离为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磁道，读取一块数据需要的时间为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2*6+100+25=137ms</a:t>
            </a:r>
          </a:p>
          <a:p>
            <a:pPr lvl="0" algn="l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因此，读取一个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块的文件需要的时间为：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137*100=13700ms</a:t>
            </a:r>
          </a:p>
        </p:txBody>
      </p:sp>
      <p:grpSp>
        <p:nvGrpSpPr>
          <p:cNvPr id="8" name="组合 7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4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20分</a:t>
              </a:r>
            </a:p>
          </p:txBody>
        </p:sp>
      </p:grpSp>
      <p:pic>
        <p:nvPicPr>
          <p:cNvPr id="2" name="图片 1" descr="tmpF0A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 hidden="1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572000" cy="477824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假定一个盘组共有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个柱面，每个柱面上有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个磁道，每个磁道分为四个扇区。</a:t>
            </a:r>
          </a:p>
          <a:p>
            <a:pPr lvl="0" algn="l"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）整个磁盘空间共有多少个存储块。</a:t>
            </a:r>
          </a:p>
          <a:p>
            <a:pPr lvl="0" algn="l"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）若用字长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位的单元来构造位示图，共需要多少个字？</a:t>
            </a:r>
          </a:p>
          <a:p>
            <a:pPr lvl="0" algn="l"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）位示图中第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个字的第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位对应的块号是多少？</a:t>
            </a:r>
          </a:p>
        </p:txBody>
      </p:sp>
      <p:sp>
        <p:nvSpPr>
          <p:cNvPr id="15" name="文本框 14" hidden="1"/>
          <p:cNvSpPr txBox="1"/>
          <p:nvPr>
            <p:custDataLst>
              <p:tags r:id="rId4"/>
            </p:custDataLst>
          </p:nvPr>
        </p:nvSpPr>
        <p:spPr>
          <a:xfrm>
            <a:off x="6184900" y="8566785"/>
            <a:ext cx="4942840" cy="275590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6" name="文本框 15" hidden="1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255333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）整个磁盘空间的存储块数目为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4*16*1000=6400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个。</a:t>
            </a:r>
          </a:p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）位示图应为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6400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个位，如果字长为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位的单元来构造位示图，那么需要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6400/32=200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个字。</a:t>
            </a:r>
          </a:p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）位示图中的第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个字的第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位（即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i8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j=16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）对应的块号为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32*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18-1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+16=560.</a:t>
            </a:r>
          </a:p>
        </p:txBody>
      </p:sp>
      <p:grpSp>
        <p:nvGrpSpPr>
          <p:cNvPr id="14" name="组合 13" hidden="1"/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9620" y="0"/>
            <a:chExt cx="8024" cy="1020"/>
          </a:xfrm>
        </p:grpSpPr>
        <p:sp>
          <p:nvSpPr>
            <p:cNvPr id="11" name="RemarkBack" hidden="1"/>
            <p:cNvSpPr/>
            <p:nvPr>
              <p:custDataLst>
                <p:tags r:id="rId19"/>
              </p:custDataLst>
            </p:nvPr>
          </p:nvSpPr>
          <p:spPr>
            <a:xfrm>
              <a:off x="9620" y="20"/>
              <a:ext cx="8024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Block" hidden="1"/>
            <p:cNvSpPr/>
            <p:nvPr>
              <p:custDataLst>
                <p:tags r:id="rId20"/>
              </p:custDataLst>
            </p:nvPr>
          </p:nvSpPr>
          <p:spPr>
            <a:xfrm>
              <a:off x="96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TitleText" hidden="1"/>
            <p:cNvSpPr txBox="1"/>
            <p:nvPr>
              <p:custDataLst>
                <p:tags r:id="rId21"/>
              </p:custDataLst>
            </p:nvPr>
          </p:nvSpPr>
          <p:spPr>
            <a:xfrm>
              <a:off x="100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622C3D1-EE69-199E-272D-EDB54BB0C8A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RemarkBack">
            <a:extLst>
              <a:ext uri="{FF2B5EF4-FFF2-40B4-BE49-F238E27FC236}">
                <a16:creationId xmlns:a16="http://schemas.microsoft.com/office/drawing/2014/main" id="{4EE239DE-5DF2-978C-DEBE-D266C30D3F5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B4A68489-4D53-9865-A3FA-D28E127EC3F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markTitleText">
            <a:extLst>
              <a:ext uri="{FF2B5EF4-FFF2-40B4-BE49-F238E27FC236}">
                <a16:creationId xmlns:a16="http://schemas.microsoft.com/office/drawing/2014/main" id="{7EC1E919-0349-0B26-EB5D-D993688950C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CD299A-653C-AB7F-A987-B3B30CA85DB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184900" y="8505752"/>
            <a:ext cx="4942840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38E324-2AA4-EF1F-7752-5C7B3473FBF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50000" y="1270000"/>
            <a:ext cx="4612640" cy="2554545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 algn="l"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）整个磁盘空间的存储块数目为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4*16*1000=6400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个。</a:t>
            </a:r>
          </a:p>
          <a:p>
            <a:pPr lvl="0" algn="l"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）位示图应为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6400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个位，如果字长为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位的单元来构造位示图，那么需要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6400/32=200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个字。</a:t>
            </a:r>
          </a:p>
          <a:p>
            <a:pPr lvl="0" algn="l"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）位示图中的第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个字的第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位（即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j=16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）对应的块号为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32*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18-1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+16=560.</a:t>
            </a:r>
          </a:p>
        </p:txBody>
      </p:sp>
      <p:grpSp>
        <p:nvGrpSpPr>
          <p:cNvPr id="9" name="组合 8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20分</a:t>
              </a:r>
            </a:p>
          </p:txBody>
        </p:sp>
      </p:grpSp>
      <p:pic>
        <p:nvPicPr>
          <p:cNvPr id="3" name="图片 2" descr="tmpF0A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30.0"/>
  <p:tag name="PROBLEMVOICEALLOWED" val="False"/>
  <p:tag name="PROBLEMHASREMAR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VOICEALLOWED" val="False"/>
  <p:tag name="PROBLEMHASREMARK" val="True"/>
  <p:tag name="PROBLEMREMARK" val="磁盘整理前，逻辑上相邻数据块的平均距离为13磁道，读取一块数据需要的时间为13*6+100+25=203ms&#10;因此，读取一个100块的文件需要时间为     203*100=20300ms。&#10;磁盘整理后，逻辑上相邻的数据块的平均距离为2磁道，读取一块数据需要的时间为  2*6+100+25=137ms&#10;因此，读取一个100块的文件需要的时间为：  137*100=13700ms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VOICEALLOWED" val="False"/>
  <p:tag name="PROBLEMHASREMARK" val="True"/>
  <p:tag name="PROBLEMREMARK" val="1）整个磁盘空间的存储块数目为4*16*1000=6400个。&#10;2）位示图应为6400个位，如果字长为32位的单元来构造位示图，那么需要6400/32=200个字。&#10;3）位示图中的第18个字的第16位（即i8，j=16）对应的块号为32*（18-1）+16=560.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1135</Words>
  <Application>Microsoft Office PowerPoint</Application>
  <PresentationFormat>全屏显示(16:10)</PresentationFormat>
  <Paragraphs>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Microsoft Yahei</vt:lpstr>
      <vt:lpstr>Microsoft Yahei</vt:lpstr>
      <vt:lpstr>Arial</vt:lpstr>
      <vt:lpstr>Courier New</vt:lpstr>
      <vt:lpstr>Times New Roman</vt:lpstr>
      <vt:lpstr>Office 主题​​</vt:lpstr>
      <vt:lpstr>第6章作业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第6章作业</dc:title>
  <dc:creator>张 霞</dc:creator>
  <cp:lastModifiedBy>zhangxia@sxu.edu.cn</cp:lastModifiedBy>
  <cp:revision>6</cp:revision>
  <dcterms:created xsi:type="dcterms:W3CDTF">2020-11-24T14:09:07Z</dcterms:created>
  <dcterms:modified xsi:type="dcterms:W3CDTF">2024-11-27T10:56:13Z</dcterms:modified>
</cp:coreProperties>
</file>