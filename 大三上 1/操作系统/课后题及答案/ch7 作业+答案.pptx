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5" r:id="rId6"/>
    <p:sldId id="263" r:id="rId7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C575BD-80E5-494F-AF3D-82DF0783A6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360635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6757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91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image" Target="../media/image1.tmp"/><Relationship Id="rId5" Type="http://schemas.openxmlformats.org/officeDocument/2006/relationships/tags" Target="../tags/tag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6.xml"/><Relationship Id="rId9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1.tmp"/><Relationship Id="rId5" Type="http://schemas.openxmlformats.org/officeDocument/2006/relationships/tags" Target="../tags/tag1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5.xml"/><Relationship Id="rId9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image" Target="../media/image1.tmp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image" Target="../media/image1.tmp"/><Relationship Id="rId2" Type="http://schemas.openxmlformats.org/officeDocument/2006/relationships/tags" Target="../tags/tag38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tags" Target="../tags/tag69.xml"/><Relationship Id="rId3" Type="http://schemas.openxmlformats.org/officeDocument/2006/relationships/tags" Target="../tags/tag54.xml"/><Relationship Id="rId21" Type="http://schemas.openxmlformats.org/officeDocument/2006/relationships/tags" Target="../tags/tag72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20" Type="http://schemas.openxmlformats.org/officeDocument/2006/relationships/tags" Target="../tags/tag71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24" Type="http://schemas.openxmlformats.org/officeDocument/2006/relationships/image" Target="../media/image1.tmp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61.xml"/><Relationship Id="rId19" Type="http://schemas.openxmlformats.org/officeDocument/2006/relationships/tags" Target="../tags/tag70.xml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Relationship Id="rId22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4564D-16D7-49B7-A4FD-9D382611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第七章作业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D0D403-461E-4A4E-BFAF-F5EF63C8671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100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AF0CC7-C98A-4F39-B213-4A29410A97CD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7005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E3AEA6C-2746-4994-B4E2-DD36F111DF0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1.	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什么是文件、文件系统？文件系统有哪些功能？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FB5A93-1DED-475D-A362-ECD605F3CE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19ABCEF-9ED2-4259-973C-6C14F2F84CF2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E37F08EF-D72F-47B6-88AC-D496FD6DF52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48FCBB7C-0CF8-492E-A1C6-50CB692362B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DA34F1CF-659D-40EF-9BC2-13B9D06609F0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81205A5A-039C-4310-8717-8A8CB6CD7E0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C0692B16-6A90-40C9-9D01-4CCC8EB8F1AB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14997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3F7C356-B00F-4B16-B251-F07A4FA0BEC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	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什么是文件的物理结构？有哪几种结构形式？为什么说链接结构不适于直接存取？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582E56-2151-495B-AF00-B9559D3C58D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37FC723-0609-4755-B24B-7FCAEA982063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98636D89-12D6-45E4-BE38-E53BDF89981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650E7036-7DA5-4FD3-9FD9-E1D0CB5DA26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9B761CBD-CAE8-4ADC-B547-267AB37E9875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E44D5683-D2F5-4F33-821D-91C2457CD4C8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010971C-8D30-4E41-BD77-173B00D19BFB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9482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DC79E43-77AB-48AA-9BB5-EE2FA5F42A8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599781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	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某文件系统为一级目录，文件的数据一次性写入磁盘，已写入的文件不可修改，但可多次创建新文件。请回答：</a:t>
            </a: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）采用哪种文件物理结构形式更合适？说明理由。为定位文件数据块，需要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FCB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中设计哪些相关描述字段？</a:t>
            </a: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）为快速找到文件，对于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FCB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是集中存储好，还是与对应文件数据块连续存储好？为什么？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9E8029-EF56-4A4D-AFC7-427B886E442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5BE340-F9A9-C9B6-B71A-48F64E2E263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17EE5A-F3D5-7E40-F99D-225262211F1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505752"/>
            <a:ext cx="4942840" cy="276999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5FEE4D1-2361-A3A3-E085-6ACCD0FB6B9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4708981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b="1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解答：</a:t>
            </a:r>
            <a:endParaRPr lang="zh-CN" altLang="en-US" sz="2000" b="1" dirty="0">
              <a:solidFill>
                <a:srgbClr val="00000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(1)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连续更合适。因为一次写入不存在插入问题，而且写入文件之后不需要修改，连续的数据块组织方式很适合一次性写入磁盘不再修改的情况，同时连续存储相对链式和索引省去了指针的空间开销，支持随机查找，查找速度最快。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FCB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中包括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: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存放文件的设备名、文件在外存的起始盘块号、文件长度。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(2)FCB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集中存储较好。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FCB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存储有文件的很多重要信息，同时是文件目录的重要组成部分，在检索时，通常会访问对应文件的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FCB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。如果将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FCB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集中存储，则可以减少在检索过程中产生的访盘次数，提高检索速度。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0CB64DA-1A00-4B5F-BE54-83C6104E05D8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759F8207-C2BC-4669-B701-47775384704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C6C1ADC2-9413-4FB9-ABEC-B01A497B629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8015EF4D-B902-4698-8957-AA0A6E78479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AA3B3322-C3C3-43EB-995A-3420550B4A3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58C03CB-60A4-EE3E-443C-968E4B4F2F57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1" name="RemarkBack">
              <a:extLst>
                <a:ext uri="{FF2B5EF4-FFF2-40B4-BE49-F238E27FC236}">
                  <a16:creationId xmlns:a16="http://schemas.microsoft.com/office/drawing/2014/main" id="{989266CA-A59F-B80B-2750-0A36174AEA22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RemarkBlock">
              <a:extLst>
                <a:ext uri="{FF2B5EF4-FFF2-40B4-BE49-F238E27FC236}">
                  <a16:creationId xmlns:a16="http://schemas.microsoft.com/office/drawing/2014/main" id="{D3861DF0-315E-A1A0-4420-ED6A0984581D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RemarkTitleText">
              <a:extLst>
                <a:ext uri="{FF2B5EF4-FFF2-40B4-BE49-F238E27FC236}">
                  <a16:creationId xmlns:a16="http://schemas.microsoft.com/office/drawing/2014/main" id="{64A10522-A8F7-E9EE-B30A-208E5E6A382A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73498C3-4078-437F-BD69-93BCA938566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6768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9CDFB7E-5D8B-AE37-E998-F5D9526398B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4.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假如盘块的大小为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4KB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，每个盘块号占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个字节，在两级索引分配时，允许的最大文件是多少？（请写出计算过程）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A2DF39-8B80-EDDF-7461-9DF54255572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70D8980-2D42-254F-8A79-01AB90B16DA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184900" y="8505752"/>
            <a:ext cx="4942840" cy="276999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D29451-E89B-F405-E10D-6954BB53319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350000" y="1270000"/>
            <a:ext cx="4612640" cy="1938992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假如盘块的大小为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4KB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，每个盘块号占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个字节，则一个索引块可含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4KB/4B=1K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个盘块号，</a:t>
            </a:r>
            <a:endParaRPr lang="zh-CN" altLang="en-US" sz="2000" dirty="0">
              <a:solidFill>
                <a:srgbClr val="00000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于是两级索引最多可含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1K×1K = 1M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个盘块号，因此，允许的最大文件长度为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4KB×1M = 4GB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3120F72-67FB-E4B9-C13C-2760870E15F4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D577AC4E-F331-AC99-FEA9-44DD47A971D5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4B449DF3-8B36-1851-23E7-C228109ECFC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1C0D1B34-AACF-D20A-9644-FF6B67619BCC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F23E419D-2D9F-8FB5-E001-ED938C136BCC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B94945F-459B-54F7-305B-046897CA2ADA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0" name="RemarkBack">
              <a:extLst>
                <a:ext uri="{FF2B5EF4-FFF2-40B4-BE49-F238E27FC236}">
                  <a16:creationId xmlns:a16="http://schemas.microsoft.com/office/drawing/2014/main" id="{BFF4677E-D151-F5FD-53A2-7A4F9D2F276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RemarkBlock">
              <a:extLst>
                <a:ext uri="{FF2B5EF4-FFF2-40B4-BE49-F238E27FC236}">
                  <a16:creationId xmlns:a16="http://schemas.microsoft.com/office/drawing/2014/main" id="{8ACAE338-99AF-10E8-958B-020CED50A0E3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RemarkTitleText">
              <a:extLst>
                <a:ext uri="{FF2B5EF4-FFF2-40B4-BE49-F238E27FC236}">
                  <a16:creationId xmlns:a16="http://schemas.microsoft.com/office/drawing/2014/main" id="{706CFD9F-CE62-1E8D-668D-E8B9CA4DF982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5EDD7EF-8B14-51DF-0F16-3006EDE0CDB0}"/>
              </a:ext>
            </a:extLst>
          </p:cNvPr>
          <p:cNvPicPr>
            <a:picLocks/>
          </p:cNvPicPr>
          <p:nvPr>
            <p:custDataLst>
              <p:tags r:id="rId8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758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 hidden="1"/>
          <p:cNvSpPr/>
          <p:nvPr>
            <p:custDataLst>
              <p:tags r:id="rId2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571500" y="635000"/>
            <a:ext cx="4572000" cy="636589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5. 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</a:rPr>
              <a:t>文件系统采用多重索引结构搜索文件内容。设块长为</a:t>
            </a:r>
            <a:r>
              <a:rPr lang="en-US" sz="2800" dirty="0">
                <a:latin typeface="Times New Roman" panose="02020603050405020304" charset="0"/>
                <a:cs typeface="Times New Roman" panose="02020603050405020304" charset="0"/>
              </a:rPr>
              <a:t>512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</a:rPr>
              <a:t>字节，每个块号长</a:t>
            </a:r>
            <a:r>
              <a:rPr lang="en-US" sz="2800" dirty="0"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</a:rPr>
              <a:t>字节，如果不考虑逻辑块号在物理块中所占的位置，分别求二级索引和三级索引时可寻址的文件最大长度。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以上版本雨课堂</a:t>
            </a:r>
          </a:p>
        </p:txBody>
      </p:sp>
      <p:sp>
        <p:nvSpPr>
          <p:cNvPr id="15" name="TextBox 14" hidden="1"/>
          <p:cNvSpPr txBox="1"/>
          <p:nvPr>
            <p:custDataLst>
              <p:tags r:id="rId5"/>
            </p:custDataLst>
          </p:nvPr>
        </p:nvSpPr>
        <p:spPr>
          <a:xfrm>
            <a:off x="6184900" y="8382000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以上版本</a:t>
            </a:r>
          </a:p>
        </p:txBody>
      </p:sp>
      <p:sp>
        <p:nvSpPr>
          <p:cNvPr id="16" name="TextBox 15" hidden="1"/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7109639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解答：</a:t>
            </a:r>
            <a:endParaRPr lang="zh-CN" altLang="en-US" sz="2400" b="1">
              <a:solidFill>
                <a:srgbClr val="00000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r>
              <a:rPr lang="zh-CN" altLang="en-US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块长</a:t>
            </a:r>
            <a:r>
              <a:rPr lang="en-US" altLang="zh-CN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512</a:t>
            </a:r>
            <a:r>
              <a:rPr lang="zh-CN" altLang="en-US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字节，块号长</a:t>
            </a:r>
            <a:r>
              <a:rPr lang="en-US" altLang="zh-CN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3</a:t>
            </a:r>
            <a:r>
              <a:rPr lang="zh-CN" altLang="en-US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字节，所以一个索引块可以存放</a:t>
            </a:r>
            <a:r>
              <a:rPr lang="en-US" altLang="zh-CN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170</a:t>
            </a:r>
            <a:r>
              <a:rPr lang="zh-CN" altLang="en-US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个盘块号。</a:t>
            </a:r>
            <a:endParaRPr lang="zh-CN" altLang="en-US" sz="2400">
              <a:solidFill>
                <a:srgbClr val="00000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r>
              <a:rPr lang="zh-CN" altLang="en-US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二级索引时，最多可包含的存放文件的盘块的盘块号总数</a:t>
            </a:r>
            <a:r>
              <a:rPr lang="en-US" altLang="zh-CN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N=170×170=28900</a:t>
            </a:r>
            <a:r>
              <a:rPr lang="zh-CN" altLang="en-US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个盘块。所以使用二级索引时，可寻址的文件的最大长度</a:t>
            </a:r>
            <a:r>
              <a:rPr lang="en-US" altLang="zh-CN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=28900×512B=7225kB=7.05MB</a:t>
            </a:r>
            <a:r>
              <a:rPr lang="zh-CN" altLang="en-US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。</a:t>
            </a:r>
            <a:endParaRPr lang="zh-CN" altLang="en-US" sz="2400">
              <a:solidFill>
                <a:srgbClr val="00000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r>
              <a:rPr lang="zh-CN" altLang="en-US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三级索引时，最多可包含的存放文件的盘块的盘块号总数</a:t>
            </a:r>
            <a:r>
              <a:rPr lang="en-US" altLang="zh-CN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N=170×170×170=4913000</a:t>
            </a:r>
            <a:r>
              <a:rPr lang="zh-CN" altLang="en-US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个盘块。</a:t>
            </a:r>
            <a:endParaRPr lang="zh-CN" altLang="en-US" sz="2400">
              <a:solidFill>
                <a:srgbClr val="00000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r>
              <a:rPr lang="zh-CN" altLang="en-US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所以使用三级索引时，可寻址的文件的最大长度</a:t>
            </a:r>
            <a:r>
              <a:rPr lang="en-US" altLang="zh-CN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= </a:t>
            </a:r>
            <a:endParaRPr lang="zh-CN" altLang="en-US" sz="2400">
              <a:solidFill>
                <a:srgbClr val="00000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r>
              <a:rPr lang="en-US" altLang="zh-CN" sz="240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4913000*512B=1228250kB=1199.46MB</a:t>
            </a:r>
            <a:r>
              <a:rPr lang="zh-CN" altLang="en-US" sz="240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。</a:t>
            </a:r>
          </a:p>
        </p:txBody>
      </p:sp>
      <p:grpSp>
        <p:nvGrpSpPr>
          <p:cNvPr id="14" name="组合 13" hidden="1"/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1" name="RemarkBack" hidden="1"/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RemarkBlock" hidden="1"/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RemarkTitleText" hidden="1"/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sym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152F8F89-1657-3B74-5EC5-AE8D937D5E3B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" name="RemarkBack">
            <a:extLst>
              <a:ext uri="{FF2B5EF4-FFF2-40B4-BE49-F238E27FC236}">
                <a16:creationId xmlns:a16="http://schemas.microsoft.com/office/drawing/2014/main" id="{1B9B6D0E-6361-C09C-F0E5-F9F4F1860EF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RemarkBlock">
            <a:extLst>
              <a:ext uri="{FF2B5EF4-FFF2-40B4-BE49-F238E27FC236}">
                <a16:creationId xmlns:a16="http://schemas.microsoft.com/office/drawing/2014/main" id="{0948AB9E-9518-B367-8C9C-35B6FC766CD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RemarkTitleText">
            <a:extLst>
              <a:ext uri="{FF2B5EF4-FFF2-40B4-BE49-F238E27FC236}">
                <a16:creationId xmlns:a16="http://schemas.microsoft.com/office/drawing/2014/main" id="{E983A7E6-1645-6F82-87C0-0FDA1B31BDD3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B4C1AB4-5EE7-FA9D-9A10-428E11C63DED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184900" y="8505752"/>
            <a:ext cx="4942840" cy="276999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F7003F2-5954-2D74-22EA-0C1F33FAF30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1270000"/>
            <a:ext cx="4612640" cy="4401205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块长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512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字节，块号长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字节，所以一个索引块可以存放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170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个盘块号。</a:t>
            </a:r>
            <a:endParaRPr lang="zh-CN" altLang="en-US" sz="2000" dirty="0">
              <a:solidFill>
                <a:srgbClr val="00000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二级索引时，最多可包含的存放文件的盘块的盘块号总数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N=170×170=28900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个盘块。所以使用二级索引时，可寻址的文件的最大长度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=28900×512B=7225kB=7.05MB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三级索引时，最多可包含的存放文件的盘块的盘块号总数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N=170×170×170=4913000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个盘块。</a:t>
            </a:r>
            <a:endParaRPr lang="zh-CN" altLang="en-US" sz="2000" dirty="0">
              <a:solidFill>
                <a:srgbClr val="00000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所以使用三级索引时，可寻址的文件的最大长度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= </a:t>
            </a:r>
            <a:endParaRPr lang="zh-CN" altLang="en-US" sz="2000" dirty="0">
              <a:solidFill>
                <a:srgbClr val="00000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4913000*512B=1228250kB=1199.46MB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。</a:t>
            </a:r>
          </a:p>
        </p:txBody>
      </p:sp>
      <p:grpSp>
        <p:nvGrpSpPr>
          <p:cNvPr id="8" name="组合 7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sym typeface="微软雅黑" panose="020B0503020204020204" charset="-122"/>
                </a:rPr>
                <a:t>主观题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8544.tmp"/>
          <p:cNvPicPr/>
          <p:nvPr>
            <p:custDataLst>
              <p:tags r:id="rId15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5.0"/>
  <p:tag name="PROBLEMVOICEALLOWED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VOICEALLOWED" val="False"/>
  <p:tag name="PROBLEMSCORE" val="30.0"/>
  <p:tag name="PROBLEMHASREMAR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VOICEALLOWED" val="False"/>
  <p:tag name="PROBLEMSCORE" val="20.0"/>
  <p:tag name="PROBLEMHASREMARK" val="True"/>
  <p:tag name="PROBLEMREMARK" val="假如盘块的大小为4KB，每个盘块号占4个字节，则一个索引块可含 4KB/4B=1K个盘块号，&#10;于是两级索引最多可含1K×1K = 1M个盘块号，因此，允许的最大文件长度为4KB×1M = 4GB。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VOICEALLOWED" val="False"/>
  <p:tag name="PROBLEMSCORE" val="25.0"/>
  <p:tag name="PROBLEMHASREMARK" val="True"/>
  <p:tag name="PROBLEMREMARK" val="块长512字节，块号长3字节，所以一个索引块可以存放170个盘块号。&#10;二级索引时，最多可包含的存放文件的盘块的盘块号总数N=170×170=28900个盘块。所以使用二级索引时，可寻址的文件的最大长度=28900×512B=7225kB=7.05MB。&#10;三级索引时，最多可包含的存放文件的盘块的盘块号总数N=170×170×170=4913000个盘块。&#10;所以使用三级索引时，可寻址的文件的最大长度= &#10;4913000*512B=1228250kB=1199.46MB。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865</Words>
  <Application>Microsoft Office PowerPoint</Application>
  <PresentationFormat>全屏显示(16:10)</PresentationFormat>
  <Paragraphs>48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Microsoft Yahei</vt:lpstr>
      <vt:lpstr>Microsoft Yahei</vt:lpstr>
      <vt:lpstr>Arial</vt:lpstr>
      <vt:lpstr>Courier New</vt:lpstr>
      <vt:lpstr>Times New Roman</vt:lpstr>
      <vt:lpstr>Office 主题​​</vt:lpstr>
      <vt:lpstr>第七章作业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第七章作业</dc:title>
  <dc:creator>张 霞</dc:creator>
  <cp:lastModifiedBy>zhangxia@sxu.edu.cn</cp:lastModifiedBy>
  <cp:revision>6</cp:revision>
  <dcterms:created xsi:type="dcterms:W3CDTF">2020-12-01T12:28:12Z</dcterms:created>
  <dcterms:modified xsi:type="dcterms:W3CDTF">2024-11-27T11:02:44Z</dcterms:modified>
</cp:coreProperties>
</file>