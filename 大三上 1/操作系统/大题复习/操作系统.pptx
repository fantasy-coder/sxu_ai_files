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8" r:id="rId7"/>
    <p:sldId id="256" r:id="rId8"/>
    <p:sldId id="259" r:id="rId9"/>
    <p:sldId id="257" r:id="rId10"/>
    <p:sldId id="258" r:id="rId11"/>
    <p:sldId id="261" r:id="rId12"/>
    <p:sldId id="269" r:id="rId13"/>
    <p:sldId id="27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F2200-77B6-37F9-870F-52E66D062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DA70ED-AF23-4A08-BF87-EC82F419E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34D3DC-AAB8-E66A-B749-9F51E52FC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908E-DEF3-4AC2-8D74-12CA550586D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FDCCDD-CB3D-2AA8-1151-107AF7BE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EED4EA-430E-727B-9EE9-5CD11F7B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770B-2F07-4A07-8305-3A280D2AF1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50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C5A8E-D059-734E-3599-171AA2A0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282595-7229-0548-B80D-87DB1AC76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D1AD6-EB12-B2AC-C280-2C361519D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908E-DEF3-4AC2-8D74-12CA550586D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15648B-CD99-1295-AEAB-984929FFF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E28384-BB2B-3E39-7413-CA2A56A7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770B-2F07-4A07-8305-3A280D2AF1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34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B8DEBF-D9E7-DE5E-F336-FDF4558C8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7A08DA-BF92-766B-8B8F-DA521B31D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D22372-53FD-CA21-DF09-39CD4BC8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908E-DEF3-4AC2-8D74-12CA550586D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E67E8B-939A-8FCB-085C-982BE766B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BD7E93-6FD1-FAEC-01A4-B83D0BCD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770B-2F07-4A07-8305-3A280D2AF1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147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23431F-3BFB-8F3E-6C96-B0F744213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74E061-D99D-B681-2D3D-37FA43993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1F1DA8-386E-5AB9-4650-104A97F9F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5ED47C-B172-4404-7523-F78654816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908E-DEF3-4AC2-8D74-12CA550586D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D4A975-502C-2B7F-1CC6-532009F7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35E348-B6E2-8B69-DF3A-EFCB061E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770B-2F07-4A07-8305-3A280D2AF1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46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0A2A7-1A5C-04CA-01FD-EE618DDE7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7DCE4A-8198-4765-F6B7-EACEC0FE8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015821-9B79-C106-52B5-C1EE2D71C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8F8052F-A935-C847-A61B-14CB4A276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9C7A2B-62ED-C9D1-73F8-2C8F5B436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B45BB3-0C34-2EFE-8F4F-559E16AE3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908E-DEF3-4AC2-8D74-12CA550586D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3F8FC6-BC6B-435C-87FD-867579A66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C9CB08-2CCE-1283-AB80-DAEC9A4C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770B-2F07-4A07-8305-3A280D2AF1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037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ADFA9-B179-5C11-FE22-D2A9CD380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4E7E97-8942-7CAB-D295-5AFF32980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908E-DEF3-4AC2-8D74-12CA550586D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73CDF8-B5D7-1CB6-52D8-5E1225B22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8CBB8C-A35C-08AE-8683-CED9C6AD5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770B-2F07-4A07-8305-3A280D2AF1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94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4B153A-27DE-1517-ACDC-9065AA891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908E-DEF3-4AC2-8D74-12CA550586D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41ED52F-741A-2D22-0E9A-5B045DDF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FAF84B-F678-4CF2-6EAA-40DEB3D8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770B-2F07-4A07-8305-3A280D2AF1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40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9F981A-D993-EB70-9E00-BEBF179FE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C7F9A9-D391-0F37-E549-77381CFA7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111BFC-207F-6828-32E6-273B30AC3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3AEAD9-0B86-84DF-EA11-FCB5A0053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908E-DEF3-4AC2-8D74-12CA550586D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9DCBCF-25DA-4D16-6BF3-EC74B072E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D42EFF-9E95-B4D0-AD21-55600C56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770B-2F07-4A07-8305-3A280D2AF1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72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47F47B-4CBD-89C3-9DE2-7EEBD8169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71E0C6-E90D-3AFE-6773-DC1549BDF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925C0E-E29C-4308-B00B-F033B923E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094F3C-E20A-E785-2F48-B3BFB9EAE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908E-DEF3-4AC2-8D74-12CA550586D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A84FA5-EC93-1ABD-D29E-4329F9255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1E2018-B06E-59DF-386C-33473E60B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770B-2F07-4A07-8305-3A280D2AF1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844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EA4F8-A468-77ED-6193-F98731273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4B20C0-2F25-2D44-4B77-0B79FC08A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1CA3B0-1F4A-49B9-BAB4-33CE87F5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908E-DEF3-4AC2-8D74-12CA550586D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EA137A-B10F-EE83-786D-7DC613811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2EEC6D-774B-0A2B-C70A-B9E2E5C0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770B-2F07-4A07-8305-3A280D2AF1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67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965709-5E3E-9FD0-E47C-E92E75D3BF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6B40CF-5B09-1E8C-2960-35915BDD7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9CFBF5-AC56-B0F2-B25F-90FC48FA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908E-DEF3-4AC2-8D74-12CA550586D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2B83AF-781D-7EB6-885F-010829B7E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35D392-DF63-F340-A92E-62722EA1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6770B-2F07-4A07-8305-3A280D2AF1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37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F02F87A-D057-6DED-93C8-4B8385844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7A01FE-4A20-C4B7-794E-30A7D90D0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DE6B43-E4F0-CA00-AA34-B37CDD4B5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D908E-DEF3-4AC2-8D74-12CA550586D4}" type="datetimeFigureOut">
              <a:rPr lang="zh-CN" altLang="en-US" smtClean="0"/>
              <a:t>2023/12/24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2B1361-C86E-4B71-50D2-D2268A0A3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A7D6E7-C5F0-FC74-9762-77712FE13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6770B-2F07-4A07-8305-3A280D2AF1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804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19264-A170-BC6E-B75F-CFE19411B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操作系统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BC0CE0-E132-91BB-4AF7-C58772FFD0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期末复习</a:t>
            </a:r>
            <a:endParaRPr lang="en-US" altLang="zh-CN"/>
          </a:p>
          <a:p>
            <a:r>
              <a:rPr lang="en-US" altLang="zh-CN"/>
              <a:t>PV</a:t>
            </a:r>
            <a:r>
              <a:rPr lang="zh-CN" altLang="en-US"/>
              <a:t>操作、进程调度、文件管理</a:t>
            </a:r>
          </a:p>
        </p:txBody>
      </p:sp>
    </p:spTree>
    <p:extLst>
      <p:ext uri="{BB962C8B-B14F-4D97-AF65-F5344CB8AC3E}">
        <p14:creationId xmlns:p14="http://schemas.microsoft.com/office/powerpoint/2010/main" val="255722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19264-A170-BC6E-B75F-CFE19411B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PV</a:t>
            </a:r>
            <a:r>
              <a:rPr lang="zh-CN" altLang="en-US"/>
              <a:t>操作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4876890C-8A61-E7C2-1D05-9ACB63182B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注：此部分考察会很简单</a:t>
            </a:r>
          </a:p>
        </p:txBody>
      </p:sp>
    </p:spTree>
    <p:extLst>
      <p:ext uri="{BB962C8B-B14F-4D97-AF65-F5344CB8AC3E}">
        <p14:creationId xmlns:p14="http://schemas.microsoft.com/office/powerpoint/2010/main" val="246836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BDD8E-B97E-EA53-3095-E2DB3CC0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操作介绍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91742-F403-DBFF-7BFC-11F8312AB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同步与互斥的概念</a:t>
            </a:r>
            <a:endParaRPr lang="en-US" altLang="zh-CN"/>
          </a:p>
          <a:p>
            <a:r>
              <a:rPr lang="zh-CN" altLang="en-US"/>
              <a:t>信号量机制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854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52DE6-87EF-6E94-665C-717562123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经典问题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2BA3CF-2380-A68D-83BB-ECBC66E57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生产者</a:t>
            </a:r>
            <a:r>
              <a:rPr lang="en-US" altLang="zh-CN"/>
              <a:t>—</a:t>
            </a:r>
            <a:r>
              <a:rPr lang="zh-CN" altLang="en-US"/>
              <a:t>消费者</a:t>
            </a:r>
            <a:endParaRPr lang="en-US" altLang="zh-CN"/>
          </a:p>
          <a:p>
            <a:r>
              <a:rPr lang="zh-CN" altLang="en-US"/>
              <a:t>多生产者</a:t>
            </a:r>
            <a:r>
              <a:rPr lang="en-US" altLang="zh-CN"/>
              <a:t>—</a:t>
            </a:r>
            <a:r>
              <a:rPr lang="zh-CN" altLang="en-US"/>
              <a:t>多消费者</a:t>
            </a:r>
            <a:endParaRPr lang="en-US" altLang="zh-CN"/>
          </a:p>
          <a:p>
            <a:r>
              <a:rPr lang="zh-CN" altLang="en-US"/>
              <a:t>吸烟者问题</a:t>
            </a:r>
            <a:endParaRPr lang="en-US" altLang="zh-CN"/>
          </a:p>
          <a:p>
            <a:r>
              <a:rPr lang="zh-CN" altLang="en-US"/>
              <a:t>读者</a:t>
            </a:r>
            <a:r>
              <a:rPr lang="en-US" altLang="zh-CN"/>
              <a:t>—</a:t>
            </a:r>
            <a:r>
              <a:rPr lang="zh-CN" altLang="en-US"/>
              <a:t>写者</a:t>
            </a:r>
            <a:endParaRPr lang="en-US" altLang="zh-CN"/>
          </a:p>
          <a:p>
            <a:r>
              <a:rPr lang="zh-CN" altLang="en-US"/>
              <a:t>哲学家就餐</a:t>
            </a:r>
          </a:p>
        </p:txBody>
      </p:sp>
    </p:spTree>
    <p:extLst>
      <p:ext uri="{BB962C8B-B14F-4D97-AF65-F5344CB8AC3E}">
        <p14:creationId xmlns:p14="http://schemas.microsoft.com/office/powerpoint/2010/main" val="104319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F1DB387-B9D3-31DF-F26B-04639D5509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94800" cy="501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例</a:t>
            </a:r>
            <a:r>
              <a:rPr lang="en-US" altLang="zh-CN"/>
              <a:t>1</a:t>
            </a:r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CB0EF95-7420-4237-BB9B-40755226C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445"/>
            <a:ext cx="7524582" cy="3118803"/>
          </a:xfrm>
        </p:spPr>
      </p:pic>
    </p:spTree>
    <p:extLst>
      <p:ext uri="{BB962C8B-B14F-4D97-AF65-F5344CB8AC3E}">
        <p14:creationId xmlns:p14="http://schemas.microsoft.com/office/powerpoint/2010/main" val="4011887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F1DB387-B9D3-31DF-F26B-04639D5509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94800" cy="501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例</a:t>
            </a:r>
            <a:r>
              <a:rPr lang="en-US" altLang="zh-CN"/>
              <a:t>2</a:t>
            </a:r>
            <a:endParaRPr lang="zh-CN" altLang="en-US"/>
          </a:p>
        </p:txBody>
      </p:sp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F4E8D567-E485-8219-18D7-10FA3DE096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445"/>
            <a:ext cx="10515600" cy="193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79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19264-A170-BC6E-B75F-CFE19411B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进程调度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4876890C-8A61-E7C2-1D05-9ACB63182B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312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777AA9BD-E116-1C18-BAED-E6C59C1C0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52284"/>
            <a:ext cx="7202918" cy="4351338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3B4D7-43F0-3118-8C1F-CB4072165C2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664542" cy="4522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例</a:t>
            </a:r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085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BDD8E-B97E-EA53-3095-E2DB3CC0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91742-F403-DBFF-7BFC-11F8312AB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FCFS</a:t>
            </a:r>
            <a:r>
              <a:rPr lang="zh-CN" altLang="en-US"/>
              <a:t>（先到先服务）</a:t>
            </a:r>
            <a:endParaRPr lang="en-US" altLang="zh-CN"/>
          </a:p>
          <a:p>
            <a:r>
              <a:rPr lang="en-US" altLang="zh-CN"/>
              <a:t>SJF</a:t>
            </a:r>
            <a:r>
              <a:rPr lang="zh-CN" altLang="en-US"/>
              <a:t>、</a:t>
            </a:r>
            <a:r>
              <a:rPr lang="en-US" altLang="zh-CN"/>
              <a:t>SPF/SRTN</a:t>
            </a:r>
            <a:r>
              <a:rPr lang="zh-CN" altLang="en-US"/>
              <a:t>（短作业、进程优先</a:t>
            </a:r>
            <a:r>
              <a:rPr lang="en-US" altLang="zh-CN"/>
              <a:t>/</a:t>
            </a:r>
            <a:r>
              <a:rPr lang="zh-CN" altLang="en-US"/>
              <a:t>剩余最短优先）</a:t>
            </a:r>
            <a:endParaRPr lang="en-US" altLang="zh-CN"/>
          </a:p>
          <a:p>
            <a:r>
              <a:rPr lang="en-US" altLang="zh-CN"/>
              <a:t>HRRN</a:t>
            </a:r>
            <a:r>
              <a:rPr lang="zh-CN" altLang="en-US"/>
              <a:t>（高响应比优先）</a:t>
            </a:r>
            <a:endParaRPr lang="en-US" altLang="zh-CN"/>
          </a:p>
          <a:p>
            <a:r>
              <a:rPr lang="en-US" altLang="zh-CN"/>
              <a:t>RR</a:t>
            </a:r>
            <a:r>
              <a:rPr lang="zh-CN" altLang="en-US"/>
              <a:t>（时间片轮转）</a:t>
            </a:r>
            <a:endParaRPr lang="en-US" altLang="zh-CN"/>
          </a:p>
          <a:p>
            <a:r>
              <a:rPr lang="zh-CN" altLang="en-US"/>
              <a:t>优先级调度</a:t>
            </a:r>
            <a:endParaRPr lang="en-US" altLang="zh-CN"/>
          </a:p>
          <a:p>
            <a:r>
              <a:rPr lang="zh-CN" altLang="en-US"/>
              <a:t>多级反馈队列</a:t>
            </a:r>
            <a:endParaRPr lang="en-US" altLang="zh-CN"/>
          </a:p>
          <a:p>
            <a:r>
              <a:rPr lang="zh-CN" altLang="en-US"/>
              <a:t>多级（个）队列</a:t>
            </a:r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012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576C672-834B-BF34-B1DF-9C7FAD8A8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01445"/>
            <a:ext cx="7285557" cy="3038168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F1DB387-B9D3-31DF-F26B-04639D5509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585884" cy="501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例</a:t>
            </a:r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891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576C672-834B-BF34-B1DF-9C7FAD8A8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445"/>
            <a:ext cx="7285557" cy="3038168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F1DB387-B9D3-31DF-F26B-04639D5509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585884" cy="501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例</a:t>
            </a:r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38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19264-A170-BC6E-B75F-CFE19411B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文件管理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EC900919-D8B9-5F07-C674-E48A372E55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971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F58CA8A-58E7-2CBD-24C8-D473404CD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445"/>
            <a:ext cx="3200847" cy="1609950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53E3E0B-13F0-3BCA-FBA0-2EFFF4395D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94800" cy="501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例题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9E812E-A51B-9942-53B1-6A4859398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655" y="501445"/>
            <a:ext cx="3324689" cy="18576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68222E6-4381-E95C-FE4A-629018450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5890" y="501445"/>
            <a:ext cx="3296110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13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105</Words>
  <Application>Microsoft Office PowerPoint</Application>
  <PresentationFormat>宽屏</PresentationFormat>
  <Paragraphs>30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操作系统</vt:lpstr>
      <vt:lpstr>PV操作</vt:lpstr>
      <vt:lpstr>操作介绍</vt:lpstr>
      <vt:lpstr>经典问题</vt:lpstr>
      <vt:lpstr>PowerPoint 演示文稿</vt:lpstr>
      <vt:lpstr>PowerPoint 演示文稿</vt:lpstr>
      <vt:lpstr>进程调度</vt:lpstr>
      <vt:lpstr>PowerPoint 演示文稿</vt:lpstr>
      <vt:lpstr>算法概述</vt:lpstr>
      <vt:lpstr>PowerPoint 演示文稿</vt:lpstr>
      <vt:lpstr>PowerPoint 演示文稿</vt:lpstr>
      <vt:lpstr>文件管理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操作系统</dc:title>
  <dc:creator>鑫元 田</dc:creator>
  <cp:lastModifiedBy>鑫元 田</cp:lastModifiedBy>
  <cp:revision>2</cp:revision>
  <dcterms:created xsi:type="dcterms:W3CDTF">2023-12-23T16:18:47Z</dcterms:created>
  <dcterms:modified xsi:type="dcterms:W3CDTF">2023-12-23T16:44:37Z</dcterms:modified>
</cp:coreProperties>
</file>