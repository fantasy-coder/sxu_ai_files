
<file path=[Content_Types].xml><?xml version="1.0" encoding="utf-8"?>
<Types xmlns="http://schemas.openxmlformats.org/package/2006/content-types">
  <Default Extension="jpeg" ContentType="image/jpeg"/>
  <Default Extension="JPG" ContentType="image/.jpg"/>
  <Default Extension="vml" ContentType="application/vnd.openxmlformats-officedocument.vmlDrawing"/>
  <Default Extension="bin" ContentType="application/vnd.openxmlformats-officedocument.oleObject"/>
  <Default Extension="png" ContentType="image/png"/>
  <Default Extension="wmf" ContentType="image/x-wmf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  <p:sldMasterId id="2147483664" r:id="rId3"/>
  </p:sldMasterIdLst>
  <p:notesMasterIdLst>
    <p:notesMasterId r:id="rId33"/>
  </p:notesMasterIdLst>
  <p:sldIdLst>
    <p:sldId id="1380" r:id="rId4"/>
    <p:sldId id="1044" r:id="rId5"/>
    <p:sldId id="1053" r:id="rId6"/>
    <p:sldId id="371" r:id="rId7"/>
    <p:sldId id="1054" r:id="rId8"/>
    <p:sldId id="372" r:id="rId9"/>
    <p:sldId id="1055" r:id="rId10"/>
    <p:sldId id="1056" r:id="rId11"/>
    <p:sldId id="1057" r:id="rId12"/>
    <p:sldId id="1058" r:id="rId13"/>
    <p:sldId id="1059" r:id="rId14"/>
    <p:sldId id="576" r:id="rId15"/>
    <p:sldId id="1060" r:id="rId16"/>
    <p:sldId id="1061" r:id="rId17"/>
    <p:sldId id="580" r:id="rId18"/>
    <p:sldId id="1062" r:id="rId19"/>
    <p:sldId id="613" r:id="rId20"/>
    <p:sldId id="658" r:id="rId21"/>
    <p:sldId id="659" r:id="rId22"/>
    <p:sldId id="660" r:id="rId23"/>
    <p:sldId id="661" r:id="rId24"/>
    <p:sldId id="662" r:id="rId25"/>
    <p:sldId id="663" r:id="rId26"/>
    <p:sldId id="664" r:id="rId27"/>
    <p:sldId id="665" r:id="rId28"/>
    <p:sldId id="666" r:id="rId29"/>
    <p:sldId id="667" r:id="rId30"/>
    <p:sldId id="668" r:id="rId31"/>
    <p:sldId id="1408" r:id="rId32"/>
  </p:sldIdLst>
  <p:sldSz cx="9144000" cy="6858000" type="screen4x3"/>
  <p:notesSz cx="7104380" cy="10234930"/>
  <p:custDataLst>
    <p:tags r:id="rId37"/>
  </p:custDataLst>
  <p:defaultTextStyle>
    <a:defPPr>
      <a:defRPr lang="zh-CN"/>
    </a:defPPr>
    <a:lvl1pPr marL="0" lvl="0" indent="0" algn="l" defTabSz="914400" rtl="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b="0" i="0" u="none" kern="1200" baseline="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1pPr>
    <a:lvl2pPr marL="457200" lvl="1" indent="0" algn="l" defTabSz="914400" rtl="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b="0" i="0" u="none" kern="1200" baseline="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2pPr>
    <a:lvl3pPr marL="914400" lvl="2" indent="0" algn="l" defTabSz="914400" rtl="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b="0" i="0" u="none" kern="1200" baseline="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3pPr>
    <a:lvl4pPr marL="1371600" lvl="3" indent="0" algn="l" defTabSz="914400" rtl="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b="0" i="0" u="none" kern="1200" baseline="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4pPr>
    <a:lvl5pPr marL="1828800" lvl="4" indent="0" algn="l" defTabSz="914400" rtl="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b="0" i="0" u="none" kern="1200" baseline="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5pPr>
    <a:lvl6pPr marL="2286000" lvl="5" indent="0" algn="l" defTabSz="914400" rtl="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b="0" i="0" u="none" kern="1200" baseline="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6pPr>
    <a:lvl7pPr marL="2743200" lvl="6" indent="0" algn="l" defTabSz="914400" rtl="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b="0" i="0" u="none" kern="1200" baseline="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7pPr>
    <a:lvl8pPr marL="3200400" lvl="7" indent="0" algn="l" defTabSz="914400" rtl="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b="0" i="0" u="none" kern="1200" baseline="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8pPr>
    <a:lvl9pPr marL="3657600" lvl="8" indent="0" algn="l" defTabSz="914400" rtl="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b="0" i="0" u="none" kern="1200" baseline="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0000"/>
    <a:srgbClr val="FF00FF"/>
    <a:srgbClr val="008000"/>
    <a:srgbClr val="990099"/>
    <a:srgbClr val="0000FF"/>
    <a:srgbClr val="F20EDC"/>
    <a:srgbClr val="336600"/>
    <a:srgbClr val="0066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howOutlineIcons="0" horzBarState="maximized">
    <p:restoredLeft sz="11489"/>
    <p:restoredTop sz="95244"/>
  </p:normalViewPr>
  <p:slideViewPr>
    <p:cSldViewPr snapToGrid="0" showGuides="1">
      <p:cViewPr>
        <p:scale>
          <a:sx n="75" d="100"/>
          <a:sy n="75" d="100"/>
        </p:scale>
        <p:origin x="1858" y="298"/>
      </p:cViewPr>
      <p:guideLst>
        <p:guide orient="horz" pos="2162"/>
        <p:guide pos="3003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 showFormatting="0">
    <p:cViewPr>
      <p:scale>
        <a:sx n="66" d="100"/>
        <a:sy n="66" d="100"/>
      </p:scale>
      <p:origin x="0" y="7656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" Type="http://schemas.openxmlformats.org/officeDocument/2006/relationships/slide" Target="slides/slide1.xml"/><Relationship Id="rId37" Type="http://schemas.openxmlformats.org/officeDocument/2006/relationships/tags" Target="tags/tag1.xml"/><Relationship Id="rId36" Type="http://schemas.openxmlformats.org/officeDocument/2006/relationships/tableStyles" Target="tableStyles.xml"/><Relationship Id="rId35" Type="http://schemas.openxmlformats.org/officeDocument/2006/relationships/viewProps" Target="viewProps.xml"/><Relationship Id="rId34" Type="http://schemas.openxmlformats.org/officeDocument/2006/relationships/presProps" Target="presProps.xml"/><Relationship Id="rId33" Type="http://schemas.openxmlformats.org/officeDocument/2006/relationships/notesMaster" Target="notesMasters/notesMaster1.xml"/><Relationship Id="rId32" Type="http://schemas.openxmlformats.org/officeDocument/2006/relationships/slide" Target="slides/slide29.xml"/><Relationship Id="rId31" Type="http://schemas.openxmlformats.org/officeDocument/2006/relationships/slide" Target="slides/slide28.xml"/><Relationship Id="rId30" Type="http://schemas.openxmlformats.org/officeDocument/2006/relationships/slide" Target="slides/slide27.xml"/><Relationship Id="rId3" Type="http://schemas.openxmlformats.org/officeDocument/2006/relationships/slideMaster" Target="slideMasters/slideMaster2.xml"/><Relationship Id="rId29" Type="http://schemas.openxmlformats.org/officeDocument/2006/relationships/slide" Target="slides/slide26.xml"/><Relationship Id="rId28" Type="http://schemas.openxmlformats.org/officeDocument/2006/relationships/slide" Target="slides/slide25.xml"/><Relationship Id="rId27" Type="http://schemas.openxmlformats.org/officeDocument/2006/relationships/slide" Target="slides/slide24.xml"/><Relationship Id="rId26" Type="http://schemas.openxmlformats.org/officeDocument/2006/relationships/slide" Target="slides/slide23.xml"/><Relationship Id="rId25" Type="http://schemas.openxmlformats.org/officeDocument/2006/relationships/slide" Target="slides/slide22.xml"/><Relationship Id="rId24" Type="http://schemas.openxmlformats.org/officeDocument/2006/relationships/slide" Target="slides/slide21.xml"/><Relationship Id="rId23" Type="http://schemas.openxmlformats.org/officeDocument/2006/relationships/slide" Target="slides/slide20.xml"/><Relationship Id="rId22" Type="http://schemas.openxmlformats.org/officeDocument/2006/relationships/slide" Target="slides/slide19.xml"/><Relationship Id="rId21" Type="http://schemas.openxmlformats.org/officeDocument/2006/relationships/slide" Target="slides/slide18.xml"/><Relationship Id="rId20" Type="http://schemas.openxmlformats.org/officeDocument/2006/relationships/slide" Target="slides/slide17.xml"/><Relationship Id="rId2" Type="http://schemas.openxmlformats.org/officeDocument/2006/relationships/theme" Target="theme/theme1.xml"/><Relationship Id="rId19" Type="http://schemas.openxmlformats.org/officeDocument/2006/relationships/slide" Target="slides/slide16.xml"/><Relationship Id="rId18" Type="http://schemas.openxmlformats.org/officeDocument/2006/relationships/slide" Target="slides/slide15.xml"/><Relationship Id="rId17" Type="http://schemas.openxmlformats.org/officeDocument/2006/relationships/slide" Target="slides/slide14.xml"/><Relationship Id="rId16" Type="http://schemas.openxmlformats.org/officeDocument/2006/relationships/slide" Target="slides/slide13.xml"/><Relationship Id="rId15" Type="http://schemas.openxmlformats.org/officeDocument/2006/relationships/slide" Target="slides/slide12.xml"/><Relationship Id="rId14" Type="http://schemas.openxmlformats.org/officeDocument/2006/relationships/slide" Target="slides/slide11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drawings/_rels/vmlDrawing1.vml.rels><?xml version="1.0" encoding="UTF-8" standalone="yes"?>
<Relationships xmlns="http://schemas.openxmlformats.org/package/2006/relationships"><Relationship Id="rId1" Type="http://schemas.openxmlformats.org/officeDocument/2006/relationships/image" Target="../media/image3.wmf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87746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3078163" cy="511175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9075" tIns="49538" rIns="99075" bIns="49538" numCol="1" anchor="t" anchorCtr="0" compatLnSpc="1"/>
          <a:lstStyle>
            <a:lvl1pPr eaLnBrk="1" hangingPunct="1">
              <a:defRPr kumimoji="1" sz="1300">
                <a:latin typeface="Times New Roman" panose="02020603050405020304" pitchFamily="18" charset="0"/>
              </a:defRPr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en-US" altLang="zh-CN" sz="13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287747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4024313" y="0"/>
            <a:ext cx="3078163" cy="511175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9075" tIns="49538" rIns="99075" bIns="49538" numCol="1" anchor="t" anchorCtr="0" compatLnSpc="1"/>
          <a:lstStyle>
            <a:lvl1pPr algn="r" eaLnBrk="1" hangingPunct="1">
              <a:defRPr kumimoji="1" sz="1300">
                <a:latin typeface="Times New Roman" panose="02020603050405020304" pitchFamily="18" charset="0"/>
              </a:defRPr>
            </a:lvl1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en-US" altLang="zh-CN" sz="13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6388" name="Rectangle 4"/>
          <p:cNvSpPr>
            <a:spLocks noRot="1" noTextEdit="1"/>
          </p:cNvSpPr>
          <p:nvPr>
            <p:ph type="sldImg"/>
          </p:nvPr>
        </p:nvSpPr>
        <p:spPr>
          <a:xfrm>
            <a:off x="995363" y="768350"/>
            <a:ext cx="5113337" cy="3836988"/>
          </a:xfrm>
          <a:prstGeom prst="rect">
            <a:avLst/>
          </a:prstGeom>
          <a:noFill/>
          <a:ln w="9525" cap="flat" cmpd="sng">
            <a:solidFill>
              <a:srgbClr val="000000"/>
            </a:solidFill>
            <a:prstDash val="solid"/>
            <a:miter/>
            <a:headEnd type="none" w="med" len="med"/>
            <a:tailEnd type="none" w="med" len="med"/>
          </a:ln>
        </p:spPr>
      </p:sp>
      <p:sp>
        <p:nvSpPr>
          <p:cNvPr id="287749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711200" y="4860925"/>
            <a:ext cx="5683250" cy="4605338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9075" tIns="49538" rIns="99075" bIns="49538" numCol="1" anchor="t" anchorCtr="0" compatLnSpc="1"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1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Click to edit Master text styles</a:t>
            </a:r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  <a:p>
            <a:pPr marL="457200" marR="0" lvl="1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1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Second level</a:t>
            </a:r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  <a:p>
            <a:pPr marL="914400" marR="0" lvl="2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1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Third level</a:t>
            </a:r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  <a:p>
            <a:pPr marL="1371600" marR="0" lvl="3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1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Fourth level</a:t>
            </a:r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  <a:p>
            <a:pPr marL="1828800" marR="0" lvl="4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1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Fifth level</a:t>
            </a:r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287750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9721850"/>
            <a:ext cx="3078163" cy="511175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9075" tIns="49538" rIns="99075" bIns="49538" numCol="1" anchor="b" anchorCtr="0" compatLnSpc="1"/>
          <a:lstStyle>
            <a:lvl1pPr eaLnBrk="1" hangingPunct="1">
              <a:defRPr kumimoji="1" sz="1300">
                <a:latin typeface="Times New Roman" panose="02020603050405020304" pitchFamily="18" charset="0"/>
              </a:defRPr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en-US" altLang="zh-CN" sz="13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287751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4024313" y="9721850"/>
            <a:ext cx="3078163" cy="511175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9075" tIns="49538" rIns="99075" bIns="49538" numCol="1" anchor="b" anchorCtr="0" compatLnSpc="1"/>
          <a:p>
            <a:pPr lvl="0" algn="r" eaLnBrk="1" hangingPunct="1">
              <a:buNone/>
            </a:pPr>
            <a:fld id="{9A0DB2DC-4C9A-4742-B13C-FB6460FD3503}" type="slidenum">
              <a:rPr lang="en-US" altLang="zh-CN" sz="1300" dirty="0">
                <a:latin typeface="Times New Roman" panose="02020603050405020304" pitchFamily="18" charset="0"/>
              </a:rPr>
            </a:fld>
            <a:endParaRPr lang="en-US" altLang="zh-CN" sz="1300" dirty="0">
              <a:latin typeface="Times New Roman" panose="02020603050405020304" pitchFamily="18" charset="0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sldNum="0" hdr="0" ftr="0" dt="0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034" name="Rectangle 2"/>
          <p:cNvSpPr>
            <a:spLocks noGrp="1" noRot="1" noChangeArrowheads="1"/>
          </p:cNvSpPr>
          <p:nvPr>
            <p:ph type="ctrTitle"/>
          </p:nvPr>
        </p:nvSpPr>
        <p:spPr>
          <a:xfrm>
            <a:off x="685800" y="2286000"/>
            <a:ext cx="77724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zh-CN" altLang="en-US" noProof="1"/>
              <a:t>单击此处编辑母版标题样式</a:t>
            </a:r>
            <a:endParaRPr lang="zh-CN" altLang="en-US" noProof="1"/>
          </a:p>
        </p:txBody>
      </p:sp>
      <p:sp>
        <p:nvSpPr>
          <p:cNvPr id="172035" name="Rectangle 3"/>
          <p:cNvSpPr>
            <a:spLocks noGrp="1" noRot="1" noChangeArrowheads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Font typeface="Wingdings" panose="05000000000000000000" pitchFamily="2" charset="2"/>
              <a:buNone/>
              <a:defRPr/>
            </a:lvl1pPr>
          </a:lstStyle>
          <a:p>
            <a:r>
              <a:rPr lang="zh-CN" altLang="en-US" noProof="1"/>
              <a:t>单击此处编辑母版副标题样式</a:t>
            </a:r>
            <a:endParaRPr lang="zh-CN" altLang="en-US" noProof="1"/>
          </a:p>
        </p:txBody>
      </p:sp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3061E8DB-7173-4D6F-BCF1-2741B4247A88}" type="datetime1">
              <a:rPr kumimoji="0" lang="zh-CN" altLang="en-US" sz="16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</a:fld>
            <a:endParaRPr kumimoji="0" lang="en-US" altLang="zh-CN" sz="16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3" name="灯片编号占位符 2"/>
          <p:cNvSpPr>
            <a:spLocks noGrp="1"/>
          </p:cNvSpPr>
          <p:nvPr>
            <p:ph type="sldNum" sz="quarter" idx="11"/>
          </p:nvPr>
        </p:nvSpPr>
        <p:spPr/>
        <p:txBody>
          <a:bodyPr/>
          <a:p>
            <a:pPr lvl="0" eaLnBrk="1" hangingPunct="1">
              <a:buNone/>
            </a:pPr>
            <a:fld id="{9A0DB2DC-4C9A-4742-B13C-FB6460FD3503}" type="slidenum">
              <a:rPr lang="en-US" altLang="zh-CN" dirty="0"/>
            </a:fld>
            <a:endParaRPr lang="en-US" altLang="zh-CN" dirty="0"/>
          </a:p>
        </p:txBody>
      </p:sp>
    </p:spTree>
  </p:cSld>
  <p:clrMapOvr>
    <a:masterClrMapping/>
  </p:clrMapOvr>
  <p:transition spd="slow">
    <p:randomBar dir="vert"/>
  </p:transition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noProof="1"/>
              <a:t>单击此处编辑母版标题样式</a:t>
            </a:r>
            <a:endParaRPr lang="zh-CN" altLang="en-US" noProof="1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 noProof="1"/>
              <a:t>单击此处编辑母版文本样式</a:t>
            </a:r>
            <a:endParaRPr lang="zh-CN" altLang="en-US" noProof="1"/>
          </a:p>
          <a:p>
            <a:pPr lvl="1"/>
            <a:r>
              <a:rPr lang="zh-CN" altLang="en-US" noProof="1"/>
              <a:t>第二级</a:t>
            </a:r>
            <a:endParaRPr lang="zh-CN" altLang="en-US" noProof="1"/>
          </a:p>
          <a:p>
            <a:pPr lvl="2"/>
            <a:r>
              <a:rPr lang="zh-CN" altLang="en-US" noProof="1"/>
              <a:t>第三级</a:t>
            </a:r>
            <a:endParaRPr lang="zh-CN" altLang="en-US" noProof="1"/>
          </a:p>
          <a:p>
            <a:pPr lvl="3"/>
            <a:r>
              <a:rPr lang="zh-CN" altLang="en-US" noProof="1"/>
              <a:t>第四级</a:t>
            </a:r>
            <a:endParaRPr lang="zh-CN" altLang="en-US" noProof="1"/>
          </a:p>
          <a:p>
            <a:pPr lvl="4"/>
            <a:r>
              <a:rPr lang="zh-CN" altLang="en-US" noProof="1"/>
              <a:t>第五级</a:t>
            </a:r>
            <a:endParaRPr lang="zh-CN" altLang="en-US" noProof="1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3061E8DB-7173-4D6F-BCF1-2741B4247A88}" type="datetime1">
              <a:rPr kumimoji="0" lang="zh-CN" altLang="en-US" sz="16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</a:fld>
            <a:endParaRPr kumimoji="0" lang="en-US" altLang="zh-CN" sz="16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1"/>
          </p:nvPr>
        </p:nvSpPr>
        <p:spPr/>
        <p:txBody>
          <a:bodyPr/>
          <a:p>
            <a:pPr lvl="0" eaLnBrk="1" hangingPunct="1">
              <a:buNone/>
            </a:pPr>
            <a:fld id="{9A0DB2DC-4C9A-4742-B13C-FB6460FD3503}" type="slidenum">
              <a:rPr lang="en-US" altLang="zh-CN" dirty="0"/>
            </a:fld>
            <a:endParaRPr lang="en-US" altLang="zh-CN" dirty="0"/>
          </a:p>
        </p:txBody>
      </p:sp>
    </p:spTree>
  </p:cSld>
  <p:clrMapOvr>
    <a:masterClrMapping/>
  </p:clrMapOvr>
  <p:transition spd="slow">
    <p:randomBar dir="vert"/>
  </p:transition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CN" altLang="en-US" noProof="1"/>
              <a:t>单击此处编辑母版标题样式</a:t>
            </a:r>
            <a:endParaRPr lang="zh-CN" altLang="en-US" noProof="1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zh-CN" altLang="en-US" noProof="1"/>
              <a:t>单击此处编辑母版文本样式</a:t>
            </a:r>
            <a:endParaRPr lang="zh-CN" altLang="en-US" noProof="1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3061E8DB-7173-4D6F-BCF1-2741B4247A88}" type="datetime1">
              <a:rPr kumimoji="0" lang="zh-CN" altLang="en-US" sz="16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</a:fld>
            <a:endParaRPr kumimoji="0" lang="en-US" altLang="zh-CN" sz="16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1"/>
          </p:nvPr>
        </p:nvSpPr>
        <p:spPr/>
        <p:txBody>
          <a:bodyPr/>
          <a:p>
            <a:pPr lvl="0" eaLnBrk="1" hangingPunct="1">
              <a:buNone/>
            </a:pPr>
            <a:fld id="{9A0DB2DC-4C9A-4742-B13C-FB6460FD3503}" type="slidenum">
              <a:rPr lang="en-US" altLang="zh-CN" dirty="0"/>
            </a:fld>
            <a:endParaRPr lang="en-US" altLang="zh-CN" dirty="0"/>
          </a:p>
        </p:txBody>
      </p:sp>
    </p:spTree>
  </p:cSld>
  <p:clrMapOvr>
    <a:masterClrMapping/>
  </p:clrMapOvr>
  <p:transition spd="slow">
    <p:randomBar dir="vert"/>
  </p:transition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noProof="1"/>
              <a:t>单击此处编辑母版标题样式</a:t>
            </a:r>
            <a:endParaRPr lang="zh-CN" altLang="en-US" noProof="1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301625" y="1905000"/>
            <a:ext cx="4194175" cy="4194175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 noProof="1"/>
              <a:t>单击此处编辑母版文本样式</a:t>
            </a:r>
            <a:endParaRPr lang="zh-CN" altLang="en-US" noProof="1"/>
          </a:p>
          <a:p>
            <a:pPr lvl="1"/>
            <a:r>
              <a:rPr lang="zh-CN" altLang="en-US" noProof="1"/>
              <a:t>第二级</a:t>
            </a:r>
            <a:endParaRPr lang="zh-CN" altLang="en-US" noProof="1"/>
          </a:p>
          <a:p>
            <a:pPr lvl="2"/>
            <a:r>
              <a:rPr lang="zh-CN" altLang="en-US" noProof="1"/>
              <a:t>第三级</a:t>
            </a:r>
            <a:endParaRPr lang="zh-CN" altLang="en-US" noProof="1"/>
          </a:p>
          <a:p>
            <a:pPr lvl="3"/>
            <a:r>
              <a:rPr lang="zh-CN" altLang="en-US" noProof="1"/>
              <a:t>第四级</a:t>
            </a:r>
            <a:endParaRPr lang="zh-CN" altLang="en-US" noProof="1"/>
          </a:p>
          <a:p>
            <a:pPr lvl="4"/>
            <a:r>
              <a:rPr lang="zh-CN" altLang="en-US" noProof="1"/>
              <a:t>第五级</a:t>
            </a:r>
            <a:endParaRPr lang="zh-CN" altLang="en-US" noProof="1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48200" y="1905000"/>
            <a:ext cx="4194175" cy="4194175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 noProof="1"/>
              <a:t>单击此处编辑母版文本样式</a:t>
            </a:r>
            <a:endParaRPr lang="zh-CN" altLang="en-US" noProof="1"/>
          </a:p>
          <a:p>
            <a:pPr lvl="1"/>
            <a:r>
              <a:rPr lang="zh-CN" altLang="en-US" noProof="1"/>
              <a:t>第二级</a:t>
            </a:r>
            <a:endParaRPr lang="zh-CN" altLang="en-US" noProof="1"/>
          </a:p>
          <a:p>
            <a:pPr lvl="2"/>
            <a:r>
              <a:rPr lang="zh-CN" altLang="en-US" noProof="1"/>
              <a:t>第三级</a:t>
            </a:r>
            <a:endParaRPr lang="zh-CN" altLang="en-US" noProof="1"/>
          </a:p>
          <a:p>
            <a:pPr lvl="3"/>
            <a:r>
              <a:rPr lang="zh-CN" altLang="en-US" noProof="1"/>
              <a:t>第四级</a:t>
            </a:r>
            <a:endParaRPr lang="zh-CN" altLang="en-US" noProof="1"/>
          </a:p>
          <a:p>
            <a:pPr lvl="4"/>
            <a:r>
              <a:rPr lang="zh-CN" altLang="en-US" noProof="1"/>
              <a:t>第五级</a:t>
            </a:r>
            <a:endParaRPr lang="zh-CN" altLang="en-US" noProof="1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3061E8DB-7173-4D6F-BCF1-2741B4247A88}" type="datetime1">
              <a:rPr kumimoji="0" lang="zh-CN" altLang="en-US" sz="16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</a:fld>
            <a:endParaRPr kumimoji="0" lang="en-US" altLang="zh-CN" sz="16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1"/>
          </p:nvPr>
        </p:nvSpPr>
        <p:spPr/>
        <p:txBody>
          <a:bodyPr/>
          <a:p>
            <a:pPr lvl="0" eaLnBrk="1" hangingPunct="1">
              <a:buNone/>
            </a:pPr>
            <a:fld id="{9A0DB2DC-4C9A-4742-B13C-FB6460FD3503}" type="slidenum">
              <a:rPr lang="en-US" altLang="zh-CN" dirty="0"/>
            </a:fld>
            <a:endParaRPr lang="en-US" altLang="zh-CN" dirty="0"/>
          </a:p>
        </p:txBody>
      </p:sp>
    </p:spTree>
  </p:cSld>
  <p:clrMapOvr>
    <a:masterClrMapping/>
  </p:clrMapOvr>
  <p:transition spd="slow">
    <p:randomBar dir="vert"/>
  </p:transition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zh-CN" altLang="en-US" noProof="1"/>
              <a:t>单击此处编辑母版标题样式</a:t>
            </a:r>
            <a:endParaRPr lang="zh-CN" altLang="en-US" noProof="1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noProof="1"/>
              <a:t>单击此处编辑母版文本样式</a:t>
            </a:r>
            <a:endParaRPr lang="zh-CN" altLang="en-US" noProof="1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 noProof="1"/>
              <a:t>单击此处编辑母版文本样式</a:t>
            </a:r>
            <a:endParaRPr lang="zh-CN" altLang="en-US" noProof="1"/>
          </a:p>
          <a:p>
            <a:pPr lvl="1"/>
            <a:r>
              <a:rPr lang="zh-CN" altLang="en-US" noProof="1"/>
              <a:t>第二级</a:t>
            </a:r>
            <a:endParaRPr lang="zh-CN" altLang="en-US" noProof="1"/>
          </a:p>
          <a:p>
            <a:pPr lvl="2"/>
            <a:r>
              <a:rPr lang="zh-CN" altLang="en-US" noProof="1"/>
              <a:t>第三级</a:t>
            </a:r>
            <a:endParaRPr lang="zh-CN" altLang="en-US" noProof="1"/>
          </a:p>
          <a:p>
            <a:pPr lvl="3"/>
            <a:r>
              <a:rPr lang="zh-CN" altLang="en-US" noProof="1"/>
              <a:t>第四级</a:t>
            </a:r>
            <a:endParaRPr lang="zh-CN" altLang="en-US" noProof="1"/>
          </a:p>
          <a:p>
            <a:pPr lvl="4"/>
            <a:r>
              <a:rPr lang="zh-CN" altLang="en-US" noProof="1"/>
              <a:t>第五级</a:t>
            </a:r>
            <a:endParaRPr lang="zh-CN" altLang="en-US" noProof="1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noProof="1"/>
              <a:t>单击此处编辑母版文本样式</a:t>
            </a:r>
            <a:endParaRPr lang="zh-CN" altLang="en-US" noProof="1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 noProof="1"/>
              <a:t>单击此处编辑母版文本样式</a:t>
            </a:r>
            <a:endParaRPr lang="zh-CN" altLang="en-US" noProof="1"/>
          </a:p>
          <a:p>
            <a:pPr lvl="1"/>
            <a:r>
              <a:rPr lang="zh-CN" altLang="en-US" noProof="1"/>
              <a:t>第二级</a:t>
            </a:r>
            <a:endParaRPr lang="zh-CN" altLang="en-US" noProof="1"/>
          </a:p>
          <a:p>
            <a:pPr lvl="2"/>
            <a:r>
              <a:rPr lang="zh-CN" altLang="en-US" noProof="1"/>
              <a:t>第三级</a:t>
            </a:r>
            <a:endParaRPr lang="zh-CN" altLang="en-US" noProof="1"/>
          </a:p>
          <a:p>
            <a:pPr lvl="3"/>
            <a:r>
              <a:rPr lang="zh-CN" altLang="en-US" noProof="1"/>
              <a:t>第四级</a:t>
            </a:r>
            <a:endParaRPr lang="zh-CN" altLang="en-US" noProof="1"/>
          </a:p>
          <a:p>
            <a:pPr lvl="4"/>
            <a:r>
              <a:rPr lang="zh-CN" altLang="en-US" noProof="1"/>
              <a:t>第五级</a:t>
            </a:r>
            <a:endParaRPr lang="zh-CN" altLang="en-US" noProof="1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3061E8DB-7173-4D6F-BCF1-2741B4247A88}" type="datetime1">
              <a:rPr kumimoji="0" lang="zh-CN" altLang="en-US" sz="16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</a:fld>
            <a:endParaRPr kumimoji="0" lang="en-US" altLang="zh-CN" sz="16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8" name="灯片编号占位符 7"/>
          <p:cNvSpPr>
            <a:spLocks noGrp="1"/>
          </p:cNvSpPr>
          <p:nvPr>
            <p:ph type="sldNum" sz="quarter" idx="11"/>
          </p:nvPr>
        </p:nvSpPr>
        <p:spPr/>
        <p:txBody>
          <a:bodyPr/>
          <a:p>
            <a:pPr lvl="0" eaLnBrk="1" hangingPunct="1">
              <a:buNone/>
            </a:pPr>
            <a:fld id="{9A0DB2DC-4C9A-4742-B13C-FB6460FD3503}" type="slidenum">
              <a:rPr lang="en-US" altLang="zh-CN" dirty="0"/>
            </a:fld>
            <a:endParaRPr lang="en-US" altLang="zh-CN" dirty="0"/>
          </a:p>
        </p:txBody>
      </p:sp>
    </p:spTree>
  </p:cSld>
  <p:clrMapOvr>
    <a:masterClrMapping/>
  </p:clrMapOvr>
  <p:transition spd="slow">
    <p:randomBar dir="vert"/>
  </p:transition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noProof="1"/>
              <a:t>单击此处编辑母版标题样式</a:t>
            </a:r>
            <a:endParaRPr lang="zh-CN" altLang="en-US" noProof="1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3061E8DB-7173-4D6F-BCF1-2741B4247A88}" type="datetime1">
              <a:rPr kumimoji="0" lang="zh-CN" altLang="en-US" sz="16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</a:fld>
            <a:endParaRPr kumimoji="0" lang="en-US" altLang="zh-CN" sz="16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1"/>
          </p:nvPr>
        </p:nvSpPr>
        <p:spPr/>
        <p:txBody>
          <a:bodyPr/>
          <a:p>
            <a:pPr lvl="0" eaLnBrk="1" hangingPunct="1">
              <a:buNone/>
            </a:pPr>
            <a:fld id="{9A0DB2DC-4C9A-4742-B13C-FB6460FD3503}" type="slidenum">
              <a:rPr lang="en-US" altLang="zh-CN" dirty="0"/>
            </a:fld>
            <a:endParaRPr lang="en-US" altLang="zh-CN" dirty="0"/>
          </a:p>
        </p:txBody>
      </p:sp>
    </p:spTree>
  </p:cSld>
  <p:clrMapOvr>
    <a:masterClrMapping/>
  </p:clrMapOvr>
  <p:transition spd="slow">
    <p:randomBar dir="vert"/>
  </p:transition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3061E8DB-7173-4D6F-BCF1-2741B4247A88}" type="datetime1">
              <a:rPr kumimoji="0" lang="zh-CN" altLang="en-US" sz="16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</a:fld>
            <a:endParaRPr kumimoji="0" lang="en-US" altLang="zh-CN" sz="16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3" name="灯片编号占位符 2"/>
          <p:cNvSpPr>
            <a:spLocks noGrp="1"/>
          </p:cNvSpPr>
          <p:nvPr>
            <p:ph type="sldNum" sz="quarter" idx="11"/>
          </p:nvPr>
        </p:nvSpPr>
        <p:spPr/>
        <p:txBody>
          <a:bodyPr/>
          <a:p>
            <a:pPr lvl="0" eaLnBrk="1" hangingPunct="1">
              <a:buNone/>
            </a:pPr>
            <a:fld id="{9A0DB2DC-4C9A-4742-B13C-FB6460FD3503}" type="slidenum">
              <a:rPr lang="en-US" altLang="zh-CN" dirty="0"/>
            </a:fld>
            <a:endParaRPr lang="en-US" altLang="zh-CN" dirty="0"/>
          </a:p>
        </p:txBody>
      </p:sp>
    </p:spTree>
  </p:cSld>
  <p:clrMapOvr>
    <a:masterClrMapping/>
  </p:clrMapOvr>
  <p:transition spd="slow">
    <p:randomBar dir="vert"/>
  </p:transition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 noProof="1"/>
              <a:t>单击此处编辑母版标题样式</a:t>
            </a:r>
            <a:endParaRPr lang="zh-CN" altLang="en-US" noProof="1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 noProof="1"/>
              <a:t>单击此处编辑母版文本样式</a:t>
            </a:r>
            <a:endParaRPr lang="zh-CN" altLang="en-US" noProof="1"/>
          </a:p>
          <a:p>
            <a:pPr lvl="1"/>
            <a:r>
              <a:rPr lang="zh-CN" altLang="en-US" noProof="1"/>
              <a:t>第二级</a:t>
            </a:r>
            <a:endParaRPr lang="zh-CN" altLang="en-US" noProof="1"/>
          </a:p>
          <a:p>
            <a:pPr lvl="2"/>
            <a:r>
              <a:rPr lang="zh-CN" altLang="en-US" noProof="1"/>
              <a:t>第三级</a:t>
            </a:r>
            <a:endParaRPr lang="zh-CN" altLang="en-US" noProof="1"/>
          </a:p>
          <a:p>
            <a:pPr lvl="3"/>
            <a:r>
              <a:rPr lang="zh-CN" altLang="en-US" noProof="1"/>
              <a:t>第四级</a:t>
            </a:r>
            <a:endParaRPr lang="zh-CN" altLang="en-US" noProof="1"/>
          </a:p>
          <a:p>
            <a:pPr lvl="4"/>
            <a:r>
              <a:rPr lang="zh-CN" altLang="en-US" noProof="1"/>
              <a:t>第五级</a:t>
            </a:r>
            <a:endParaRPr lang="zh-CN" altLang="en-US" noProof="1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 noProof="1"/>
              <a:t>单击此处编辑母版文本样式</a:t>
            </a:r>
            <a:endParaRPr lang="zh-CN" altLang="en-US" noProof="1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3061E8DB-7173-4D6F-BCF1-2741B4247A88}" type="datetime1">
              <a:rPr kumimoji="0" lang="zh-CN" altLang="en-US" sz="16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</a:fld>
            <a:endParaRPr kumimoji="0" lang="en-US" altLang="zh-CN" sz="16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1"/>
          </p:nvPr>
        </p:nvSpPr>
        <p:spPr/>
        <p:txBody>
          <a:bodyPr/>
          <a:p>
            <a:pPr lvl="0" eaLnBrk="1" hangingPunct="1">
              <a:buNone/>
            </a:pPr>
            <a:fld id="{9A0DB2DC-4C9A-4742-B13C-FB6460FD3503}" type="slidenum">
              <a:rPr lang="en-US" altLang="zh-CN" dirty="0"/>
            </a:fld>
            <a:endParaRPr lang="en-US" altLang="zh-CN" dirty="0"/>
          </a:p>
        </p:txBody>
      </p:sp>
    </p:spTree>
  </p:cSld>
  <p:clrMapOvr>
    <a:masterClrMapping/>
  </p:clrMapOvr>
  <p:transition spd="slow">
    <p:randomBar dir="vert"/>
  </p:transition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 noProof="1"/>
              <a:t>单击此处编辑母版标题样式</a:t>
            </a:r>
            <a:endParaRPr lang="zh-CN" altLang="en-US" noProof="1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 vert="horz" wrap="square" lIns="91440" tIns="45720" rIns="91440" bIns="45720" numCol="1" anchor="t" anchorCtr="0" compatLnSpc="1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marL="0" marR="0" lvl="0" indent="0" algn="l" defTabSz="914400" rtl="0" eaLnBrk="0" fontAlgn="base" latinLnBrk="0" hangingPunct="0">
              <a:lnSpc>
                <a:spcPct val="13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3200" b="0" i="0" u="none" strike="noStrike" kern="0" cap="none" spc="0" normalizeH="0" baseline="0" noProof="0">
              <a:ln>
                <a:noFill/>
              </a:ln>
              <a:solidFill>
                <a:srgbClr val="0000FF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+mn-cs"/>
            </a:endParaRP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 noProof="1"/>
              <a:t>单击此处编辑母版文本样式</a:t>
            </a:r>
            <a:endParaRPr lang="zh-CN" altLang="en-US" noProof="1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3061E8DB-7173-4D6F-BCF1-2741B4247A88}" type="datetime1">
              <a:rPr kumimoji="0" lang="zh-CN" altLang="en-US" sz="16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</a:fld>
            <a:endParaRPr kumimoji="0" lang="en-US" altLang="zh-CN" sz="16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1"/>
          </p:nvPr>
        </p:nvSpPr>
        <p:spPr/>
        <p:txBody>
          <a:bodyPr/>
          <a:p>
            <a:pPr lvl="0" eaLnBrk="1" hangingPunct="1">
              <a:buNone/>
            </a:pPr>
            <a:fld id="{9A0DB2DC-4C9A-4742-B13C-FB6460FD3503}" type="slidenum">
              <a:rPr lang="en-US" altLang="zh-CN" dirty="0"/>
            </a:fld>
            <a:endParaRPr lang="en-US" altLang="zh-CN" dirty="0"/>
          </a:p>
        </p:txBody>
      </p:sp>
    </p:spTree>
  </p:cSld>
  <p:clrMapOvr>
    <a:masterClrMapping/>
  </p:clrMapOvr>
  <p:transition spd="slow">
    <p:randomBar dir="vert"/>
  </p:transition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noProof="1"/>
              <a:t>单击此处编辑母版标题样式</a:t>
            </a:r>
            <a:endParaRPr lang="zh-CN" altLang="en-US" noProof="1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 noProof="1"/>
              <a:t>单击此处编辑母版文本样式</a:t>
            </a:r>
            <a:endParaRPr lang="zh-CN" altLang="en-US" noProof="1"/>
          </a:p>
          <a:p>
            <a:pPr lvl="1"/>
            <a:r>
              <a:rPr lang="zh-CN" altLang="en-US" noProof="1"/>
              <a:t>第二级</a:t>
            </a:r>
            <a:endParaRPr lang="zh-CN" altLang="en-US" noProof="1"/>
          </a:p>
          <a:p>
            <a:pPr lvl="2"/>
            <a:r>
              <a:rPr lang="zh-CN" altLang="en-US" noProof="1"/>
              <a:t>第三级</a:t>
            </a:r>
            <a:endParaRPr lang="zh-CN" altLang="en-US" noProof="1"/>
          </a:p>
          <a:p>
            <a:pPr lvl="3"/>
            <a:r>
              <a:rPr lang="zh-CN" altLang="en-US" noProof="1"/>
              <a:t>第四级</a:t>
            </a:r>
            <a:endParaRPr lang="zh-CN" altLang="en-US" noProof="1"/>
          </a:p>
          <a:p>
            <a:pPr lvl="4"/>
            <a:r>
              <a:rPr lang="zh-CN" altLang="en-US" noProof="1"/>
              <a:t>第五级</a:t>
            </a:r>
            <a:endParaRPr lang="zh-CN" altLang="en-US" noProof="1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3061E8DB-7173-4D6F-BCF1-2741B4247A88}" type="datetime1">
              <a:rPr kumimoji="0" lang="zh-CN" altLang="en-US" sz="16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</a:fld>
            <a:endParaRPr kumimoji="0" lang="en-US" altLang="zh-CN" sz="16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1"/>
          </p:nvPr>
        </p:nvSpPr>
        <p:spPr/>
        <p:txBody>
          <a:bodyPr/>
          <a:p>
            <a:pPr lvl="0" eaLnBrk="1" hangingPunct="1">
              <a:buNone/>
            </a:pPr>
            <a:fld id="{9A0DB2DC-4C9A-4742-B13C-FB6460FD3503}" type="slidenum">
              <a:rPr lang="en-US" altLang="zh-CN" dirty="0"/>
            </a:fld>
            <a:endParaRPr lang="en-US" altLang="zh-CN" dirty="0"/>
          </a:p>
        </p:txBody>
      </p:sp>
    </p:spTree>
  </p:cSld>
  <p:clrMapOvr>
    <a:masterClrMapping/>
  </p:clrMapOvr>
  <p:transition spd="slow">
    <p:randomBar dir="vert"/>
  </p:transition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707188" y="609600"/>
            <a:ext cx="2135187" cy="5489575"/>
          </a:xfrm>
        </p:spPr>
        <p:txBody>
          <a:bodyPr vert="eaVert"/>
          <a:lstStyle/>
          <a:p>
            <a:r>
              <a:rPr lang="zh-CN" altLang="en-US" noProof="1"/>
              <a:t>单击此处编辑母版标题样式</a:t>
            </a:r>
            <a:endParaRPr lang="zh-CN" altLang="en-US" noProof="1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301625" y="609600"/>
            <a:ext cx="6253163" cy="5489575"/>
          </a:xfrm>
        </p:spPr>
        <p:txBody>
          <a:bodyPr vert="eaVert"/>
          <a:lstStyle/>
          <a:p>
            <a:pPr lvl="0"/>
            <a:r>
              <a:rPr lang="zh-CN" altLang="en-US" noProof="1"/>
              <a:t>单击此处编辑母版文本样式</a:t>
            </a:r>
            <a:endParaRPr lang="zh-CN" altLang="en-US" noProof="1"/>
          </a:p>
          <a:p>
            <a:pPr lvl="1"/>
            <a:r>
              <a:rPr lang="zh-CN" altLang="en-US" noProof="1"/>
              <a:t>第二级</a:t>
            </a:r>
            <a:endParaRPr lang="zh-CN" altLang="en-US" noProof="1"/>
          </a:p>
          <a:p>
            <a:pPr lvl="2"/>
            <a:r>
              <a:rPr lang="zh-CN" altLang="en-US" noProof="1"/>
              <a:t>第三级</a:t>
            </a:r>
            <a:endParaRPr lang="zh-CN" altLang="en-US" noProof="1"/>
          </a:p>
          <a:p>
            <a:pPr lvl="3"/>
            <a:r>
              <a:rPr lang="zh-CN" altLang="en-US" noProof="1"/>
              <a:t>第四级</a:t>
            </a:r>
            <a:endParaRPr lang="zh-CN" altLang="en-US" noProof="1"/>
          </a:p>
          <a:p>
            <a:pPr lvl="4"/>
            <a:r>
              <a:rPr lang="zh-CN" altLang="en-US" noProof="1"/>
              <a:t>第五级</a:t>
            </a:r>
            <a:endParaRPr lang="zh-CN" altLang="en-US" noProof="1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3061E8DB-7173-4D6F-BCF1-2741B4247A88}" type="datetime1">
              <a:rPr kumimoji="0" lang="zh-CN" altLang="en-US" sz="16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</a:fld>
            <a:endParaRPr kumimoji="0" lang="en-US" altLang="zh-CN" sz="16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1"/>
          </p:nvPr>
        </p:nvSpPr>
        <p:spPr/>
        <p:txBody>
          <a:bodyPr/>
          <a:p>
            <a:pPr lvl="0" eaLnBrk="1" hangingPunct="1">
              <a:buNone/>
            </a:pPr>
            <a:fld id="{9A0DB2DC-4C9A-4742-B13C-FB6460FD3503}" type="slidenum">
              <a:rPr lang="en-US" altLang="zh-CN" dirty="0"/>
            </a:fld>
            <a:endParaRPr lang="en-US" altLang="zh-CN" dirty="0"/>
          </a:p>
        </p:txBody>
      </p:sp>
    </p:spTree>
  </p:cSld>
  <p:clrMapOvr>
    <a:masterClrMapping/>
  </p:clrMapOvr>
  <p:transition spd="slow">
    <p:randomBar dir="vert"/>
  </p:transition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objOnly" preserve="1">
  <p:cSld name="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内容占位符 1"/>
          <p:cNvSpPr>
            <a:spLocks noGrp="1"/>
          </p:cNvSpPr>
          <p:nvPr>
            <p:ph/>
          </p:nvPr>
        </p:nvSpPr>
        <p:spPr>
          <a:xfrm>
            <a:off x="301625" y="609600"/>
            <a:ext cx="8540750" cy="5489575"/>
          </a:xfrm>
        </p:spPr>
        <p:txBody>
          <a:bodyPr/>
          <a:lstStyle/>
          <a:p>
            <a:pPr lvl="0"/>
            <a:r>
              <a:rPr lang="zh-CN" altLang="en-US" noProof="1"/>
              <a:t>单击此处编辑母版文本样式</a:t>
            </a:r>
            <a:endParaRPr lang="zh-CN" altLang="en-US" noProof="1"/>
          </a:p>
          <a:p>
            <a:pPr lvl="1"/>
            <a:r>
              <a:rPr lang="zh-CN" altLang="en-US" noProof="1"/>
              <a:t>第二级</a:t>
            </a:r>
            <a:endParaRPr lang="zh-CN" altLang="en-US" noProof="1"/>
          </a:p>
          <a:p>
            <a:pPr lvl="2"/>
            <a:r>
              <a:rPr lang="zh-CN" altLang="en-US" noProof="1"/>
              <a:t>第三级</a:t>
            </a:r>
            <a:endParaRPr lang="zh-CN" altLang="en-US" noProof="1"/>
          </a:p>
          <a:p>
            <a:pPr lvl="3"/>
            <a:r>
              <a:rPr lang="zh-CN" altLang="en-US" noProof="1"/>
              <a:t>第四级</a:t>
            </a:r>
            <a:endParaRPr lang="zh-CN" altLang="en-US" noProof="1"/>
          </a:p>
          <a:p>
            <a:pPr lvl="4"/>
            <a:r>
              <a:rPr lang="zh-CN" altLang="en-US" noProof="1"/>
              <a:t>第五级</a:t>
            </a:r>
            <a:endParaRPr lang="zh-CN" altLang="en-US" noProof="1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3061E8DB-7173-4D6F-BCF1-2741B4247A88}" type="datetime1">
              <a:rPr kumimoji="0" lang="zh-CN" altLang="en-US" sz="16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</a:fld>
            <a:endParaRPr kumimoji="0" lang="en-US" altLang="zh-CN" sz="16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1"/>
          </p:nvPr>
        </p:nvSpPr>
        <p:spPr/>
        <p:txBody>
          <a:bodyPr/>
          <a:p>
            <a:pPr lvl="0" eaLnBrk="1" hangingPunct="1">
              <a:buNone/>
            </a:pPr>
            <a:fld id="{9A0DB2DC-4C9A-4742-B13C-FB6460FD3503}" type="slidenum">
              <a:rPr lang="en-US" altLang="zh-CN" dirty="0"/>
            </a:fld>
            <a:endParaRPr lang="en-US" altLang="zh-CN" dirty="0"/>
          </a:p>
        </p:txBody>
      </p:sp>
    </p:spTree>
  </p:cSld>
  <p:clrMapOvr>
    <a:masterClrMapping/>
  </p:clrMapOvr>
  <p:transition spd="slow">
    <p:randomBar dir="vert"/>
  </p:transition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xAndObj" preserve="1">
  <p:cSld name="标题，文本与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301625" y="609600"/>
            <a:ext cx="8540750" cy="1143000"/>
          </a:xfrm>
        </p:spPr>
        <p:txBody>
          <a:bodyPr/>
          <a:lstStyle/>
          <a:p>
            <a:r>
              <a:rPr lang="zh-CN" altLang="en-US" noProof="1"/>
              <a:t>单击此处编辑母版标题样式</a:t>
            </a:r>
            <a:endParaRPr lang="zh-CN" altLang="en-US" noProof="1"/>
          </a:p>
        </p:txBody>
      </p:sp>
      <p:sp>
        <p:nvSpPr>
          <p:cNvPr id="3" name="文本占位符 2"/>
          <p:cNvSpPr>
            <a:spLocks noGrp="1"/>
          </p:cNvSpPr>
          <p:nvPr>
            <p:ph type="body" sz="half" idx="1"/>
          </p:nvPr>
        </p:nvSpPr>
        <p:spPr>
          <a:xfrm>
            <a:off x="301625" y="1905000"/>
            <a:ext cx="4194175" cy="4194175"/>
          </a:xfrm>
        </p:spPr>
        <p:txBody>
          <a:bodyPr/>
          <a:lstStyle/>
          <a:p>
            <a:pPr lvl="0"/>
            <a:r>
              <a:rPr lang="zh-CN" altLang="en-US" noProof="1"/>
              <a:t>单击此处编辑母版文本样式</a:t>
            </a:r>
            <a:endParaRPr lang="zh-CN" altLang="en-US" noProof="1"/>
          </a:p>
          <a:p>
            <a:pPr lvl="1"/>
            <a:r>
              <a:rPr lang="zh-CN" altLang="en-US" noProof="1"/>
              <a:t>第二级</a:t>
            </a:r>
            <a:endParaRPr lang="zh-CN" altLang="en-US" noProof="1"/>
          </a:p>
          <a:p>
            <a:pPr lvl="2"/>
            <a:r>
              <a:rPr lang="zh-CN" altLang="en-US" noProof="1"/>
              <a:t>第三级</a:t>
            </a:r>
            <a:endParaRPr lang="zh-CN" altLang="en-US" noProof="1"/>
          </a:p>
          <a:p>
            <a:pPr lvl="3"/>
            <a:r>
              <a:rPr lang="zh-CN" altLang="en-US" noProof="1"/>
              <a:t>第四级</a:t>
            </a:r>
            <a:endParaRPr lang="zh-CN" altLang="en-US" noProof="1"/>
          </a:p>
          <a:p>
            <a:pPr lvl="4"/>
            <a:r>
              <a:rPr lang="zh-CN" altLang="en-US" noProof="1"/>
              <a:t>第五级</a:t>
            </a:r>
            <a:endParaRPr lang="zh-CN" altLang="en-US" noProof="1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48200" y="1905000"/>
            <a:ext cx="4194175" cy="4194175"/>
          </a:xfrm>
        </p:spPr>
        <p:txBody>
          <a:bodyPr/>
          <a:lstStyle/>
          <a:p>
            <a:pPr lvl="0"/>
            <a:r>
              <a:rPr lang="zh-CN" altLang="en-US" noProof="1"/>
              <a:t>单击此处编辑母版文本样式</a:t>
            </a:r>
            <a:endParaRPr lang="zh-CN" altLang="en-US" noProof="1"/>
          </a:p>
          <a:p>
            <a:pPr lvl="1"/>
            <a:r>
              <a:rPr lang="zh-CN" altLang="en-US" noProof="1"/>
              <a:t>第二级</a:t>
            </a:r>
            <a:endParaRPr lang="zh-CN" altLang="en-US" noProof="1"/>
          </a:p>
          <a:p>
            <a:pPr lvl="2"/>
            <a:r>
              <a:rPr lang="zh-CN" altLang="en-US" noProof="1"/>
              <a:t>第三级</a:t>
            </a:r>
            <a:endParaRPr lang="zh-CN" altLang="en-US" noProof="1"/>
          </a:p>
          <a:p>
            <a:pPr lvl="3"/>
            <a:r>
              <a:rPr lang="zh-CN" altLang="en-US" noProof="1"/>
              <a:t>第四级</a:t>
            </a:r>
            <a:endParaRPr lang="zh-CN" altLang="en-US" noProof="1"/>
          </a:p>
          <a:p>
            <a:pPr lvl="4"/>
            <a:r>
              <a:rPr lang="zh-CN" altLang="en-US" noProof="1"/>
              <a:t>第五级</a:t>
            </a:r>
            <a:endParaRPr lang="zh-CN" altLang="en-US" noProof="1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3061E8DB-7173-4D6F-BCF1-2741B4247A88}" type="datetime1">
              <a:rPr kumimoji="0" lang="zh-CN" altLang="en-US" sz="16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</a:fld>
            <a:endParaRPr kumimoji="0" lang="en-US" altLang="zh-CN" sz="16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1"/>
          </p:nvPr>
        </p:nvSpPr>
        <p:spPr/>
        <p:txBody>
          <a:bodyPr/>
          <a:p>
            <a:pPr lvl="0" eaLnBrk="1" hangingPunct="1">
              <a:buNone/>
            </a:pPr>
            <a:fld id="{9A0DB2DC-4C9A-4742-B13C-FB6460FD3503}" type="slidenum">
              <a:rPr lang="en-US" altLang="zh-CN" dirty="0"/>
            </a:fld>
            <a:endParaRPr lang="en-US" altLang="zh-CN" dirty="0"/>
          </a:p>
        </p:txBody>
      </p:sp>
    </p:spTree>
  </p:cSld>
  <p:clrMapOvr>
    <a:masterClrMapping/>
  </p:clrMapOvr>
  <p:transition spd="slow">
    <p:randomBar dir="vert"/>
  </p:transition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fourObj">
  <p:cSld name="标题和四项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sz="quarter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/>
          <a:lstStyle/>
          <a:p>
            <a:r>
              <a:rPr lang="zh-CN" altLang="en-US" noProof="1"/>
              <a:t>单击此处编辑母版标题样式</a:t>
            </a:r>
            <a:endParaRPr lang="zh-CN" altLang="en-US" noProof="1"/>
          </a:p>
        </p:txBody>
      </p:sp>
      <p:sp>
        <p:nvSpPr>
          <p:cNvPr id="3" name="内容占位符 2"/>
          <p:cNvSpPr>
            <a:spLocks noGrp="1"/>
          </p:cNvSpPr>
          <p:nvPr>
            <p:ph sz="quarter" idx="1"/>
          </p:nvPr>
        </p:nvSpPr>
        <p:spPr>
          <a:xfrm>
            <a:off x="457200" y="1600200"/>
            <a:ext cx="4038600" cy="218598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CN" altLang="en-US" noProof="1"/>
              <a:t>单击此处编辑母版文本样式</a:t>
            </a:r>
            <a:endParaRPr lang="zh-CN" altLang="en-US" noProof="1"/>
          </a:p>
          <a:p>
            <a:pPr lvl="1"/>
            <a:r>
              <a:rPr lang="zh-CN" altLang="en-US" noProof="1"/>
              <a:t>第二级</a:t>
            </a:r>
            <a:endParaRPr lang="zh-CN" altLang="en-US" noProof="1"/>
          </a:p>
          <a:p>
            <a:pPr lvl="2"/>
            <a:r>
              <a:rPr lang="zh-CN" altLang="en-US" noProof="1"/>
              <a:t>第三级</a:t>
            </a:r>
            <a:endParaRPr lang="zh-CN" altLang="en-US" noProof="1"/>
          </a:p>
          <a:p>
            <a:pPr lvl="3"/>
            <a:r>
              <a:rPr lang="zh-CN" altLang="en-US" noProof="1"/>
              <a:t>第四级</a:t>
            </a:r>
            <a:endParaRPr lang="zh-CN" altLang="en-US" noProof="1"/>
          </a:p>
          <a:p>
            <a:pPr lvl="4"/>
            <a:r>
              <a:rPr lang="zh-CN" altLang="en-US" noProof="1"/>
              <a:t>第五级</a:t>
            </a:r>
            <a:endParaRPr lang="zh-CN" altLang="en-US" noProof="1"/>
          </a:p>
        </p:txBody>
      </p:sp>
      <p:sp>
        <p:nvSpPr>
          <p:cNvPr id="4" name="内容占位符 3"/>
          <p:cNvSpPr>
            <a:spLocks noGrp="1"/>
          </p:cNvSpPr>
          <p:nvPr>
            <p:ph sz="quarter" idx="2"/>
          </p:nvPr>
        </p:nvSpPr>
        <p:spPr>
          <a:xfrm>
            <a:off x="4648200" y="1600200"/>
            <a:ext cx="4038600" cy="218598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CN" altLang="en-US" noProof="1"/>
              <a:t>单击此处编辑母版文本样式</a:t>
            </a:r>
            <a:endParaRPr lang="zh-CN" altLang="en-US" noProof="1"/>
          </a:p>
          <a:p>
            <a:pPr lvl="1"/>
            <a:r>
              <a:rPr lang="zh-CN" altLang="en-US" noProof="1"/>
              <a:t>第二级</a:t>
            </a:r>
            <a:endParaRPr lang="zh-CN" altLang="en-US" noProof="1"/>
          </a:p>
          <a:p>
            <a:pPr lvl="2"/>
            <a:r>
              <a:rPr lang="zh-CN" altLang="en-US" noProof="1"/>
              <a:t>第三级</a:t>
            </a:r>
            <a:endParaRPr lang="zh-CN" altLang="en-US" noProof="1"/>
          </a:p>
          <a:p>
            <a:pPr lvl="3"/>
            <a:r>
              <a:rPr lang="zh-CN" altLang="en-US" noProof="1"/>
              <a:t>第四级</a:t>
            </a:r>
            <a:endParaRPr lang="zh-CN" altLang="en-US" noProof="1"/>
          </a:p>
          <a:p>
            <a:pPr lvl="4"/>
            <a:r>
              <a:rPr lang="zh-CN" altLang="en-US" noProof="1"/>
              <a:t>第五级</a:t>
            </a:r>
            <a:endParaRPr lang="zh-CN" altLang="en-US" noProof="1"/>
          </a:p>
        </p:txBody>
      </p:sp>
      <p:sp>
        <p:nvSpPr>
          <p:cNvPr id="5" name="内容占位符 4"/>
          <p:cNvSpPr>
            <a:spLocks noGrp="1"/>
          </p:cNvSpPr>
          <p:nvPr>
            <p:ph sz="quarter" idx="3"/>
          </p:nvPr>
        </p:nvSpPr>
        <p:spPr>
          <a:xfrm>
            <a:off x="457200" y="3938588"/>
            <a:ext cx="4038600" cy="2187575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CN" altLang="en-US" noProof="1"/>
              <a:t>单击此处编辑母版文本样式</a:t>
            </a:r>
            <a:endParaRPr lang="zh-CN" altLang="en-US" noProof="1"/>
          </a:p>
          <a:p>
            <a:pPr lvl="1"/>
            <a:r>
              <a:rPr lang="zh-CN" altLang="en-US" noProof="1"/>
              <a:t>第二级</a:t>
            </a:r>
            <a:endParaRPr lang="zh-CN" altLang="en-US" noProof="1"/>
          </a:p>
          <a:p>
            <a:pPr lvl="2"/>
            <a:r>
              <a:rPr lang="zh-CN" altLang="en-US" noProof="1"/>
              <a:t>第三级</a:t>
            </a:r>
            <a:endParaRPr lang="zh-CN" altLang="en-US" noProof="1"/>
          </a:p>
          <a:p>
            <a:pPr lvl="3"/>
            <a:r>
              <a:rPr lang="zh-CN" altLang="en-US" noProof="1"/>
              <a:t>第四级</a:t>
            </a:r>
            <a:endParaRPr lang="zh-CN" altLang="en-US" noProof="1"/>
          </a:p>
          <a:p>
            <a:pPr lvl="4"/>
            <a:r>
              <a:rPr lang="zh-CN" altLang="en-US" noProof="1"/>
              <a:t>第五级</a:t>
            </a:r>
            <a:endParaRPr lang="zh-CN" altLang="en-US" noProof="1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48200" y="3938588"/>
            <a:ext cx="4038600" cy="2187575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CN" altLang="en-US" noProof="1"/>
              <a:t>单击此处编辑母版文本样式</a:t>
            </a:r>
            <a:endParaRPr lang="zh-CN" altLang="en-US" noProof="1"/>
          </a:p>
          <a:p>
            <a:pPr lvl="1"/>
            <a:r>
              <a:rPr lang="zh-CN" altLang="en-US" noProof="1"/>
              <a:t>第二级</a:t>
            </a:r>
            <a:endParaRPr lang="zh-CN" altLang="en-US" noProof="1"/>
          </a:p>
          <a:p>
            <a:pPr lvl="2"/>
            <a:r>
              <a:rPr lang="zh-CN" altLang="en-US" noProof="1"/>
              <a:t>第三级</a:t>
            </a:r>
            <a:endParaRPr lang="zh-CN" altLang="en-US" noProof="1"/>
          </a:p>
          <a:p>
            <a:pPr lvl="3"/>
            <a:r>
              <a:rPr lang="zh-CN" altLang="en-US" noProof="1"/>
              <a:t>第四级</a:t>
            </a:r>
            <a:endParaRPr lang="zh-CN" altLang="en-US" noProof="1"/>
          </a:p>
          <a:p>
            <a:pPr lvl="4"/>
            <a:r>
              <a:rPr lang="zh-CN" altLang="en-US" noProof="1"/>
              <a:t>第五级</a:t>
            </a:r>
            <a:endParaRPr lang="zh-CN" altLang="en-US" noProof="1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3061E8DB-7173-4D6F-BCF1-2741B4247A88}" type="datetime1">
              <a:rPr kumimoji="0" lang="zh-CN" altLang="en-US" sz="16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</a:fld>
            <a:endParaRPr kumimoji="0" lang="en-US" altLang="zh-CN" sz="16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8" name="灯片编号占位符 7"/>
          <p:cNvSpPr>
            <a:spLocks noGrp="1"/>
          </p:cNvSpPr>
          <p:nvPr>
            <p:ph type="sldNum" sz="quarter" idx="11"/>
          </p:nvPr>
        </p:nvSpPr>
        <p:spPr/>
        <p:txBody>
          <a:bodyPr/>
          <a:p>
            <a:pPr lvl="0" eaLnBrk="1" hangingPunct="1">
              <a:buNone/>
            </a:pPr>
            <a:fld id="{9A0DB2DC-4C9A-4742-B13C-FB6460FD3503}" type="slidenum">
              <a:rPr lang="en-US" altLang="zh-CN" dirty="0"/>
            </a:fld>
            <a:endParaRPr lang="en-US" altLang="zh-CN" dirty="0"/>
          </a:p>
        </p:txBody>
      </p:sp>
    </p:spTree>
  </p:cSld>
  <p:clrMapOvr>
    <a:masterClrMapping/>
  </p:clrMapOvr>
  <p:transition spd="slow">
    <p:randomBar dir="vert"/>
  </p:transition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bl">
  <p:cSld name="标题和表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/>
          <a:lstStyle/>
          <a:p>
            <a:r>
              <a:rPr lang="zh-CN" altLang="en-US" noProof="1"/>
              <a:t>单击此处编辑母版标题样式</a:t>
            </a:r>
            <a:endParaRPr lang="zh-CN" altLang="en-US" noProof="1"/>
          </a:p>
        </p:txBody>
      </p:sp>
      <p:sp>
        <p:nvSpPr>
          <p:cNvPr id="3" name="表格占位符 2"/>
          <p:cNvSpPr>
            <a:spLocks noGrp="1"/>
          </p:cNvSpPr>
          <p:nvPr>
            <p:ph type="tbl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/>
          <a:lstStyle/>
          <a:p>
            <a:pPr marL="342900" marR="0" lvl="0" indent="-342900" algn="l" defTabSz="914400" rtl="0" eaLnBrk="0" fontAlgn="base" latinLnBrk="0" hangingPunct="0">
              <a:lnSpc>
                <a:spcPct val="13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2400" b="0" i="0" u="none" strike="noStrike" kern="0" cap="none" spc="0" normalizeH="0" baseline="0" noProof="0">
              <a:ln>
                <a:noFill/>
              </a:ln>
              <a:solidFill>
                <a:srgbClr val="0000FF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+mn-cs"/>
            </a:endParaRP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3061E8DB-7173-4D6F-BCF1-2741B4247A88}" type="datetime1">
              <a:rPr kumimoji="0" lang="zh-CN" altLang="en-US" sz="16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</a:fld>
            <a:endParaRPr kumimoji="0" lang="en-US" altLang="zh-CN" sz="16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1"/>
          </p:nvPr>
        </p:nvSpPr>
        <p:spPr/>
        <p:txBody>
          <a:bodyPr/>
          <a:p>
            <a:pPr lvl="0" eaLnBrk="1" hangingPunct="1">
              <a:buNone/>
            </a:pPr>
            <a:fld id="{9A0DB2DC-4C9A-4742-B13C-FB6460FD3503}" type="slidenum">
              <a:rPr lang="en-US" altLang="zh-CN" dirty="0"/>
            </a:fld>
            <a:endParaRPr lang="en-US" altLang="zh-CN" dirty="0"/>
          </a:p>
        </p:txBody>
      </p:sp>
    </p:spTree>
  </p:cSld>
  <p:clrMapOvr>
    <a:masterClrMapping/>
  </p:clrMapOvr>
  <p:transition spd="slow">
    <p:randomBar dir="vert"/>
  </p:transition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noProof="1"/>
              <a:t>单击此处编辑母版标题样式</a:t>
            </a:r>
            <a:endParaRPr lang="zh-CN" altLang="en-US" noProof="1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 noProof="1"/>
              <a:t>单击此处编辑母版文本样式</a:t>
            </a:r>
            <a:endParaRPr lang="zh-CN" altLang="en-US" noProof="1"/>
          </a:p>
          <a:p>
            <a:pPr lvl="1"/>
            <a:r>
              <a:rPr lang="zh-CN" altLang="en-US" noProof="1"/>
              <a:t>第二级</a:t>
            </a:r>
            <a:endParaRPr lang="zh-CN" altLang="en-US" noProof="1"/>
          </a:p>
          <a:p>
            <a:pPr lvl="2"/>
            <a:r>
              <a:rPr lang="zh-CN" altLang="en-US" noProof="1"/>
              <a:t>第三级</a:t>
            </a:r>
            <a:endParaRPr lang="zh-CN" altLang="en-US" noProof="1"/>
          </a:p>
          <a:p>
            <a:pPr lvl="3"/>
            <a:r>
              <a:rPr lang="zh-CN" altLang="en-US" noProof="1"/>
              <a:t>第四级</a:t>
            </a:r>
            <a:endParaRPr lang="zh-CN" altLang="en-US" noProof="1"/>
          </a:p>
          <a:p>
            <a:pPr lvl="4"/>
            <a:r>
              <a:rPr lang="zh-CN" altLang="en-US" noProof="1"/>
              <a:t>第五级</a:t>
            </a:r>
            <a:endParaRPr lang="zh-CN" altLang="en-US" noProof="1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5D5B4E21-ACA8-456A-8DB2-EE5FD2EAA32D}" type="datetime1">
              <a:rPr kumimoji="0" lang="zh-CN" altLang="en-US" sz="16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</a:fld>
            <a:endParaRPr kumimoji="0" lang="en-US" altLang="zh-CN" sz="16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1"/>
          </p:nvPr>
        </p:nvSpPr>
        <p:spPr/>
        <p:txBody>
          <a:bodyPr/>
          <a:p>
            <a:pPr lvl="0" eaLnBrk="1" hangingPunct="1">
              <a:buNone/>
            </a:pPr>
            <a:fld id="{9A0DB2DC-4C9A-4742-B13C-FB6460FD3503}" type="slidenum">
              <a:rPr lang="en-US" altLang="zh-CN" dirty="0"/>
            </a:fld>
            <a:endParaRPr lang="en-US" altLang="zh-CN" dirty="0"/>
          </a:p>
        </p:txBody>
      </p:sp>
    </p:spTree>
  </p:cSld>
  <p:clrMapOvr>
    <a:masterClrMapping/>
  </p:clrMapOvr>
  <p:transition spd="slow">
    <p:randomBar dir="vert"/>
  </p:transition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xAndObj">
  <p:cSld name="标题，文本与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301625" y="609600"/>
            <a:ext cx="8540750" cy="1143000"/>
          </a:xfrm>
        </p:spPr>
        <p:txBody>
          <a:bodyPr/>
          <a:lstStyle/>
          <a:p>
            <a:r>
              <a:rPr lang="zh-CN" altLang="en-US" noProof="1"/>
              <a:t>单击此处编辑母版标题样式</a:t>
            </a:r>
            <a:endParaRPr lang="zh-CN" altLang="en-US" noProof="1"/>
          </a:p>
        </p:txBody>
      </p:sp>
      <p:sp>
        <p:nvSpPr>
          <p:cNvPr id="3" name="文本占位符 2"/>
          <p:cNvSpPr>
            <a:spLocks noGrp="1"/>
          </p:cNvSpPr>
          <p:nvPr>
            <p:ph type="body" sz="half" idx="1"/>
          </p:nvPr>
        </p:nvSpPr>
        <p:spPr>
          <a:xfrm>
            <a:off x="301625" y="1905000"/>
            <a:ext cx="4194175" cy="4194175"/>
          </a:xfrm>
        </p:spPr>
        <p:txBody>
          <a:bodyPr/>
          <a:lstStyle/>
          <a:p>
            <a:pPr lvl="0"/>
            <a:r>
              <a:rPr lang="zh-CN" altLang="en-US" noProof="1"/>
              <a:t>单击此处编辑母版文本样式</a:t>
            </a:r>
            <a:endParaRPr lang="zh-CN" altLang="en-US" noProof="1"/>
          </a:p>
          <a:p>
            <a:pPr lvl="1"/>
            <a:r>
              <a:rPr lang="zh-CN" altLang="en-US" noProof="1"/>
              <a:t>第二级</a:t>
            </a:r>
            <a:endParaRPr lang="zh-CN" altLang="en-US" noProof="1"/>
          </a:p>
          <a:p>
            <a:pPr lvl="2"/>
            <a:r>
              <a:rPr lang="zh-CN" altLang="en-US" noProof="1"/>
              <a:t>第三级</a:t>
            </a:r>
            <a:endParaRPr lang="zh-CN" altLang="en-US" noProof="1"/>
          </a:p>
          <a:p>
            <a:pPr lvl="3"/>
            <a:r>
              <a:rPr lang="zh-CN" altLang="en-US" noProof="1"/>
              <a:t>第四级</a:t>
            </a:r>
            <a:endParaRPr lang="zh-CN" altLang="en-US" noProof="1"/>
          </a:p>
          <a:p>
            <a:pPr lvl="4"/>
            <a:r>
              <a:rPr lang="zh-CN" altLang="en-US" noProof="1"/>
              <a:t>第五级</a:t>
            </a:r>
            <a:endParaRPr lang="zh-CN" altLang="en-US" noProof="1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48200" y="1905000"/>
            <a:ext cx="4194175" cy="4194175"/>
          </a:xfrm>
        </p:spPr>
        <p:txBody>
          <a:bodyPr/>
          <a:lstStyle/>
          <a:p>
            <a:pPr lvl="0"/>
            <a:r>
              <a:rPr lang="zh-CN" altLang="en-US" noProof="1"/>
              <a:t>单击此处编辑母版文本样式</a:t>
            </a:r>
            <a:endParaRPr lang="zh-CN" altLang="en-US" noProof="1"/>
          </a:p>
          <a:p>
            <a:pPr lvl="1"/>
            <a:r>
              <a:rPr lang="zh-CN" altLang="en-US" noProof="1"/>
              <a:t>第二级</a:t>
            </a:r>
            <a:endParaRPr lang="zh-CN" altLang="en-US" noProof="1"/>
          </a:p>
          <a:p>
            <a:pPr lvl="2"/>
            <a:r>
              <a:rPr lang="zh-CN" altLang="en-US" noProof="1"/>
              <a:t>第三级</a:t>
            </a:r>
            <a:endParaRPr lang="zh-CN" altLang="en-US" noProof="1"/>
          </a:p>
          <a:p>
            <a:pPr lvl="3"/>
            <a:r>
              <a:rPr lang="zh-CN" altLang="en-US" noProof="1"/>
              <a:t>第四级</a:t>
            </a:r>
            <a:endParaRPr lang="zh-CN" altLang="en-US" noProof="1"/>
          </a:p>
          <a:p>
            <a:pPr lvl="4"/>
            <a:r>
              <a:rPr lang="zh-CN" altLang="en-US" noProof="1"/>
              <a:t>第五级</a:t>
            </a:r>
            <a:endParaRPr lang="zh-CN" altLang="en-US" noProof="1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5D5B4E21-ACA8-456A-8DB2-EE5FD2EAA32D}" type="datetime1">
              <a:rPr kumimoji="0" lang="zh-CN" altLang="en-US" sz="16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</a:fld>
            <a:endParaRPr kumimoji="0" lang="en-US" altLang="zh-CN" sz="16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1"/>
          </p:nvPr>
        </p:nvSpPr>
        <p:spPr/>
        <p:txBody>
          <a:bodyPr/>
          <a:p>
            <a:pPr lvl="0" eaLnBrk="1" hangingPunct="1">
              <a:buNone/>
            </a:pPr>
            <a:fld id="{9A0DB2DC-4C9A-4742-B13C-FB6460FD3503}" type="slidenum">
              <a:rPr lang="en-US" altLang="zh-CN" dirty="0"/>
            </a:fld>
            <a:endParaRPr lang="en-US" altLang="zh-CN" dirty="0"/>
          </a:p>
        </p:txBody>
      </p:sp>
    </p:spTree>
  </p:cSld>
  <p:clrMapOvr>
    <a:masterClrMapping/>
  </p:clrMapOvr>
  <p:transition spd="slow">
    <p:randomBar dir="vert"/>
  </p:transition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5D5B4E21-ACA8-456A-8DB2-EE5FD2EAA32D}" type="datetime1">
              <a:rPr kumimoji="0" lang="zh-CN" altLang="en-US" sz="16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</a:fld>
            <a:endParaRPr kumimoji="0" lang="en-US" altLang="zh-CN" sz="16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3" name="灯片编号占位符 2"/>
          <p:cNvSpPr>
            <a:spLocks noGrp="1"/>
          </p:cNvSpPr>
          <p:nvPr>
            <p:ph type="sldNum" sz="quarter" idx="11"/>
          </p:nvPr>
        </p:nvSpPr>
        <p:spPr/>
        <p:txBody>
          <a:bodyPr/>
          <a:p>
            <a:pPr lvl="0" eaLnBrk="1" hangingPunct="1">
              <a:buNone/>
            </a:pPr>
            <a:fld id="{9A0DB2DC-4C9A-4742-B13C-FB6460FD3503}" type="slidenum">
              <a:rPr lang="en-US" altLang="zh-CN" dirty="0"/>
            </a:fld>
            <a:endParaRPr lang="en-US" altLang="zh-CN" dirty="0"/>
          </a:p>
        </p:txBody>
      </p:sp>
    </p:spTree>
  </p:cSld>
  <p:clrMapOvr>
    <a:masterClrMapping/>
  </p:clrMapOvr>
  <p:transition spd="slow">
    <p:randomBar dir="vert"/>
  </p:transition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8" Type="http://schemas.openxmlformats.org/officeDocument/2006/relationships/theme" Target="../theme/theme1.xml"/><Relationship Id="rId17" Type="http://schemas.openxmlformats.org/officeDocument/2006/relationships/image" Target="../media/image2.jpeg"/><Relationship Id="rId16" Type="http://schemas.openxmlformats.org/officeDocument/2006/relationships/image" Target="../media/image1.jpeg"/><Relationship Id="rId15" Type="http://schemas.openxmlformats.org/officeDocument/2006/relationships/slideLayout" Target="../slideLayouts/slideLayout15.xml"/><Relationship Id="rId14" Type="http://schemas.openxmlformats.org/officeDocument/2006/relationships/slideLayout" Target="../slideLayouts/slideLayout14.xml"/><Relationship Id="rId13" Type="http://schemas.openxmlformats.org/officeDocument/2006/relationships/slideLayout" Target="../slideLayouts/slideLayout13.xml"/><Relationship Id="rId12" Type="http://schemas.openxmlformats.org/officeDocument/2006/relationships/slideLayout" Target="../slideLayouts/slideLayout12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_rels/slideMaster2.xml.rels><?xml version="1.0" encoding="UTF-8" standalone="yes"?>
<Relationships xmlns="http://schemas.openxmlformats.org/package/2006/relationships"><Relationship Id="rId6" Type="http://schemas.openxmlformats.org/officeDocument/2006/relationships/theme" Target="../theme/theme2.xml"/><Relationship Id="rId5" Type="http://schemas.openxmlformats.org/officeDocument/2006/relationships/image" Target="../media/image2.jpeg"/><Relationship Id="rId4" Type="http://schemas.openxmlformats.org/officeDocument/2006/relationships/image" Target="../media/image1.jpeg"/><Relationship Id="rId3" Type="http://schemas.openxmlformats.org/officeDocument/2006/relationships/slideLayout" Target="../slideLayouts/slideLayout18.xml"/><Relationship Id="rId2" Type="http://schemas.openxmlformats.org/officeDocument/2006/relationships/slideLayout" Target="../slideLayouts/slideLayout17.xml"/><Relationship Id="rId1" Type="http://schemas.openxmlformats.org/officeDocument/2006/relationships/slideLayout" Target="../slideLayouts/slideLayout16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1026" name="Rectangle 2"/>
          <p:cNvSpPr>
            <a:spLocks noGrp="1" noRot="1"/>
          </p:cNvSpPr>
          <p:nvPr>
            <p:ph type="title"/>
          </p:nvPr>
        </p:nvSpPr>
        <p:spPr>
          <a:xfrm>
            <a:off x="498475" y="266700"/>
            <a:ext cx="6746875" cy="725488"/>
          </a:xfrm>
          <a:prstGeom prst="rect">
            <a:avLst/>
          </a:prstGeom>
          <a:noFill/>
          <a:ln w="9525">
            <a:noFill/>
          </a:ln>
        </p:spPr>
        <p:txBody>
          <a:bodyPr anchor="ctr" anchorCtr="0"/>
          <a:p>
            <a:pPr lvl="0"/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1027" name="Rectangle 3"/>
          <p:cNvSpPr>
            <a:spLocks noGrp="1" noRot="1"/>
          </p:cNvSpPr>
          <p:nvPr>
            <p:ph type="body"/>
          </p:nvPr>
        </p:nvSpPr>
        <p:spPr>
          <a:xfrm>
            <a:off x="479425" y="1260475"/>
            <a:ext cx="8274050" cy="4702175"/>
          </a:xfrm>
          <a:prstGeom prst="rect">
            <a:avLst/>
          </a:prstGeom>
          <a:noFill/>
          <a:ln w="9525">
            <a:noFill/>
          </a:ln>
        </p:spPr>
        <p:txBody>
          <a:bodyPr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16" cstate="print"/>
          <a:stretch>
            <a:fillRect/>
          </a:stretch>
        </p:blipFill>
        <p:spPr>
          <a:xfrm>
            <a:off x="6000760" y="0"/>
            <a:ext cx="3143240" cy="785793"/>
          </a:xfrm>
          <a:prstGeom prst="roundRect">
            <a:avLst>
              <a:gd name="adj" fmla="val 23752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>
            <a:reflection blurRad="12700" stA="38000" endPos="28000" dist="5000" dir="5400000" sy="-100000" algn="bl" rotWithShape="0"/>
          </a:effectLst>
        </p:spPr>
      </p:pic>
      <p:sp>
        <p:nvSpPr>
          <p:cNvPr id="1029" name="AutoShape 4"/>
          <p:cNvSpPr/>
          <p:nvPr userDrawn="1"/>
        </p:nvSpPr>
        <p:spPr>
          <a:xfrm>
            <a:off x="609600" y="1052513"/>
            <a:ext cx="7958138" cy="109537"/>
          </a:xfrm>
          <a:custGeom>
            <a:avLst/>
            <a:gdLst/>
            <a:ahLst/>
            <a:cxnLst>
              <a:cxn ang="0">
                <a:pos x="0" y="0"/>
              </a:cxn>
              <a:cxn ang="0">
                <a:pos x="2147483646" y="0"/>
              </a:cxn>
              <a:cxn ang="0">
                <a:pos x="2147483646" y="11998354"/>
              </a:cxn>
              <a:cxn ang="0">
                <a:pos x="0" y="11998354"/>
              </a:cxn>
              <a:cxn ang="0">
                <a:pos x="0" y="0"/>
              </a:cxn>
              <a:cxn ang="0">
                <a:pos x="0" y="0"/>
              </a:cxn>
              <a:cxn ang="0">
                <a:pos x="2147483646" y="0"/>
              </a:cxn>
            </a:cxnLst>
            <a:pathLst>
              <a:path w="1000" h="1000" stroke="0">
                <a:moveTo>
                  <a:pt x="0" y="0"/>
                </a:moveTo>
                <a:lnTo>
                  <a:pt x="585" y="0"/>
                </a:lnTo>
                <a:lnTo>
                  <a:pt x="585" y="1000"/>
                </a:lnTo>
                <a:lnTo>
                  <a:pt x="0" y="1000"/>
                </a:lnTo>
                <a:lnTo>
                  <a:pt x="0" y="0"/>
                </a:lnTo>
                <a:close/>
              </a:path>
              <a:path w="1000" h="1000">
                <a:moveTo>
                  <a:pt x="0" y="0"/>
                </a:moveTo>
                <a:lnTo>
                  <a:pt x="1000" y="0"/>
                </a:lnTo>
              </a:path>
            </a:pathLst>
          </a:custGeom>
          <a:solidFill>
            <a:srgbClr val="CC0000">
              <a:alpha val="100000"/>
            </a:srgbClr>
          </a:solidFill>
          <a:ln w="9525" cap="flat" cmpd="sng">
            <a:solidFill>
              <a:srgbClr val="FF0000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p>
            <a:endParaRPr lang="zh-CN" altLang="en-US"/>
          </a:p>
        </p:txBody>
      </p:sp>
      <p:pic>
        <p:nvPicPr>
          <p:cNvPr id="1030" name="Picture 9" descr="BJ2039"/>
          <p:cNvPicPr preferRelativeResize="0"/>
          <p:nvPr userDrawn="1"/>
        </p:nvPicPr>
        <p:blipFill>
          <a:blip r:embed="rId17"/>
          <a:stretch>
            <a:fillRect/>
          </a:stretch>
        </p:blipFill>
        <p:spPr>
          <a:xfrm>
            <a:off x="5867400" y="6096000"/>
            <a:ext cx="3276600" cy="762000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10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457200" y="6453188"/>
            <a:ext cx="2133600" cy="360363"/>
          </a:xfrm>
          <a:prstGeom prst="rect">
            <a:avLst/>
          </a:prstGeom>
          <a:ln>
            <a:miter lim="800000"/>
          </a:ln>
        </p:spPr>
        <p:txBody>
          <a:bodyPr vert="horz" wrap="square" lIns="91440" tIns="45720" rIns="91440" bIns="45720" numCol="1" anchor="t" anchorCtr="0" compatLnSpc="1"/>
          <a:lstStyle>
            <a:lvl1pPr eaLnBrk="1" hangingPunct="1">
              <a:defRPr sz="1600">
                <a:solidFill>
                  <a:srgbClr val="000000"/>
                </a:solidFill>
                <a:latin typeface="Times New Roman" panose="02020603050405020304" pitchFamily="18" charset="0"/>
              </a:defRPr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3061E8DB-7173-4D6F-BCF1-2741B4247A88}" type="datetime1">
              <a:rPr kumimoji="0" lang="zh-CN" altLang="en-US" sz="16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</a:fld>
            <a:endParaRPr kumimoji="0" lang="en-US" altLang="zh-CN" sz="16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1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8388350" y="6453188"/>
            <a:ext cx="720725" cy="360363"/>
          </a:xfrm>
          <a:prstGeom prst="rect">
            <a:avLst/>
          </a:prstGeom>
          <a:ln>
            <a:miter lim="800000"/>
          </a:ln>
        </p:spPr>
        <p:txBody>
          <a:bodyPr vert="horz" wrap="square" lIns="91440" tIns="45720" rIns="91440" bIns="45720" numCol="1" anchor="t" anchorCtr="0" compatLnSpc="1"/>
          <a:lstStyle>
            <a:lvl1pPr algn="ctr">
              <a:defRPr sz="1600">
                <a:solidFill>
                  <a:srgbClr val="000000"/>
                </a:solidFill>
                <a:latin typeface="Times New Roman" panose="02020603050405020304" pitchFamily="18" charset="0"/>
                <a:ea typeface="楷体_GB2312" charset="-122"/>
              </a:defRPr>
            </a:lvl1pPr>
          </a:lstStyle>
          <a:p>
            <a:pPr lvl="0" eaLnBrk="1" hangingPunct="1">
              <a:buNone/>
            </a:pPr>
            <a:fld id="{9A0DB2DC-4C9A-4742-B13C-FB6460FD3503}" type="slidenum">
              <a:rPr lang="en-US" altLang="zh-CN" dirty="0"/>
            </a:fld>
            <a:endParaRPr lang="en-US" altLang="zh-CN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  <p:sldLayoutId id="2147483663" r:id="rId15"/>
  </p:sldLayoutIdLst>
  <p:transition spd="slow">
    <p:randomBar dir="vert"/>
  </p:transition>
  <p:hf sldNum="0" hdr="0" ftr="0" dt="0"/>
  <p:txStyles>
    <p:titleStyle>
      <a:lvl1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rgbClr val="0000CC"/>
          </a:solidFill>
          <a:latin typeface="+mj-lt"/>
          <a:ea typeface="+mj-ea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rgbClr val="0000CC"/>
          </a:solidFill>
          <a:latin typeface="Arial" panose="020B0604020202020204" pitchFamily="34" charset="0"/>
          <a:ea typeface="宋体" panose="02010600030101010101" pitchFamily="2" charset="-122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rgbClr val="0000CC"/>
          </a:solidFill>
          <a:latin typeface="Arial" panose="020B0604020202020204" pitchFamily="34" charset="0"/>
          <a:ea typeface="宋体" panose="02010600030101010101" pitchFamily="2" charset="-122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rgbClr val="0000CC"/>
          </a:solidFill>
          <a:latin typeface="Arial" panose="020B0604020202020204" pitchFamily="34" charset="0"/>
          <a:ea typeface="宋体" panose="02010600030101010101" pitchFamily="2" charset="-122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rgbClr val="0000CC"/>
          </a:solidFill>
          <a:latin typeface="Arial" panose="020B0604020202020204" pitchFamily="34" charset="0"/>
          <a:ea typeface="宋体" panose="02010600030101010101" pitchFamily="2" charset="-122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宋体" panose="02010600030101010101" pitchFamily="2" charset="-122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宋体" panose="02010600030101010101" pitchFamily="2" charset="-122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宋体" panose="02010600030101010101" pitchFamily="2" charset="-122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宋体" panose="02010600030101010101" pitchFamily="2" charset="-122"/>
        </a:defRPr>
      </a:lvl9pPr>
    </p:titleStyle>
    <p:bodyStyle>
      <a:lvl1pPr marL="342900" indent="-342900" algn="l" rtl="0" eaLnBrk="0" fontAlgn="base" hangingPunct="0">
        <a:lnSpc>
          <a:spcPct val="130000"/>
        </a:lnSpc>
        <a:spcBef>
          <a:spcPct val="20000"/>
        </a:spcBef>
        <a:spcAft>
          <a:spcPct val="0"/>
        </a:spcAft>
        <a:defRPr sz="2400">
          <a:solidFill>
            <a:srgbClr val="0000FF"/>
          </a:solidFill>
          <a:latin typeface="Times New Roman" panose="02020603050405020304" pitchFamily="18" charset="0"/>
          <a:ea typeface="+mn-ea"/>
          <a:cs typeface="+mn-cs"/>
        </a:defRPr>
      </a:lvl1pPr>
      <a:lvl2pPr marL="742950" indent="-285750" algn="l" rtl="0" eaLnBrk="0" fontAlgn="base" hangingPunct="0">
        <a:lnSpc>
          <a:spcPct val="130000"/>
        </a:lnSpc>
        <a:spcBef>
          <a:spcPct val="20000"/>
        </a:spcBef>
        <a:spcAft>
          <a:spcPct val="0"/>
        </a:spcAft>
        <a:buClr>
          <a:srgbClr val="0000CC"/>
        </a:buClr>
        <a:buSzPct val="80000"/>
        <a:buFont typeface="Wingdings" panose="05000000000000000000" pitchFamily="2" charset="2"/>
        <a:buChar char="o"/>
        <a:defRPr sz="3000" b="1">
          <a:solidFill>
            <a:srgbClr val="0000FF"/>
          </a:solidFill>
          <a:latin typeface="Arial Narrow" panose="020B0606020202030204" pitchFamily="34" charset="0"/>
          <a:ea typeface="楷体_GB2312" charset="-122"/>
          <a:cs typeface="楷体_GB2312" charset="-122"/>
        </a:defRPr>
      </a:lvl2pPr>
      <a:lvl3pPr marL="1143000" indent="-228600" algn="l" rtl="0" eaLnBrk="0" fontAlgn="base" hangingPunct="0">
        <a:lnSpc>
          <a:spcPct val="130000"/>
        </a:lnSpc>
        <a:spcBef>
          <a:spcPct val="20000"/>
        </a:spcBef>
        <a:spcAft>
          <a:spcPct val="0"/>
        </a:spcAft>
        <a:buClr>
          <a:srgbClr val="0000CC"/>
        </a:buClr>
        <a:buSzPct val="80000"/>
        <a:buFont typeface="Wingdings" panose="05000000000000000000" pitchFamily="2" charset="2"/>
        <a:buChar char="n"/>
        <a:defRPr sz="3000" b="1">
          <a:solidFill>
            <a:srgbClr val="0000FF"/>
          </a:solidFill>
          <a:latin typeface="Arial Narrow" panose="020B0606020202030204" pitchFamily="34" charset="0"/>
          <a:ea typeface="楷体_GB2312" charset="-122"/>
          <a:cs typeface="楷体_GB2312" charset="-122"/>
        </a:defRPr>
      </a:lvl3pPr>
      <a:lvl4pPr marL="1600200" indent="-228600" algn="l" rtl="0" eaLnBrk="0" fontAlgn="base" hangingPunct="0">
        <a:lnSpc>
          <a:spcPct val="130000"/>
        </a:lnSpc>
        <a:spcBef>
          <a:spcPct val="20000"/>
        </a:spcBef>
        <a:spcAft>
          <a:spcPct val="0"/>
        </a:spcAft>
        <a:buClr>
          <a:srgbClr val="0000CC"/>
        </a:buClr>
        <a:buSzPct val="80000"/>
        <a:buFont typeface="Wingdings" panose="05000000000000000000" pitchFamily="2" charset="2"/>
        <a:buChar char="o"/>
        <a:defRPr sz="2800" b="1">
          <a:solidFill>
            <a:srgbClr val="0000FF"/>
          </a:solidFill>
          <a:latin typeface="Arial Narrow" panose="020B0606020202030204" pitchFamily="34" charset="0"/>
          <a:ea typeface="楷体_GB2312" charset="-122"/>
          <a:cs typeface="楷体_GB2312" charset="-122"/>
        </a:defRPr>
      </a:lvl4pPr>
      <a:lvl5pPr marL="2057400" indent="-228600" algn="l" rtl="0" eaLnBrk="0" fontAlgn="base" hangingPunct="0">
        <a:lnSpc>
          <a:spcPct val="130000"/>
        </a:lnSpc>
        <a:spcBef>
          <a:spcPct val="20000"/>
        </a:spcBef>
        <a:spcAft>
          <a:spcPct val="0"/>
        </a:spcAft>
        <a:buClr>
          <a:srgbClr val="0000CC"/>
        </a:buClr>
        <a:buSzPct val="80000"/>
        <a:buFont typeface="Wingdings" panose="05000000000000000000" pitchFamily="2" charset="2"/>
        <a:buChar char="o"/>
        <a:defRPr sz="2800" b="1">
          <a:solidFill>
            <a:srgbClr val="0000FF"/>
          </a:solidFill>
          <a:latin typeface="Arial Narrow" panose="020B0606020202030204" pitchFamily="34" charset="0"/>
          <a:ea typeface="楷体_GB2312" charset="-122"/>
          <a:cs typeface="楷体_GB2312" charset="-122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lr>
          <a:schemeClr val="hlink"/>
        </a:buClr>
        <a:buSzPct val="85000"/>
        <a:buFont typeface="Wingdings" panose="05000000000000000000" pitchFamily="2" charset="2"/>
        <a:buChar char="v"/>
        <a:defRPr sz="2000">
          <a:solidFill>
            <a:schemeClr val="tx1"/>
          </a:solidFill>
          <a:latin typeface="+mn-lt"/>
          <a:ea typeface="+mn-ea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lr>
          <a:schemeClr val="hlink"/>
        </a:buClr>
        <a:buSzPct val="85000"/>
        <a:buFont typeface="Wingdings" panose="05000000000000000000" pitchFamily="2" charset="2"/>
        <a:buChar char="v"/>
        <a:defRPr sz="2000">
          <a:solidFill>
            <a:schemeClr val="tx1"/>
          </a:solidFill>
          <a:latin typeface="+mn-lt"/>
          <a:ea typeface="+mn-ea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lr>
          <a:schemeClr val="hlink"/>
        </a:buClr>
        <a:buSzPct val="85000"/>
        <a:buFont typeface="Wingdings" panose="05000000000000000000" pitchFamily="2" charset="2"/>
        <a:buChar char="v"/>
        <a:defRPr sz="2000">
          <a:solidFill>
            <a:schemeClr val="tx1"/>
          </a:solidFill>
          <a:latin typeface="+mn-lt"/>
          <a:ea typeface="+mn-ea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lr>
          <a:schemeClr val="hlink"/>
        </a:buClr>
        <a:buSzPct val="85000"/>
        <a:buFont typeface="Wingdings" panose="05000000000000000000" pitchFamily="2" charset="2"/>
        <a:buChar char="v"/>
        <a:defRPr sz="2000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7170" name="Rectangle 2"/>
          <p:cNvSpPr>
            <a:spLocks noGrp="1" noRot="1"/>
          </p:cNvSpPr>
          <p:nvPr>
            <p:ph type="title"/>
          </p:nvPr>
        </p:nvSpPr>
        <p:spPr>
          <a:xfrm>
            <a:off x="498475" y="266700"/>
            <a:ext cx="6746875" cy="725488"/>
          </a:xfrm>
          <a:prstGeom prst="rect">
            <a:avLst/>
          </a:prstGeom>
          <a:noFill/>
          <a:ln w="9525">
            <a:noFill/>
          </a:ln>
        </p:spPr>
        <p:txBody>
          <a:bodyPr anchor="ctr" anchorCtr="0"/>
          <a:p>
            <a:pPr lvl="0"/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7171" name="Rectangle 3"/>
          <p:cNvSpPr>
            <a:spLocks noGrp="1" noRot="1"/>
          </p:cNvSpPr>
          <p:nvPr>
            <p:ph type="body"/>
          </p:nvPr>
        </p:nvSpPr>
        <p:spPr>
          <a:xfrm>
            <a:off x="479425" y="1260475"/>
            <a:ext cx="8274050" cy="4702175"/>
          </a:xfrm>
          <a:prstGeom prst="rect">
            <a:avLst/>
          </a:prstGeom>
          <a:noFill/>
          <a:ln w="9525">
            <a:noFill/>
          </a:ln>
        </p:spPr>
        <p:txBody>
          <a:bodyPr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4" cstate="print"/>
          <a:stretch>
            <a:fillRect/>
          </a:stretch>
        </p:blipFill>
        <p:spPr>
          <a:xfrm>
            <a:off x="6000760" y="0"/>
            <a:ext cx="3143240" cy="785793"/>
          </a:xfrm>
          <a:prstGeom prst="roundRect">
            <a:avLst>
              <a:gd name="adj" fmla="val 23752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>
            <a:reflection blurRad="12700" stA="38000" endPos="28000" dist="5000" dir="5400000" sy="-100000" algn="bl" rotWithShape="0"/>
          </a:effectLst>
        </p:spPr>
      </p:pic>
      <p:sp>
        <p:nvSpPr>
          <p:cNvPr id="7173" name="AutoShape 4"/>
          <p:cNvSpPr/>
          <p:nvPr userDrawn="1"/>
        </p:nvSpPr>
        <p:spPr>
          <a:xfrm>
            <a:off x="609600" y="1052513"/>
            <a:ext cx="7958138" cy="109537"/>
          </a:xfrm>
          <a:custGeom>
            <a:avLst/>
            <a:gdLst/>
            <a:ahLst/>
            <a:cxnLst>
              <a:cxn ang="0">
                <a:pos x="0" y="0"/>
              </a:cxn>
              <a:cxn ang="0">
                <a:pos x="2147483646" y="0"/>
              </a:cxn>
              <a:cxn ang="0">
                <a:pos x="2147483646" y="11998354"/>
              </a:cxn>
              <a:cxn ang="0">
                <a:pos x="0" y="11998354"/>
              </a:cxn>
              <a:cxn ang="0">
                <a:pos x="0" y="0"/>
              </a:cxn>
              <a:cxn ang="0">
                <a:pos x="0" y="0"/>
              </a:cxn>
              <a:cxn ang="0">
                <a:pos x="2147483646" y="0"/>
              </a:cxn>
            </a:cxnLst>
            <a:pathLst>
              <a:path w="1000" h="1000" stroke="0">
                <a:moveTo>
                  <a:pt x="0" y="0"/>
                </a:moveTo>
                <a:lnTo>
                  <a:pt x="585" y="0"/>
                </a:lnTo>
                <a:lnTo>
                  <a:pt x="585" y="1000"/>
                </a:lnTo>
                <a:lnTo>
                  <a:pt x="0" y="1000"/>
                </a:lnTo>
                <a:lnTo>
                  <a:pt x="0" y="0"/>
                </a:lnTo>
                <a:close/>
              </a:path>
              <a:path w="1000" h="1000">
                <a:moveTo>
                  <a:pt x="0" y="0"/>
                </a:moveTo>
                <a:lnTo>
                  <a:pt x="1000" y="0"/>
                </a:lnTo>
              </a:path>
            </a:pathLst>
          </a:custGeom>
          <a:solidFill>
            <a:srgbClr val="CC0000">
              <a:alpha val="100000"/>
            </a:srgbClr>
          </a:solidFill>
          <a:ln w="9525" cap="flat" cmpd="sng">
            <a:solidFill>
              <a:srgbClr val="FF0000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p>
            <a:endParaRPr lang="zh-CN" altLang="en-US"/>
          </a:p>
        </p:txBody>
      </p:sp>
      <p:pic>
        <p:nvPicPr>
          <p:cNvPr id="7174" name="Picture 9" descr="BJ2039"/>
          <p:cNvPicPr preferRelativeResize="0"/>
          <p:nvPr userDrawn="1"/>
        </p:nvPicPr>
        <p:blipFill>
          <a:blip r:embed="rId5"/>
          <a:stretch>
            <a:fillRect/>
          </a:stretch>
        </p:blipFill>
        <p:spPr>
          <a:xfrm>
            <a:off x="5867400" y="6096000"/>
            <a:ext cx="3276600" cy="762000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10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457200" y="6453188"/>
            <a:ext cx="2133600" cy="360363"/>
          </a:xfrm>
          <a:prstGeom prst="rect">
            <a:avLst/>
          </a:prstGeom>
          <a:ln>
            <a:miter lim="800000"/>
          </a:ln>
        </p:spPr>
        <p:txBody>
          <a:bodyPr vert="horz" wrap="square" lIns="91440" tIns="45720" rIns="91440" bIns="45720" numCol="1" anchor="t" anchorCtr="0" compatLnSpc="1"/>
          <a:lstStyle>
            <a:lvl1pPr eaLnBrk="1" hangingPunct="1">
              <a:defRPr sz="1600">
                <a:solidFill>
                  <a:srgbClr val="000000"/>
                </a:solidFill>
                <a:latin typeface="Times New Roman" panose="02020603050405020304" pitchFamily="18" charset="0"/>
              </a:defRPr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5D5B4E21-ACA8-456A-8DB2-EE5FD2EAA32D}" type="datetime1">
              <a:rPr kumimoji="0" lang="zh-CN" altLang="en-US" sz="16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</a:fld>
            <a:endParaRPr kumimoji="0" lang="en-US" altLang="zh-CN" sz="16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1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8388350" y="6453188"/>
            <a:ext cx="720725" cy="360363"/>
          </a:xfrm>
          <a:prstGeom prst="rect">
            <a:avLst/>
          </a:prstGeom>
          <a:ln>
            <a:miter lim="800000"/>
          </a:ln>
        </p:spPr>
        <p:txBody>
          <a:bodyPr vert="horz" wrap="square" lIns="91440" tIns="45720" rIns="91440" bIns="45720" numCol="1" anchor="t" anchorCtr="0" compatLnSpc="1"/>
          <a:lstStyle>
            <a:lvl1pPr algn="ctr">
              <a:defRPr sz="1600">
                <a:solidFill>
                  <a:srgbClr val="000000"/>
                </a:solidFill>
                <a:latin typeface="Times New Roman" panose="02020603050405020304" pitchFamily="18" charset="0"/>
                <a:ea typeface="楷体_GB2312" charset="-122"/>
              </a:defRPr>
            </a:lvl1pPr>
          </a:lstStyle>
          <a:p>
            <a:pPr lvl="0" eaLnBrk="1" hangingPunct="1">
              <a:buNone/>
            </a:pPr>
            <a:fld id="{9A0DB2DC-4C9A-4742-B13C-FB6460FD3503}" type="slidenum">
              <a:rPr lang="en-US" altLang="zh-CN" dirty="0"/>
            </a:fld>
            <a:endParaRPr lang="en-US" altLang="zh-CN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5" r:id="rId1"/>
    <p:sldLayoutId id="2147483666" r:id="rId2"/>
    <p:sldLayoutId id="2147483667" r:id="rId3"/>
  </p:sldLayoutIdLst>
  <p:transition spd="slow">
    <p:randomBar dir="vert"/>
  </p:transition>
  <p:hf sldNum="0" hdr="0" ftr="0" dt="0"/>
  <p:txStyles>
    <p:titleStyle>
      <a:lvl1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rgbClr val="0000CC"/>
          </a:solidFill>
          <a:latin typeface="+mj-lt"/>
          <a:ea typeface="+mj-ea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rgbClr val="0000CC"/>
          </a:solidFill>
          <a:latin typeface="Arial" panose="020B0604020202020204" pitchFamily="34" charset="0"/>
          <a:ea typeface="宋体" panose="02010600030101010101" pitchFamily="2" charset="-122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rgbClr val="0000CC"/>
          </a:solidFill>
          <a:latin typeface="Arial" panose="020B0604020202020204" pitchFamily="34" charset="0"/>
          <a:ea typeface="宋体" panose="02010600030101010101" pitchFamily="2" charset="-122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rgbClr val="0000CC"/>
          </a:solidFill>
          <a:latin typeface="Arial" panose="020B0604020202020204" pitchFamily="34" charset="0"/>
          <a:ea typeface="宋体" panose="02010600030101010101" pitchFamily="2" charset="-122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rgbClr val="0000CC"/>
          </a:solidFill>
          <a:latin typeface="Arial" panose="020B0604020202020204" pitchFamily="34" charset="0"/>
          <a:ea typeface="宋体" panose="02010600030101010101" pitchFamily="2" charset="-122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宋体" panose="02010600030101010101" pitchFamily="2" charset="-122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宋体" panose="02010600030101010101" pitchFamily="2" charset="-122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宋体" panose="02010600030101010101" pitchFamily="2" charset="-122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宋体" panose="02010600030101010101" pitchFamily="2" charset="-122"/>
        </a:defRPr>
      </a:lvl9pPr>
    </p:titleStyle>
    <p:bodyStyle>
      <a:lvl1pPr marL="342900" indent="-342900" algn="l" rtl="0" eaLnBrk="0" fontAlgn="base" hangingPunct="0">
        <a:lnSpc>
          <a:spcPct val="130000"/>
        </a:lnSpc>
        <a:spcBef>
          <a:spcPct val="20000"/>
        </a:spcBef>
        <a:spcAft>
          <a:spcPct val="0"/>
        </a:spcAft>
        <a:defRPr sz="2400">
          <a:solidFill>
            <a:srgbClr val="0000FF"/>
          </a:solidFill>
          <a:latin typeface="Times New Roman" panose="02020603050405020304" pitchFamily="18" charset="0"/>
          <a:ea typeface="+mn-ea"/>
          <a:cs typeface="+mn-cs"/>
        </a:defRPr>
      </a:lvl1pPr>
      <a:lvl2pPr marL="742950" indent="-285750" algn="l" rtl="0" eaLnBrk="0" fontAlgn="base" hangingPunct="0">
        <a:lnSpc>
          <a:spcPct val="130000"/>
        </a:lnSpc>
        <a:spcBef>
          <a:spcPct val="20000"/>
        </a:spcBef>
        <a:spcAft>
          <a:spcPct val="0"/>
        </a:spcAft>
        <a:buClr>
          <a:srgbClr val="0000CC"/>
        </a:buClr>
        <a:buSzPct val="80000"/>
        <a:buFont typeface="Wingdings" panose="05000000000000000000" pitchFamily="2" charset="2"/>
        <a:buChar char="o"/>
        <a:defRPr sz="3000" b="1">
          <a:solidFill>
            <a:srgbClr val="0000FF"/>
          </a:solidFill>
          <a:latin typeface="Arial Narrow" panose="020B0606020202030204" pitchFamily="34" charset="0"/>
          <a:ea typeface="楷体_GB2312" charset="-122"/>
          <a:cs typeface="楷体_GB2312" charset="-122"/>
        </a:defRPr>
      </a:lvl2pPr>
      <a:lvl3pPr marL="1143000" indent="-228600" algn="l" rtl="0" eaLnBrk="0" fontAlgn="base" hangingPunct="0">
        <a:lnSpc>
          <a:spcPct val="130000"/>
        </a:lnSpc>
        <a:spcBef>
          <a:spcPct val="20000"/>
        </a:spcBef>
        <a:spcAft>
          <a:spcPct val="0"/>
        </a:spcAft>
        <a:buClr>
          <a:srgbClr val="0000CC"/>
        </a:buClr>
        <a:buSzPct val="80000"/>
        <a:buFont typeface="Wingdings" panose="05000000000000000000" pitchFamily="2" charset="2"/>
        <a:buChar char="n"/>
        <a:defRPr sz="3000" b="1">
          <a:solidFill>
            <a:srgbClr val="0000FF"/>
          </a:solidFill>
          <a:latin typeface="Arial Narrow" panose="020B0606020202030204" pitchFamily="34" charset="0"/>
          <a:ea typeface="楷体_GB2312" charset="-122"/>
          <a:cs typeface="楷体_GB2312" charset="-122"/>
        </a:defRPr>
      </a:lvl3pPr>
      <a:lvl4pPr marL="1600200" indent="-228600" algn="l" rtl="0" eaLnBrk="0" fontAlgn="base" hangingPunct="0">
        <a:lnSpc>
          <a:spcPct val="130000"/>
        </a:lnSpc>
        <a:spcBef>
          <a:spcPct val="20000"/>
        </a:spcBef>
        <a:spcAft>
          <a:spcPct val="0"/>
        </a:spcAft>
        <a:buClr>
          <a:srgbClr val="0000CC"/>
        </a:buClr>
        <a:buSzPct val="80000"/>
        <a:buFont typeface="Wingdings" panose="05000000000000000000" pitchFamily="2" charset="2"/>
        <a:buChar char="o"/>
        <a:defRPr sz="2800" b="1">
          <a:solidFill>
            <a:srgbClr val="0000FF"/>
          </a:solidFill>
          <a:latin typeface="Arial Narrow" panose="020B0606020202030204" pitchFamily="34" charset="0"/>
          <a:ea typeface="楷体_GB2312" charset="-122"/>
          <a:cs typeface="楷体_GB2312" charset="-122"/>
        </a:defRPr>
      </a:lvl4pPr>
      <a:lvl5pPr marL="2057400" indent="-228600" algn="l" rtl="0" eaLnBrk="0" fontAlgn="base" hangingPunct="0">
        <a:lnSpc>
          <a:spcPct val="130000"/>
        </a:lnSpc>
        <a:spcBef>
          <a:spcPct val="20000"/>
        </a:spcBef>
        <a:spcAft>
          <a:spcPct val="0"/>
        </a:spcAft>
        <a:buClr>
          <a:srgbClr val="0000CC"/>
        </a:buClr>
        <a:buSzPct val="80000"/>
        <a:buFont typeface="Wingdings" panose="05000000000000000000" pitchFamily="2" charset="2"/>
        <a:buChar char="o"/>
        <a:defRPr sz="2800" b="1">
          <a:solidFill>
            <a:srgbClr val="0000FF"/>
          </a:solidFill>
          <a:latin typeface="Arial Narrow" panose="020B0606020202030204" pitchFamily="34" charset="0"/>
          <a:ea typeface="楷体_GB2312" charset="-122"/>
          <a:cs typeface="楷体_GB2312" charset="-122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lr>
          <a:schemeClr val="hlink"/>
        </a:buClr>
        <a:buSzPct val="85000"/>
        <a:buFont typeface="Wingdings" panose="05000000000000000000" pitchFamily="2" charset="2"/>
        <a:buChar char="v"/>
        <a:defRPr sz="2000">
          <a:solidFill>
            <a:schemeClr val="tx1"/>
          </a:solidFill>
          <a:latin typeface="+mn-lt"/>
          <a:ea typeface="+mn-ea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lr>
          <a:schemeClr val="hlink"/>
        </a:buClr>
        <a:buSzPct val="85000"/>
        <a:buFont typeface="Wingdings" panose="05000000000000000000" pitchFamily="2" charset="2"/>
        <a:buChar char="v"/>
        <a:defRPr sz="2000">
          <a:solidFill>
            <a:schemeClr val="tx1"/>
          </a:solidFill>
          <a:latin typeface="+mn-lt"/>
          <a:ea typeface="+mn-ea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lr>
          <a:schemeClr val="hlink"/>
        </a:buClr>
        <a:buSzPct val="85000"/>
        <a:buFont typeface="Wingdings" panose="05000000000000000000" pitchFamily="2" charset="2"/>
        <a:buChar char="v"/>
        <a:defRPr sz="2000">
          <a:solidFill>
            <a:schemeClr val="tx1"/>
          </a:solidFill>
          <a:latin typeface="+mn-lt"/>
          <a:ea typeface="+mn-ea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lr>
          <a:schemeClr val="hlink"/>
        </a:buClr>
        <a:buSzPct val="85000"/>
        <a:buFont typeface="Wingdings" panose="05000000000000000000" pitchFamily="2" charset="2"/>
        <a:buChar char="v"/>
        <a:defRPr sz="2000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6.xml"/></Relationships>
</file>

<file path=ppt/slides/_rels/slide4.xml.rels><?xml version="1.0" encoding="UTF-8" standalone="yes"?>
<Relationships xmlns="http://schemas.openxmlformats.org/package/2006/relationships"><Relationship Id="rId4" Type="http://schemas.openxmlformats.org/officeDocument/2006/relationships/vmlDrawing" Target="../drawings/vmlDrawing1.vml"/><Relationship Id="rId3" Type="http://schemas.openxmlformats.org/officeDocument/2006/relationships/slideLayout" Target="../slideLayouts/slideLayout17.xml"/><Relationship Id="rId2" Type="http://schemas.openxmlformats.org/officeDocument/2006/relationships/image" Target="../media/image3.wmf"/><Relationship Id="rId1" Type="http://schemas.openxmlformats.org/officeDocument/2006/relationships/oleObject" Target="../embeddings/oleObject1.bin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6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6.xml"/><Relationship Id="rId2" Type="http://schemas.openxmlformats.org/officeDocument/2006/relationships/image" Target="../media/image5.png"/><Relationship Id="rId1" Type="http://schemas.openxmlformats.org/officeDocument/2006/relationships/image" Target="../media/image4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6.xml"/><Relationship Id="rId2" Type="http://schemas.openxmlformats.org/officeDocument/2006/relationships/image" Target="../media/image5.png"/><Relationship Id="rId1" Type="http://schemas.openxmlformats.org/officeDocument/2006/relationships/image" Target="../media/image6.png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6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6.xml"/><Relationship Id="rId1" Type="http://schemas.openxmlformats.org/officeDocument/2006/relationships/image" Target="../media/image7.png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6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6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7.xml"/><Relationship Id="rId2" Type="http://schemas.openxmlformats.org/officeDocument/2006/relationships/image" Target="../media/image9.png"/><Relationship Id="rId1" Type="http://schemas.openxmlformats.org/officeDocument/2006/relationships/image" Target="../media/image8.png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6.xml"/><Relationship Id="rId1" Type="http://schemas.openxmlformats.org/officeDocument/2006/relationships/image" Target="../media/image10.png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6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6.xml"/><Relationship Id="rId1" Type="http://schemas.openxmlformats.org/officeDocument/2006/relationships/image" Target="../media/image11.png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8.xml"/><Relationship Id="rId1" Type="http://schemas.openxmlformats.org/officeDocument/2006/relationships/image" Target="../media/image12.png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6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6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7410" name="Text Box 17"/>
          <p:cNvSpPr txBox="1"/>
          <p:nvPr/>
        </p:nvSpPr>
        <p:spPr>
          <a:xfrm>
            <a:off x="339725" y="2857500"/>
            <a:ext cx="7951788" cy="2454275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lnSpc>
                <a:spcPct val="130000"/>
              </a:lnSpc>
              <a:spcBef>
                <a:spcPct val="20000"/>
              </a:spcBef>
              <a:spcAft>
                <a:spcPct val="0"/>
              </a:spcAft>
              <a:defRPr sz="2400">
                <a:solidFill>
                  <a:srgbClr val="0000FF"/>
                </a:solidFill>
                <a:latin typeface="Times New Roman" panose="02020603050405020304" pitchFamily="18" charset="0"/>
                <a:ea typeface="+mn-ea"/>
                <a:cs typeface="+mn-cs"/>
              </a:defRPr>
            </a:lvl1pPr>
            <a:lvl2pPr marL="742950" indent="-285750" algn="l" rtl="0" eaLnBrk="0" fontAlgn="base" hangingPunct="0">
              <a:lnSpc>
                <a:spcPct val="130000"/>
              </a:lnSpc>
              <a:spcBef>
                <a:spcPct val="20000"/>
              </a:spcBef>
              <a:spcAft>
                <a:spcPct val="0"/>
              </a:spcAft>
              <a:buClr>
                <a:srgbClr val="0000CC"/>
              </a:buClr>
              <a:buSzPct val="80000"/>
              <a:buFont typeface="Wingdings" panose="05000000000000000000" pitchFamily="2" charset="2"/>
              <a:buChar char="o"/>
              <a:defRPr sz="3000" b="1">
                <a:solidFill>
                  <a:srgbClr val="0000FF"/>
                </a:solidFill>
                <a:latin typeface="Arial Narrow" panose="020B0606020202030204" pitchFamily="34" charset="0"/>
                <a:ea typeface="楷体_GB2312" charset="-122"/>
                <a:cs typeface="楷体_GB2312" charset="-122"/>
              </a:defRPr>
            </a:lvl2pPr>
            <a:lvl3pPr marL="1143000" indent="-228600" algn="l" rtl="0" eaLnBrk="0" fontAlgn="base" hangingPunct="0">
              <a:lnSpc>
                <a:spcPct val="130000"/>
              </a:lnSpc>
              <a:spcBef>
                <a:spcPct val="20000"/>
              </a:spcBef>
              <a:spcAft>
                <a:spcPct val="0"/>
              </a:spcAft>
              <a:buClr>
                <a:srgbClr val="0000CC"/>
              </a:buClr>
              <a:buSzPct val="80000"/>
              <a:buFont typeface="Wingdings" panose="05000000000000000000" pitchFamily="2" charset="2"/>
              <a:buChar char="n"/>
              <a:defRPr sz="3000" b="1">
                <a:solidFill>
                  <a:srgbClr val="0000FF"/>
                </a:solidFill>
                <a:latin typeface="Arial Narrow" panose="020B0606020202030204" pitchFamily="34" charset="0"/>
                <a:ea typeface="楷体_GB2312" charset="-122"/>
                <a:cs typeface="楷体_GB2312" charset="-122"/>
              </a:defRPr>
            </a:lvl3pPr>
            <a:lvl4pPr marL="1600200" indent="-228600" algn="l" rtl="0" eaLnBrk="0" fontAlgn="base" hangingPunct="0">
              <a:lnSpc>
                <a:spcPct val="130000"/>
              </a:lnSpc>
              <a:spcBef>
                <a:spcPct val="20000"/>
              </a:spcBef>
              <a:spcAft>
                <a:spcPct val="0"/>
              </a:spcAft>
              <a:buClr>
                <a:srgbClr val="0000CC"/>
              </a:buClr>
              <a:buSzPct val="80000"/>
              <a:buFont typeface="Wingdings" panose="05000000000000000000" pitchFamily="2" charset="2"/>
              <a:buChar char="o"/>
              <a:defRPr sz="2800" b="1">
                <a:solidFill>
                  <a:srgbClr val="0000FF"/>
                </a:solidFill>
                <a:latin typeface="Arial Narrow" panose="020B0606020202030204" pitchFamily="34" charset="0"/>
                <a:ea typeface="楷体_GB2312" charset="-122"/>
                <a:cs typeface="楷体_GB2312" charset="-122"/>
              </a:defRPr>
            </a:lvl4pPr>
            <a:lvl5pPr marL="2057400" indent="-228600" algn="l" rtl="0" eaLnBrk="0" fontAlgn="base" hangingPunct="0">
              <a:lnSpc>
                <a:spcPct val="130000"/>
              </a:lnSpc>
              <a:spcBef>
                <a:spcPct val="20000"/>
              </a:spcBef>
              <a:spcAft>
                <a:spcPct val="0"/>
              </a:spcAft>
              <a:buClr>
                <a:srgbClr val="0000CC"/>
              </a:buClr>
              <a:buSzPct val="80000"/>
              <a:buFont typeface="Wingdings" panose="05000000000000000000" pitchFamily="2" charset="2"/>
              <a:buChar char="o"/>
              <a:defRPr sz="2800" b="1">
                <a:solidFill>
                  <a:srgbClr val="0000FF"/>
                </a:solidFill>
                <a:latin typeface="Arial Narrow" panose="020B0606020202030204" pitchFamily="34" charset="0"/>
                <a:ea typeface="楷体_GB2312" charset="-122"/>
                <a:cs typeface="楷体_GB2312" charset="-122"/>
              </a:defRPr>
            </a:lvl5pPr>
          </a:lstStyle>
          <a:p>
            <a:pPr marL="0" lvl="0" indent="0" algn="r" eaLnBrk="1" hangingPunct="1">
              <a:lnSpc>
                <a:spcPct val="100000"/>
              </a:lnSpc>
              <a:spcBef>
                <a:spcPct val="10000"/>
              </a:spcBef>
            </a:pPr>
            <a:r>
              <a:rPr lang="zh-CN" altLang="en-US" sz="4800" dirty="0">
                <a:solidFill>
                  <a:srgbClr val="00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数字逻辑基础与</a:t>
            </a:r>
            <a:r>
              <a:rPr lang="en-US" altLang="zh-CN" sz="4800" dirty="0">
                <a:solidFill>
                  <a:srgbClr val="000000"/>
                </a:solidFill>
                <a:latin typeface="Agency FB" panose="020B0503020202020204" pitchFamily="34" charset="0"/>
                <a:ea typeface="楷体" panose="02010609060101010101" pitchFamily="49" charset="-122"/>
              </a:rPr>
              <a:t>Verilog</a:t>
            </a:r>
            <a:r>
              <a:rPr lang="zh-CN" altLang="en-US" sz="4800" dirty="0">
                <a:solidFill>
                  <a:srgbClr val="00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设计</a:t>
            </a:r>
            <a:endParaRPr lang="en-US" altLang="zh-CN" sz="4800" dirty="0">
              <a:solidFill>
                <a:srgbClr val="000000"/>
              </a:solidFill>
              <a:latin typeface="楷体" panose="02010609060101010101" pitchFamily="49" charset="-122"/>
              <a:ea typeface="楷体" panose="02010609060101010101" pitchFamily="49" charset="-122"/>
            </a:endParaRPr>
          </a:p>
          <a:p>
            <a:pPr marL="0" lvl="0" indent="0" algn="r" eaLnBrk="1" hangingPunct="1">
              <a:lnSpc>
                <a:spcPct val="100000"/>
              </a:lnSpc>
              <a:spcBef>
                <a:spcPct val="10000"/>
              </a:spcBef>
            </a:pPr>
            <a:r>
              <a:rPr lang="en-US" altLang="zh-CN" sz="4800" dirty="0">
                <a:solidFill>
                  <a:srgbClr val="00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---</a:t>
            </a:r>
            <a:r>
              <a:rPr lang="zh-CN" altLang="zh-CN" sz="4800" dirty="0">
                <a:solidFill>
                  <a:srgbClr val="00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时序</a:t>
            </a:r>
            <a:r>
              <a:rPr lang="zh-CN" altLang="en-US" sz="4800" dirty="0">
                <a:solidFill>
                  <a:srgbClr val="00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篇</a:t>
            </a:r>
            <a:endParaRPr lang="en-US" altLang="zh-CN" sz="4800" dirty="0">
              <a:solidFill>
                <a:srgbClr val="000000"/>
              </a:solidFill>
              <a:latin typeface="楷体" panose="02010609060101010101" pitchFamily="49" charset="-122"/>
              <a:ea typeface="楷体" panose="02010609060101010101" pitchFamily="49" charset="-122"/>
            </a:endParaRPr>
          </a:p>
          <a:p>
            <a:pPr marL="0" lvl="0" indent="0" algn="r" eaLnBrk="1" hangingPunct="1">
              <a:lnSpc>
                <a:spcPct val="100000"/>
              </a:lnSpc>
              <a:spcBef>
                <a:spcPct val="10000"/>
              </a:spcBef>
            </a:pPr>
            <a:endParaRPr lang="en-US" altLang="zh-CN" sz="4800" b="1" dirty="0">
              <a:solidFill>
                <a:srgbClr val="0000CC"/>
              </a:solidFill>
              <a:latin typeface="Arial" panose="020B0604020202020204" pitchFamily="34" charset="0"/>
              <a:ea typeface="楷体_GB2312" charset="-122"/>
            </a:endParaRPr>
          </a:p>
        </p:txBody>
      </p:sp>
      <p:sp>
        <p:nvSpPr>
          <p:cNvPr id="17411" name="日期占位符 1"/>
          <p:cNvSpPr txBox="1">
            <a:spLocks noGrp="1"/>
          </p:cNvSpPr>
          <p:nvPr>
            <p:ph type="dt" sz="half" idx="10"/>
          </p:nvPr>
        </p:nvSpPr>
        <p:spPr>
          <a:xfrm>
            <a:off x="457200" y="6453188"/>
            <a:ext cx="2133600" cy="360362"/>
          </a:xfrm>
          <a:noFill/>
          <a:ln>
            <a:noFill/>
          </a:ln>
        </p:spPr>
        <p:txBody>
          <a:bodyPr/>
          <a:p>
            <a:pPr marL="0" indent="0" eaLnBrk="1" hangingPunct="1">
              <a:lnSpc>
                <a:spcPct val="100000"/>
              </a:lnSpc>
              <a:spcBef>
                <a:spcPct val="0"/>
              </a:spcBef>
            </a:pPr>
            <a:fld id="{BB962C8B-B14F-4D97-AF65-F5344CB8AC3E}" type="datetime1">
              <a:rPr lang="zh-CN" altLang="en-US" sz="1600" dirty="0">
                <a:solidFill>
                  <a:srgbClr val="000000"/>
                </a:solidFill>
              </a:rPr>
            </a:fld>
            <a:endParaRPr lang="zh-CN" altLang="en-US" sz="1600" dirty="0">
              <a:solidFill>
                <a:srgbClr val="000000"/>
              </a:solidFill>
            </a:endParaRPr>
          </a:p>
        </p:txBody>
      </p:sp>
      <p:sp>
        <p:nvSpPr>
          <p:cNvPr id="17412" name="灯片编号占位符 2"/>
          <p:cNvSpPr txBox="1">
            <a:spLocks noGrp="1"/>
          </p:cNvSpPr>
          <p:nvPr>
            <p:ph type="sldNum" sz="quarter" idx="11"/>
          </p:nvPr>
        </p:nvSpPr>
        <p:spPr>
          <a:xfrm>
            <a:off x="8388350" y="6453188"/>
            <a:ext cx="720725" cy="360362"/>
          </a:xfrm>
          <a:noFill/>
          <a:ln>
            <a:noFill/>
          </a:ln>
        </p:spPr>
        <p:txBody>
          <a:bodyPr/>
          <a:p>
            <a:pPr marL="0" indent="0" algn="ctr" eaLnBrk="1" hangingPunct="1">
              <a:lnSpc>
                <a:spcPct val="100000"/>
              </a:lnSpc>
              <a:spcBef>
                <a:spcPct val="0"/>
              </a:spcBef>
            </a:pPr>
            <a:fld id="{9A0DB2DC-4C9A-4742-B13C-FB6460FD3503}" type="slidenum">
              <a:rPr lang="en-US" altLang="zh-CN" sz="1600" dirty="0">
                <a:solidFill>
                  <a:srgbClr val="000000"/>
                </a:solidFill>
                <a:ea typeface="楷体_GB2312" charset="-122"/>
              </a:rPr>
            </a:fld>
            <a:endParaRPr lang="en-US" altLang="zh-CN" sz="1600" dirty="0">
              <a:solidFill>
                <a:srgbClr val="000000"/>
              </a:solidFill>
              <a:ea typeface="楷体_GB2312" charset="-122"/>
            </a:endParaRPr>
          </a:p>
        </p:txBody>
      </p:sp>
    </p:spTree>
  </p:cSld>
  <p:clrMapOvr>
    <a:masterClrMapping/>
  </p:clrMapOvr>
  <p:transition spd="slow">
    <p:randomBar dir="vert"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55650" name="Text Box 17"/>
          <p:cNvSpPr txBox="1"/>
          <p:nvPr/>
        </p:nvSpPr>
        <p:spPr>
          <a:xfrm>
            <a:off x="1422400" y="2162175"/>
            <a:ext cx="6523038" cy="1643063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lnSpc>
                <a:spcPct val="130000"/>
              </a:lnSpc>
              <a:spcBef>
                <a:spcPct val="20000"/>
              </a:spcBef>
              <a:spcAft>
                <a:spcPct val="0"/>
              </a:spcAft>
              <a:defRPr sz="2400">
                <a:solidFill>
                  <a:srgbClr val="0000FF"/>
                </a:solidFill>
                <a:latin typeface="Times New Roman" panose="02020603050405020304" pitchFamily="18" charset="0"/>
                <a:ea typeface="+mn-ea"/>
                <a:cs typeface="+mn-cs"/>
              </a:defRPr>
            </a:lvl1pPr>
            <a:lvl2pPr marL="742950" indent="-285750" algn="l" rtl="0" eaLnBrk="0" fontAlgn="base" hangingPunct="0">
              <a:lnSpc>
                <a:spcPct val="130000"/>
              </a:lnSpc>
              <a:spcBef>
                <a:spcPct val="20000"/>
              </a:spcBef>
              <a:spcAft>
                <a:spcPct val="0"/>
              </a:spcAft>
              <a:buClr>
                <a:srgbClr val="0000CC"/>
              </a:buClr>
              <a:buSzPct val="80000"/>
              <a:buFont typeface="Wingdings" panose="05000000000000000000" pitchFamily="2" charset="2"/>
              <a:buChar char="o"/>
              <a:defRPr sz="3000" b="1">
                <a:solidFill>
                  <a:srgbClr val="0000FF"/>
                </a:solidFill>
                <a:latin typeface="Arial Narrow" panose="020B0606020202030204" pitchFamily="34" charset="0"/>
                <a:ea typeface="楷体_GB2312" charset="-122"/>
                <a:cs typeface="楷体_GB2312" charset="-122"/>
              </a:defRPr>
            </a:lvl2pPr>
            <a:lvl3pPr marL="1143000" indent="-228600" algn="l" rtl="0" eaLnBrk="0" fontAlgn="base" hangingPunct="0">
              <a:lnSpc>
                <a:spcPct val="130000"/>
              </a:lnSpc>
              <a:spcBef>
                <a:spcPct val="20000"/>
              </a:spcBef>
              <a:spcAft>
                <a:spcPct val="0"/>
              </a:spcAft>
              <a:buClr>
                <a:srgbClr val="0000CC"/>
              </a:buClr>
              <a:buSzPct val="80000"/>
              <a:buFont typeface="Wingdings" panose="05000000000000000000" pitchFamily="2" charset="2"/>
              <a:buChar char="n"/>
              <a:defRPr sz="3000" b="1">
                <a:solidFill>
                  <a:srgbClr val="0000FF"/>
                </a:solidFill>
                <a:latin typeface="Arial Narrow" panose="020B0606020202030204" pitchFamily="34" charset="0"/>
                <a:ea typeface="楷体_GB2312" charset="-122"/>
                <a:cs typeface="楷体_GB2312" charset="-122"/>
              </a:defRPr>
            </a:lvl3pPr>
            <a:lvl4pPr marL="1600200" indent="-228600" algn="l" rtl="0" eaLnBrk="0" fontAlgn="base" hangingPunct="0">
              <a:lnSpc>
                <a:spcPct val="130000"/>
              </a:lnSpc>
              <a:spcBef>
                <a:spcPct val="20000"/>
              </a:spcBef>
              <a:spcAft>
                <a:spcPct val="0"/>
              </a:spcAft>
              <a:buClr>
                <a:srgbClr val="0000CC"/>
              </a:buClr>
              <a:buSzPct val="80000"/>
              <a:buFont typeface="Wingdings" panose="05000000000000000000" pitchFamily="2" charset="2"/>
              <a:buChar char="o"/>
              <a:defRPr sz="2800" b="1">
                <a:solidFill>
                  <a:srgbClr val="0000FF"/>
                </a:solidFill>
                <a:latin typeface="Arial Narrow" panose="020B0606020202030204" pitchFamily="34" charset="0"/>
                <a:ea typeface="楷体_GB2312" charset="-122"/>
                <a:cs typeface="楷体_GB2312" charset="-122"/>
              </a:defRPr>
            </a:lvl4pPr>
            <a:lvl5pPr marL="2057400" indent="-228600" algn="l" rtl="0" eaLnBrk="0" fontAlgn="base" hangingPunct="0">
              <a:lnSpc>
                <a:spcPct val="130000"/>
              </a:lnSpc>
              <a:spcBef>
                <a:spcPct val="20000"/>
              </a:spcBef>
              <a:spcAft>
                <a:spcPct val="0"/>
              </a:spcAft>
              <a:buClr>
                <a:srgbClr val="0000CC"/>
              </a:buClr>
              <a:buSzPct val="80000"/>
              <a:buFont typeface="Wingdings" panose="05000000000000000000" pitchFamily="2" charset="2"/>
              <a:buChar char="o"/>
              <a:defRPr sz="2800" b="1">
                <a:solidFill>
                  <a:srgbClr val="0000FF"/>
                </a:solidFill>
                <a:latin typeface="Arial Narrow" panose="020B0606020202030204" pitchFamily="34" charset="0"/>
                <a:ea typeface="楷体_GB2312" charset="-122"/>
                <a:cs typeface="楷体_GB2312" charset="-122"/>
              </a:defRPr>
            </a:lvl5pPr>
          </a:lstStyle>
          <a:p>
            <a:pPr marL="0" lvl="0" indent="0" algn="r" eaLnBrk="1" hangingPunct="1">
              <a:lnSpc>
                <a:spcPct val="100000"/>
              </a:lnSpc>
              <a:spcBef>
                <a:spcPct val="10000"/>
              </a:spcBef>
            </a:pPr>
            <a:endParaRPr lang="en-US" altLang="zh-CN" sz="4800" b="1" dirty="0">
              <a:solidFill>
                <a:srgbClr val="0000CC"/>
              </a:solidFill>
              <a:latin typeface="Arial" panose="020B0604020202020204" pitchFamily="34" charset="0"/>
              <a:ea typeface="楷体_GB2312" charset="-122"/>
            </a:endParaRPr>
          </a:p>
          <a:p>
            <a:pPr marL="0" lvl="0" indent="0" algn="ctr" eaLnBrk="1" hangingPunct="1">
              <a:lnSpc>
                <a:spcPct val="100000"/>
              </a:lnSpc>
              <a:spcBef>
                <a:spcPct val="10000"/>
              </a:spcBef>
            </a:pPr>
            <a:r>
              <a:rPr lang="zh-CN" altLang="en-US" sz="4800" dirty="0">
                <a:solidFill>
                  <a:srgbClr val="FF0000"/>
                </a:solidFill>
                <a:latin typeface="Arial" panose="020B0604020202020204" pitchFamily="34" charset="0"/>
                <a:ea typeface="楷体_GB2312" charset="-122"/>
              </a:rPr>
              <a:t>第</a:t>
            </a:r>
            <a:r>
              <a:rPr lang="en-US" altLang="zh-CN" sz="4800" dirty="0">
                <a:solidFill>
                  <a:srgbClr val="FF0000"/>
                </a:solidFill>
                <a:latin typeface="Britannic Bold" panose="020B0903060703020204" pitchFamily="34" charset="0"/>
                <a:ea typeface="楷体_GB2312" charset="-122"/>
              </a:rPr>
              <a:t>6</a:t>
            </a:r>
            <a:r>
              <a:rPr lang="zh-CN" altLang="en-US" sz="4800" dirty="0">
                <a:solidFill>
                  <a:srgbClr val="FF0000"/>
                </a:solidFill>
                <a:latin typeface="Arial" panose="020B0604020202020204" pitchFamily="34" charset="0"/>
                <a:ea typeface="楷体_GB2312" charset="-122"/>
              </a:rPr>
              <a:t>章 同步时序电路</a:t>
            </a:r>
            <a:endParaRPr lang="zh-CN" altLang="en-US" sz="4800" dirty="0">
              <a:solidFill>
                <a:srgbClr val="FF0000"/>
              </a:solidFill>
              <a:latin typeface="Arial" panose="020B0604020202020204" pitchFamily="34" charset="0"/>
              <a:ea typeface="楷体_GB2312" charset="-122"/>
            </a:endParaRPr>
          </a:p>
        </p:txBody>
      </p:sp>
      <p:sp>
        <p:nvSpPr>
          <p:cNvPr id="155651" name="灯片编号占位符 1"/>
          <p:cNvSpPr txBox="1">
            <a:spLocks noGrp="1"/>
          </p:cNvSpPr>
          <p:nvPr>
            <p:ph type="sldNum" sz="quarter" idx="11"/>
          </p:nvPr>
        </p:nvSpPr>
        <p:spPr>
          <a:xfrm>
            <a:off x="8388350" y="6453188"/>
            <a:ext cx="720725" cy="360362"/>
          </a:xfrm>
          <a:noFill/>
          <a:ln>
            <a:noFill/>
          </a:ln>
        </p:spPr>
        <p:txBody>
          <a:bodyPr/>
          <a:p>
            <a:pPr marL="0" indent="0" algn="ctr" eaLnBrk="1" hangingPunct="1">
              <a:lnSpc>
                <a:spcPct val="100000"/>
              </a:lnSpc>
              <a:spcBef>
                <a:spcPct val="0"/>
              </a:spcBef>
            </a:pPr>
            <a:fld id="{9A0DB2DC-4C9A-4742-B13C-FB6460FD3503}" type="slidenum">
              <a:rPr lang="en-US" altLang="zh-CN" sz="1600" dirty="0">
                <a:solidFill>
                  <a:srgbClr val="000000"/>
                </a:solidFill>
                <a:ea typeface="楷体_GB2312" charset="-122"/>
              </a:rPr>
            </a:fld>
            <a:endParaRPr lang="en-US" altLang="zh-CN" sz="1600" dirty="0">
              <a:solidFill>
                <a:srgbClr val="000000"/>
              </a:solidFill>
              <a:ea typeface="楷体_GB2312" charset="-122"/>
            </a:endParaRPr>
          </a:p>
        </p:txBody>
      </p:sp>
    </p:spTree>
  </p:cSld>
  <p:clrMapOvr>
    <a:masterClrMapping/>
  </p:clrMapOvr>
  <p:transition spd="slow">
    <p:randomBar dir="vert"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01730" name="内容占位符 2"/>
          <p:cNvSpPr>
            <a:spLocks noGrp="1" noRot="1"/>
          </p:cNvSpPr>
          <p:nvPr>
            <p:ph idx="1"/>
          </p:nvPr>
        </p:nvSpPr>
        <p:spPr>
          <a:xfrm>
            <a:off x="479425" y="1260475"/>
            <a:ext cx="8274050" cy="5256213"/>
          </a:xfrm>
        </p:spPr>
        <p:txBody>
          <a:bodyPr vert="horz" wrap="square" lIns="91440" tIns="45720" rIns="91440" bIns="45720" anchor="t" anchorCtr="0"/>
          <a:p>
            <a:r>
              <a:rPr lang="zh-CN" altLang="en-US" sz="2800" b="1" dirty="0">
                <a:solidFill>
                  <a:srgbClr val="FF0000"/>
                </a:solidFill>
              </a:rPr>
              <a:t>本章内容</a:t>
            </a:r>
            <a:endParaRPr lang="en-US" altLang="zh-CN" sz="2800" b="1" dirty="0">
              <a:solidFill>
                <a:srgbClr val="000000"/>
              </a:solidFill>
            </a:endParaRPr>
          </a:p>
          <a:p>
            <a:pPr>
              <a:buChar char="•"/>
            </a:pPr>
            <a:r>
              <a:rPr lang="zh-CN" altLang="en-US" b="1" dirty="0">
                <a:solidFill>
                  <a:srgbClr val="000000"/>
                </a:solidFill>
              </a:rPr>
              <a:t>时序的基本设计步骤举例（</a:t>
            </a:r>
            <a:r>
              <a:rPr lang="en-US" altLang="zh-CN" b="1" dirty="0">
                <a:solidFill>
                  <a:srgbClr val="000000"/>
                </a:solidFill>
              </a:rPr>
              <a:t>Moore</a:t>
            </a:r>
            <a:r>
              <a:rPr lang="zh-CN" altLang="en-US" b="1" dirty="0">
                <a:solidFill>
                  <a:srgbClr val="000000"/>
                </a:solidFill>
              </a:rPr>
              <a:t>型）</a:t>
            </a:r>
            <a:endParaRPr lang="en-US" altLang="zh-CN" b="1" dirty="0">
              <a:solidFill>
                <a:srgbClr val="000000"/>
              </a:solidFill>
            </a:endParaRPr>
          </a:p>
          <a:p>
            <a:pPr>
              <a:buChar char="•"/>
            </a:pPr>
            <a:r>
              <a:rPr lang="en-US" altLang="zh-CN" b="1" dirty="0">
                <a:solidFill>
                  <a:srgbClr val="000000"/>
                </a:solidFill>
              </a:rPr>
              <a:t>Mealy</a:t>
            </a:r>
            <a:r>
              <a:rPr lang="zh-CN" altLang="en-US" b="1" dirty="0">
                <a:solidFill>
                  <a:srgbClr val="000000"/>
                </a:solidFill>
              </a:rPr>
              <a:t>型状态机及举例</a:t>
            </a:r>
            <a:endParaRPr lang="zh-CN" altLang="en-US" b="1" dirty="0">
              <a:solidFill>
                <a:srgbClr val="000000"/>
              </a:solidFill>
            </a:endParaRPr>
          </a:p>
          <a:p>
            <a:pPr>
              <a:buChar char="•"/>
            </a:pPr>
            <a:r>
              <a:rPr lang="zh-CN" altLang="en-US" b="1" dirty="0"/>
              <a:t>同步计数器的设计、同步时序电路分析</a:t>
            </a:r>
            <a:endParaRPr lang="zh-CN" altLang="en-US" b="1" dirty="0"/>
          </a:p>
          <a:p>
            <a:pPr>
              <a:buChar char="•"/>
            </a:pPr>
            <a:r>
              <a:rPr lang="en-US" altLang="zh-CN" b="1" dirty="0"/>
              <a:t>Verilog</a:t>
            </a:r>
            <a:r>
              <a:rPr lang="zh-CN" altLang="en-US" b="1" dirty="0"/>
              <a:t>编程规范</a:t>
            </a:r>
            <a:endParaRPr lang="zh-CN" altLang="en-US" b="1" dirty="0"/>
          </a:p>
        </p:txBody>
      </p:sp>
      <p:sp>
        <p:nvSpPr>
          <p:cNvPr id="201731" name="灯片编号占位符 1"/>
          <p:cNvSpPr txBox="1">
            <a:spLocks noGrp="1"/>
          </p:cNvSpPr>
          <p:nvPr>
            <p:ph type="sldNum" sz="quarter" idx="11"/>
          </p:nvPr>
        </p:nvSpPr>
        <p:spPr>
          <a:xfrm>
            <a:off x="8388350" y="6453188"/>
            <a:ext cx="720725" cy="360362"/>
          </a:xfrm>
          <a:noFill/>
          <a:ln>
            <a:noFill/>
          </a:ln>
        </p:spPr>
        <p:txBody>
          <a:bodyPr/>
          <a:p>
            <a:pPr marL="0" indent="0" algn="ctr" eaLnBrk="1" hangingPunct="1">
              <a:lnSpc>
                <a:spcPct val="100000"/>
              </a:lnSpc>
              <a:spcBef>
                <a:spcPct val="0"/>
              </a:spcBef>
            </a:pPr>
            <a:fld id="{9A0DB2DC-4C9A-4742-B13C-FB6460FD3503}" type="slidenum">
              <a:rPr lang="en-US" altLang="zh-CN" sz="1600" dirty="0">
                <a:solidFill>
                  <a:srgbClr val="000000"/>
                </a:solidFill>
                <a:ea typeface="楷体_GB2312" charset="-122"/>
              </a:rPr>
            </a:fld>
            <a:endParaRPr lang="en-US" altLang="zh-CN" sz="1600" dirty="0">
              <a:solidFill>
                <a:srgbClr val="000000"/>
              </a:solidFill>
              <a:ea typeface="楷体_GB2312" charset="-122"/>
            </a:endParaRPr>
          </a:p>
        </p:txBody>
      </p:sp>
    </p:spTree>
  </p:cSld>
  <p:clrMapOvr>
    <a:masterClrMapping/>
  </p:clrMapOvr>
  <p:transition spd="slow">
    <p:randomBar dir="vert"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grpSp>
        <p:nvGrpSpPr>
          <p:cNvPr id="202754" name="组合 1"/>
          <p:cNvGrpSpPr/>
          <p:nvPr/>
        </p:nvGrpSpPr>
        <p:grpSpPr>
          <a:xfrm>
            <a:off x="1358900" y="4171950"/>
            <a:ext cx="4884738" cy="2255838"/>
            <a:chOff x="1908699" y="3950195"/>
            <a:chExt cx="4884691" cy="2256433"/>
          </a:xfrm>
        </p:grpSpPr>
        <p:sp>
          <p:nvSpPr>
            <p:cNvPr id="202759" name="Rectangle 6"/>
            <p:cNvSpPr/>
            <p:nvPr/>
          </p:nvSpPr>
          <p:spPr>
            <a:xfrm>
              <a:off x="3534083" y="4301627"/>
              <a:ext cx="3079781" cy="1905001"/>
            </a:xfrm>
            <a:prstGeom prst="rect">
              <a:avLst/>
            </a:prstGeom>
            <a:solidFill>
              <a:srgbClr val="FFC000">
                <a:alpha val="21176"/>
              </a:srgbClr>
            </a:solidFill>
            <a:ln w="9525">
              <a:noFill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lnSpc>
                  <a:spcPct val="130000"/>
                </a:lnSpc>
                <a:spcBef>
                  <a:spcPct val="20000"/>
                </a:spcBef>
                <a:spcAft>
                  <a:spcPct val="0"/>
                </a:spcAft>
                <a:defRPr sz="2400">
                  <a:solidFill>
                    <a:srgbClr val="0000FF"/>
                  </a:solidFill>
                  <a:latin typeface="Times New Roman" panose="02020603050405020304" pitchFamily="18" charset="0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lnSpc>
                  <a:spcPct val="13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0000CC"/>
                </a:buClr>
                <a:buSzPct val="80000"/>
                <a:buFont typeface="Wingdings" panose="05000000000000000000" pitchFamily="2" charset="2"/>
                <a:buChar char="o"/>
                <a:defRPr sz="3000" b="1">
                  <a:solidFill>
                    <a:srgbClr val="0000FF"/>
                  </a:solidFill>
                  <a:latin typeface="Arial Narrow" panose="020B0606020202030204" pitchFamily="34" charset="0"/>
                  <a:ea typeface="楷体_GB2312" charset="-122"/>
                  <a:cs typeface="楷体_GB2312" charset="-122"/>
                </a:defRPr>
              </a:lvl2pPr>
              <a:lvl3pPr marL="1143000" indent="-228600" algn="l" rtl="0" eaLnBrk="0" fontAlgn="base" hangingPunct="0">
                <a:lnSpc>
                  <a:spcPct val="13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0000CC"/>
                </a:buClr>
                <a:buSzPct val="80000"/>
                <a:buFont typeface="Wingdings" panose="05000000000000000000" pitchFamily="2" charset="2"/>
                <a:buChar char="n"/>
                <a:defRPr sz="3000" b="1">
                  <a:solidFill>
                    <a:srgbClr val="0000FF"/>
                  </a:solidFill>
                  <a:latin typeface="Arial Narrow" panose="020B0606020202030204" pitchFamily="34" charset="0"/>
                  <a:ea typeface="楷体_GB2312" charset="-122"/>
                  <a:cs typeface="楷体_GB2312" charset="-122"/>
                </a:defRPr>
              </a:lvl3pPr>
              <a:lvl4pPr marL="1600200" indent="-228600" algn="l" rtl="0" eaLnBrk="0" fontAlgn="base" hangingPunct="0">
                <a:lnSpc>
                  <a:spcPct val="13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0000CC"/>
                </a:buClr>
                <a:buSzPct val="80000"/>
                <a:buFont typeface="Wingdings" panose="05000000000000000000" pitchFamily="2" charset="2"/>
                <a:buChar char="o"/>
                <a:defRPr sz="2800" b="1">
                  <a:solidFill>
                    <a:srgbClr val="0000FF"/>
                  </a:solidFill>
                  <a:latin typeface="Arial Narrow" panose="020B0606020202030204" pitchFamily="34" charset="0"/>
                  <a:ea typeface="楷体_GB2312" charset="-122"/>
                  <a:cs typeface="楷体_GB2312" charset="-122"/>
                </a:defRPr>
              </a:lvl4pPr>
              <a:lvl5pPr marL="2057400" indent="-228600" algn="l" rtl="0" eaLnBrk="0" fontAlgn="base" hangingPunct="0">
                <a:lnSpc>
                  <a:spcPct val="13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0000CC"/>
                </a:buClr>
                <a:buSzPct val="80000"/>
                <a:buFont typeface="Wingdings" panose="05000000000000000000" pitchFamily="2" charset="2"/>
                <a:buChar char="o"/>
                <a:defRPr sz="2800" b="1">
                  <a:solidFill>
                    <a:srgbClr val="0000FF"/>
                  </a:solidFill>
                  <a:latin typeface="Arial Narrow" panose="020B0606020202030204" pitchFamily="34" charset="0"/>
                  <a:ea typeface="楷体_GB2312" charset="-122"/>
                  <a:cs typeface="楷体_GB2312" charset="-122"/>
                </a:defRPr>
              </a:lvl5pPr>
            </a:lstStyle>
            <a:p>
              <a:pPr marL="0" lvl="0" indent="0">
                <a:lnSpc>
                  <a:spcPct val="100000"/>
                </a:lnSpc>
                <a:spcBef>
                  <a:spcPct val="0"/>
                </a:spcBef>
              </a:pPr>
              <a:endParaRPr lang="zh-CN" altLang="en-US" sz="1800" dirty="0">
                <a:solidFill>
                  <a:srgbClr val="007A77"/>
                </a:solidFill>
                <a:latin typeface="Arial" panose="020B0604020202020204" pitchFamily="34" charset="0"/>
              </a:endParaRPr>
            </a:p>
          </p:txBody>
        </p:sp>
        <p:graphicFrame>
          <p:nvGraphicFramePr>
            <p:cNvPr id="202760" name="Object 7"/>
            <p:cNvGraphicFramePr>
              <a:graphicFrameLocks noChangeAspect="1"/>
            </p:cNvGraphicFramePr>
            <p:nvPr/>
          </p:nvGraphicFramePr>
          <p:xfrm>
            <a:off x="1908699" y="3950195"/>
            <a:ext cx="4884691" cy="2256433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077" name="" r:id="rId1" imgW="2077085" imgH="956945" progId="Word.Picture.8">
                    <p:embed/>
                  </p:oleObj>
                </mc:Choice>
                <mc:Fallback>
                  <p:oleObj name="" r:id="rId1" imgW="2077085" imgH="956945" progId="Word.Picture.8">
                    <p:embed/>
                    <p:pic>
                      <p:nvPicPr>
                        <p:cNvPr id="0" name="图片 3076"/>
                        <p:cNvPicPr/>
                        <p:nvPr/>
                      </p:nvPicPr>
                      <p:blipFill>
                        <a:blip r:embed="rId2"/>
                        <a:stretch>
                          <a:fillRect/>
                        </a:stretch>
                      </p:blipFill>
                      <p:spPr>
                        <a:xfrm>
                          <a:off x="1908699" y="3950195"/>
                          <a:ext cx="4884691" cy="2256433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8" name="标题 2"/>
          <p:cNvSpPr>
            <a:spLocks noGrp="1"/>
          </p:cNvSpPr>
          <p:nvPr>
            <p:ph type="title"/>
          </p:nvPr>
        </p:nvSpPr>
        <p:spPr>
          <a:xfrm>
            <a:off x="498475" y="417513"/>
            <a:ext cx="6746875" cy="725488"/>
          </a:xfrm>
        </p:spPr>
        <p:txBody>
          <a:bodyPr vert="horz" wrap="square" lIns="91440" tIns="45720" rIns="91440" bIns="45720" numCol="1" anchor="ctr" anchorCtr="0" compatLnSpc="1"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+mj-lt"/>
                <a:ea typeface="楷体_GB2312" charset="-122"/>
                <a:cs typeface="+mj-cs"/>
              </a:rPr>
              <a:t>6.9 </a:t>
            </a:r>
            <a:r>
              <a:rPr kumimoji="0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+mj-lt"/>
                <a:ea typeface="楷体_GB2312" charset="-122"/>
                <a:cs typeface="+mj-cs"/>
              </a:rPr>
              <a:t>同步计数器设计</a:t>
            </a:r>
            <a:endParaRPr kumimoji="0" lang="zh-CN" altLang="en-US" sz="2800" b="1" i="0" u="none" strike="noStrike" kern="1200" cap="none" spc="0" normalizeH="0" baseline="0" noProof="0" dirty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+mj-lt"/>
              <a:ea typeface="楷体_GB2312" charset="-122"/>
              <a:cs typeface="+mj-cs"/>
            </a:endParaRPr>
          </a:p>
        </p:txBody>
      </p:sp>
      <p:sp>
        <p:nvSpPr>
          <p:cNvPr id="202756" name="TextBox 1"/>
          <p:cNvSpPr txBox="1"/>
          <p:nvPr/>
        </p:nvSpPr>
        <p:spPr>
          <a:xfrm>
            <a:off x="614363" y="1163638"/>
            <a:ext cx="8305800" cy="1325562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lnSpc>
                <a:spcPct val="130000"/>
              </a:lnSpc>
              <a:spcBef>
                <a:spcPct val="20000"/>
              </a:spcBef>
              <a:spcAft>
                <a:spcPct val="0"/>
              </a:spcAft>
              <a:defRPr sz="2400">
                <a:solidFill>
                  <a:srgbClr val="0000FF"/>
                </a:solidFill>
                <a:latin typeface="Times New Roman" panose="02020603050405020304" pitchFamily="18" charset="0"/>
                <a:ea typeface="+mn-ea"/>
                <a:cs typeface="+mn-cs"/>
              </a:defRPr>
            </a:lvl1pPr>
            <a:lvl2pPr marL="742950" indent="-285750" algn="l" rtl="0" eaLnBrk="0" fontAlgn="base" hangingPunct="0">
              <a:lnSpc>
                <a:spcPct val="130000"/>
              </a:lnSpc>
              <a:spcBef>
                <a:spcPct val="20000"/>
              </a:spcBef>
              <a:spcAft>
                <a:spcPct val="0"/>
              </a:spcAft>
              <a:buClr>
                <a:srgbClr val="0000CC"/>
              </a:buClr>
              <a:buSzPct val="80000"/>
              <a:buFont typeface="Wingdings" panose="05000000000000000000" pitchFamily="2" charset="2"/>
              <a:buChar char="o"/>
              <a:defRPr sz="3000" b="1">
                <a:solidFill>
                  <a:srgbClr val="0000FF"/>
                </a:solidFill>
                <a:latin typeface="Arial Narrow" panose="020B0606020202030204" pitchFamily="34" charset="0"/>
                <a:ea typeface="楷体_GB2312" charset="-122"/>
                <a:cs typeface="楷体_GB2312" charset="-122"/>
              </a:defRPr>
            </a:lvl2pPr>
            <a:lvl3pPr marL="1143000" indent="-228600" algn="l" rtl="0" eaLnBrk="0" fontAlgn="base" hangingPunct="0">
              <a:lnSpc>
                <a:spcPct val="130000"/>
              </a:lnSpc>
              <a:spcBef>
                <a:spcPct val="20000"/>
              </a:spcBef>
              <a:spcAft>
                <a:spcPct val="0"/>
              </a:spcAft>
              <a:buClr>
                <a:srgbClr val="0000CC"/>
              </a:buClr>
              <a:buSzPct val="80000"/>
              <a:buFont typeface="Wingdings" panose="05000000000000000000" pitchFamily="2" charset="2"/>
              <a:buChar char="n"/>
              <a:defRPr sz="3000" b="1">
                <a:solidFill>
                  <a:srgbClr val="0000FF"/>
                </a:solidFill>
                <a:latin typeface="Arial Narrow" panose="020B0606020202030204" pitchFamily="34" charset="0"/>
                <a:ea typeface="楷体_GB2312" charset="-122"/>
                <a:cs typeface="楷体_GB2312" charset="-122"/>
              </a:defRPr>
            </a:lvl3pPr>
            <a:lvl4pPr marL="1600200" indent="-228600" algn="l" rtl="0" eaLnBrk="0" fontAlgn="base" hangingPunct="0">
              <a:lnSpc>
                <a:spcPct val="130000"/>
              </a:lnSpc>
              <a:spcBef>
                <a:spcPct val="20000"/>
              </a:spcBef>
              <a:spcAft>
                <a:spcPct val="0"/>
              </a:spcAft>
              <a:buClr>
                <a:srgbClr val="0000CC"/>
              </a:buClr>
              <a:buSzPct val="80000"/>
              <a:buFont typeface="Wingdings" panose="05000000000000000000" pitchFamily="2" charset="2"/>
              <a:buChar char="o"/>
              <a:defRPr sz="2800" b="1">
                <a:solidFill>
                  <a:srgbClr val="0000FF"/>
                </a:solidFill>
                <a:latin typeface="Arial Narrow" panose="020B0606020202030204" pitchFamily="34" charset="0"/>
                <a:ea typeface="楷体_GB2312" charset="-122"/>
                <a:cs typeface="楷体_GB2312" charset="-122"/>
              </a:defRPr>
            </a:lvl4pPr>
            <a:lvl5pPr marL="2057400" indent="-228600" algn="l" rtl="0" eaLnBrk="0" fontAlgn="base" hangingPunct="0">
              <a:lnSpc>
                <a:spcPct val="130000"/>
              </a:lnSpc>
              <a:spcBef>
                <a:spcPct val="20000"/>
              </a:spcBef>
              <a:spcAft>
                <a:spcPct val="0"/>
              </a:spcAft>
              <a:buClr>
                <a:srgbClr val="0000CC"/>
              </a:buClr>
              <a:buSzPct val="80000"/>
              <a:buFont typeface="Wingdings" panose="05000000000000000000" pitchFamily="2" charset="2"/>
              <a:buChar char="o"/>
              <a:defRPr sz="2800" b="1">
                <a:solidFill>
                  <a:srgbClr val="0000FF"/>
                </a:solidFill>
                <a:latin typeface="Arial Narrow" panose="020B0606020202030204" pitchFamily="34" charset="0"/>
                <a:ea typeface="楷体_GB2312" charset="-122"/>
                <a:cs typeface="楷体_GB2312" charset="-122"/>
              </a:defRPr>
            </a:lvl5pPr>
          </a:lstStyle>
          <a:p>
            <a:pPr marL="0" lvl="0" indent="0">
              <a:lnSpc>
                <a:spcPct val="120000"/>
              </a:lnSpc>
              <a:spcBef>
                <a:spcPct val="0"/>
              </a:spcBef>
              <a:spcAft>
                <a:spcPts val="600"/>
              </a:spcAft>
            </a:pPr>
            <a:r>
              <a:rPr lang="zh-CN" altLang="en-US" sz="2300" b="1" dirty="0">
                <a:solidFill>
                  <a:srgbClr val="000000"/>
                </a:solidFill>
              </a:rPr>
              <a:t>例</a:t>
            </a:r>
            <a:r>
              <a:rPr lang="en-US" altLang="zh-CN" sz="2300" b="1" dirty="0">
                <a:solidFill>
                  <a:srgbClr val="000000"/>
                </a:solidFill>
              </a:rPr>
              <a:t>1</a:t>
            </a:r>
            <a:r>
              <a:rPr lang="zh-CN" altLang="en-US" sz="2300" b="1" dirty="0">
                <a:solidFill>
                  <a:srgbClr val="000000"/>
                </a:solidFill>
              </a:rPr>
              <a:t>：采用</a:t>
            </a:r>
            <a:r>
              <a:rPr lang="en-US" altLang="zh-CN" sz="2300" b="1" dirty="0">
                <a:solidFill>
                  <a:srgbClr val="000000"/>
                </a:solidFill>
              </a:rPr>
              <a:t>JK</a:t>
            </a:r>
            <a:r>
              <a:rPr lang="zh-CN" altLang="en-US" sz="2300" b="1" dirty="0">
                <a:solidFill>
                  <a:srgbClr val="000000"/>
                </a:solidFill>
              </a:rPr>
              <a:t>触发器设计一个按照自然序态变化，能产生一个进位输出的</a:t>
            </a:r>
            <a:r>
              <a:rPr lang="en-US" altLang="zh-CN" sz="2300" b="1" dirty="0">
                <a:solidFill>
                  <a:srgbClr val="000000"/>
                </a:solidFill>
              </a:rPr>
              <a:t>8</a:t>
            </a:r>
            <a:r>
              <a:rPr lang="zh-CN" altLang="en-US" sz="2300" b="1" dirty="0">
                <a:solidFill>
                  <a:srgbClr val="000000"/>
                </a:solidFill>
              </a:rPr>
              <a:t>进制同步加法计数器。要求具有一个输入信号</a:t>
            </a:r>
            <a:r>
              <a:rPr lang="en-US" altLang="zh-CN" sz="2300" b="1" i="1" dirty="0">
                <a:solidFill>
                  <a:srgbClr val="000000"/>
                </a:solidFill>
              </a:rPr>
              <a:t>w</a:t>
            </a:r>
            <a:r>
              <a:rPr lang="zh-CN" altLang="en-US" sz="2300" b="1" dirty="0">
                <a:solidFill>
                  <a:srgbClr val="000000"/>
                </a:solidFill>
              </a:rPr>
              <a:t>控制计数。</a:t>
            </a:r>
            <a:endParaRPr lang="en-US" altLang="zh-CN" sz="2300" b="1" dirty="0">
              <a:solidFill>
                <a:srgbClr val="000000"/>
              </a:solidFill>
              <a:ea typeface="Times New Roman" panose="02020603050405020304" pitchFamily="18" charset="0"/>
            </a:endParaRPr>
          </a:p>
        </p:txBody>
      </p:sp>
      <p:sp>
        <p:nvSpPr>
          <p:cNvPr id="202757" name="TextBox 1"/>
          <p:cNvSpPr txBox="1"/>
          <p:nvPr/>
        </p:nvSpPr>
        <p:spPr>
          <a:xfrm>
            <a:off x="614363" y="2479675"/>
            <a:ext cx="8305800" cy="190500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lnSpc>
                <a:spcPct val="130000"/>
              </a:lnSpc>
              <a:spcBef>
                <a:spcPct val="20000"/>
              </a:spcBef>
              <a:spcAft>
                <a:spcPct val="0"/>
              </a:spcAft>
              <a:defRPr sz="2400">
                <a:solidFill>
                  <a:srgbClr val="0000FF"/>
                </a:solidFill>
                <a:latin typeface="Times New Roman" panose="02020603050405020304" pitchFamily="18" charset="0"/>
                <a:ea typeface="+mn-ea"/>
                <a:cs typeface="+mn-cs"/>
              </a:defRPr>
            </a:lvl1pPr>
            <a:lvl2pPr marL="742950" indent="-285750" algn="l" rtl="0" eaLnBrk="0" fontAlgn="base" hangingPunct="0">
              <a:lnSpc>
                <a:spcPct val="130000"/>
              </a:lnSpc>
              <a:spcBef>
                <a:spcPct val="20000"/>
              </a:spcBef>
              <a:spcAft>
                <a:spcPct val="0"/>
              </a:spcAft>
              <a:buClr>
                <a:srgbClr val="0000CC"/>
              </a:buClr>
              <a:buSzPct val="80000"/>
              <a:buFont typeface="Wingdings" panose="05000000000000000000" pitchFamily="2" charset="2"/>
              <a:buChar char="o"/>
              <a:defRPr sz="3000" b="1">
                <a:solidFill>
                  <a:srgbClr val="0000FF"/>
                </a:solidFill>
                <a:latin typeface="Arial Narrow" panose="020B0606020202030204" pitchFamily="34" charset="0"/>
                <a:ea typeface="楷体_GB2312" charset="-122"/>
                <a:cs typeface="楷体_GB2312" charset="-122"/>
              </a:defRPr>
            </a:lvl2pPr>
            <a:lvl3pPr marL="1143000" indent="-228600" algn="l" rtl="0" eaLnBrk="0" fontAlgn="base" hangingPunct="0">
              <a:lnSpc>
                <a:spcPct val="130000"/>
              </a:lnSpc>
              <a:spcBef>
                <a:spcPct val="20000"/>
              </a:spcBef>
              <a:spcAft>
                <a:spcPct val="0"/>
              </a:spcAft>
              <a:buClr>
                <a:srgbClr val="0000CC"/>
              </a:buClr>
              <a:buSzPct val="80000"/>
              <a:buFont typeface="Wingdings" panose="05000000000000000000" pitchFamily="2" charset="2"/>
              <a:buChar char="n"/>
              <a:defRPr sz="3000" b="1">
                <a:solidFill>
                  <a:srgbClr val="0000FF"/>
                </a:solidFill>
                <a:latin typeface="Arial Narrow" panose="020B0606020202030204" pitchFamily="34" charset="0"/>
                <a:ea typeface="楷体_GB2312" charset="-122"/>
                <a:cs typeface="楷体_GB2312" charset="-122"/>
              </a:defRPr>
            </a:lvl3pPr>
            <a:lvl4pPr marL="1600200" indent="-228600" algn="l" rtl="0" eaLnBrk="0" fontAlgn="base" hangingPunct="0">
              <a:lnSpc>
                <a:spcPct val="130000"/>
              </a:lnSpc>
              <a:spcBef>
                <a:spcPct val="20000"/>
              </a:spcBef>
              <a:spcAft>
                <a:spcPct val="0"/>
              </a:spcAft>
              <a:buClr>
                <a:srgbClr val="0000CC"/>
              </a:buClr>
              <a:buSzPct val="80000"/>
              <a:buFont typeface="Wingdings" panose="05000000000000000000" pitchFamily="2" charset="2"/>
              <a:buChar char="o"/>
              <a:defRPr sz="2800" b="1">
                <a:solidFill>
                  <a:srgbClr val="0000FF"/>
                </a:solidFill>
                <a:latin typeface="Arial Narrow" panose="020B0606020202030204" pitchFamily="34" charset="0"/>
                <a:ea typeface="楷体_GB2312" charset="-122"/>
                <a:cs typeface="楷体_GB2312" charset="-122"/>
              </a:defRPr>
            </a:lvl4pPr>
            <a:lvl5pPr marL="2057400" indent="-228600" algn="l" rtl="0" eaLnBrk="0" fontAlgn="base" hangingPunct="0">
              <a:lnSpc>
                <a:spcPct val="130000"/>
              </a:lnSpc>
              <a:spcBef>
                <a:spcPct val="20000"/>
              </a:spcBef>
              <a:spcAft>
                <a:spcPct val="0"/>
              </a:spcAft>
              <a:buClr>
                <a:srgbClr val="0000CC"/>
              </a:buClr>
              <a:buSzPct val="80000"/>
              <a:buFont typeface="Wingdings" panose="05000000000000000000" pitchFamily="2" charset="2"/>
              <a:buChar char="o"/>
              <a:defRPr sz="2800" b="1">
                <a:solidFill>
                  <a:srgbClr val="0000FF"/>
                </a:solidFill>
                <a:latin typeface="Arial Narrow" panose="020B0606020202030204" pitchFamily="34" charset="0"/>
                <a:ea typeface="楷体_GB2312" charset="-122"/>
                <a:cs typeface="楷体_GB2312" charset="-122"/>
              </a:defRPr>
            </a:lvl5pPr>
          </a:lstStyle>
          <a:p>
            <a:pPr marL="0" lvl="0" indent="0">
              <a:lnSpc>
                <a:spcPct val="120000"/>
              </a:lnSpc>
              <a:spcBef>
                <a:spcPct val="0"/>
              </a:spcBef>
              <a:spcAft>
                <a:spcPts val="600"/>
              </a:spcAft>
            </a:pPr>
            <a:r>
              <a:rPr lang="zh-CN" altLang="en-US" sz="2300" b="1" dirty="0">
                <a:solidFill>
                  <a:srgbClr val="000000"/>
                </a:solidFill>
              </a:rPr>
              <a:t>设计过程</a:t>
            </a:r>
            <a:r>
              <a:rPr lang="en-US" altLang="zh-CN" sz="2300" b="1" dirty="0">
                <a:solidFill>
                  <a:srgbClr val="000000"/>
                </a:solidFill>
              </a:rPr>
              <a:t>:</a:t>
            </a:r>
            <a:endParaRPr lang="en-US" altLang="zh-CN" sz="2300" b="1" dirty="0">
              <a:solidFill>
                <a:srgbClr val="000000"/>
              </a:solidFill>
              <a:sym typeface="Wingdings" panose="05000000000000000000" pitchFamily="2" charset="2"/>
            </a:endParaRPr>
          </a:p>
          <a:p>
            <a:pPr marL="0" lvl="0" indent="0">
              <a:lnSpc>
                <a:spcPct val="120000"/>
              </a:lnSpc>
              <a:spcBef>
                <a:spcPct val="0"/>
              </a:spcBef>
              <a:spcAft>
                <a:spcPts val="600"/>
              </a:spcAft>
            </a:pPr>
            <a:r>
              <a:rPr lang="zh-CN" altLang="en-US" sz="2300" b="1" dirty="0">
                <a:solidFill>
                  <a:srgbClr val="000000"/>
                </a:solidFill>
              </a:rPr>
              <a:t>（</a:t>
            </a:r>
            <a:r>
              <a:rPr lang="en-US" altLang="zh-CN" sz="2300" b="1" dirty="0">
                <a:solidFill>
                  <a:srgbClr val="000000"/>
                </a:solidFill>
              </a:rPr>
              <a:t>1</a:t>
            </a:r>
            <a:r>
              <a:rPr lang="zh-CN" altLang="en-US" sz="2300" b="1" dirty="0">
                <a:solidFill>
                  <a:srgbClr val="000000"/>
                </a:solidFill>
              </a:rPr>
              <a:t>）依题得到</a:t>
            </a:r>
            <a:r>
              <a:rPr lang="zh-CN" altLang="en-US" sz="2300" b="1" u="sng" dirty="0">
                <a:solidFill>
                  <a:srgbClr val="000000"/>
                </a:solidFill>
              </a:rPr>
              <a:t>状态转换图</a:t>
            </a:r>
            <a:r>
              <a:rPr lang="zh-CN" altLang="en-US" sz="2300" b="1" dirty="0">
                <a:solidFill>
                  <a:srgbClr val="000000"/>
                </a:solidFill>
                <a:sym typeface="Wingdings" panose="05000000000000000000" pitchFamily="2" charset="2"/>
              </a:rPr>
              <a:t>（</a:t>
            </a:r>
            <a:r>
              <a:rPr lang="en-US" altLang="zh-CN" sz="2300" b="1" i="1" dirty="0">
                <a:solidFill>
                  <a:srgbClr val="000000"/>
                </a:solidFill>
                <a:sym typeface="Wingdings" panose="05000000000000000000" pitchFamily="2" charset="2"/>
              </a:rPr>
              <a:t>w</a:t>
            </a:r>
            <a:r>
              <a:rPr lang="en-US" altLang="zh-CN" sz="2300" b="1" dirty="0">
                <a:solidFill>
                  <a:srgbClr val="000000"/>
                </a:solidFill>
                <a:sym typeface="Wingdings" panose="05000000000000000000" pitchFamily="2" charset="2"/>
              </a:rPr>
              <a:t>=0</a:t>
            </a:r>
            <a:r>
              <a:rPr lang="zh-CN" altLang="en-US" sz="2300" b="1" dirty="0">
                <a:solidFill>
                  <a:srgbClr val="000000"/>
                </a:solidFill>
                <a:sym typeface="Wingdings" panose="05000000000000000000" pitchFamily="2" charset="2"/>
              </a:rPr>
              <a:t>时保持现态，未画出），状态已为二进制最简，不要化简与分配。</a:t>
            </a:r>
            <a:endParaRPr lang="en-US" altLang="zh-CN" sz="2300" b="1" dirty="0">
              <a:solidFill>
                <a:srgbClr val="000000"/>
              </a:solidFill>
              <a:sym typeface="Wingdings" panose="05000000000000000000" pitchFamily="2" charset="2"/>
            </a:endParaRPr>
          </a:p>
          <a:p>
            <a:pPr marL="0" lvl="0" indent="0">
              <a:lnSpc>
                <a:spcPct val="120000"/>
              </a:lnSpc>
              <a:spcBef>
                <a:spcPct val="0"/>
              </a:spcBef>
              <a:spcAft>
                <a:spcPts val="600"/>
              </a:spcAft>
            </a:pPr>
            <a:r>
              <a:rPr lang="zh-CN" altLang="en-US" sz="2300" b="1" dirty="0">
                <a:solidFill>
                  <a:srgbClr val="000000"/>
                </a:solidFill>
                <a:sym typeface="Wingdings" panose="05000000000000000000" pitchFamily="2" charset="2"/>
              </a:rPr>
              <a:t>由于输出</a:t>
            </a:r>
            <a:r>
              <a:rPr lang="en-US" altLang="zh-CN" sz="2300" b="1" dirty="0">
                <a:solidFill>
                  <a:srgbClr val="000000"/>
                </a:solidFill>
                <a:sym typeface="Wingdings" panose="05000000000000000000" pitchFamily="2" charset="2"/>
              </a:rPr>
              <a:t>Y</a:t>
            </a:r>
            <a:r>
              <a:rPr lang="zh-CN" altLang="en-US" sz="2300" b="1" dirty="0">
                <a:solidFill>
                  <a:srgbClr val="000000"/>
                </a:solidFill>
                <a:sym typeface="Wingdings" panose="05000000000000000000" pitchFamily="2" charset="2"/>
              </a:rPr>
              <a:t>与输入及计数状态有关，属于</a:t>
            </a:r>
            <a:r>
              <a:rPr lang="en-US" altLang="zh-CN" sz="2300" b="1" dirty="0">
                <a:solidFill>
                  <a:srgbClr val="000000"/>
                </a:solidFill>
                <a:sym typeface="Wingdings" panose="05000000000000000000" pitchFamily="2" charset="2"/>
              </a:rPr>
              <a:t>Mealy</a:t>
            </a:r>
            <a:r>
              <a:rPr lang="zh-CN" altLang="en-US" sz="2300" b="1" dirty="0">
                <a:solidFill>
                  <a:srgbClr val="000000"/>
                </a:solidFill>
                <a:sym typeface="Wingdings" panose="05000000000000000000" pitchFamily="2" charset="2"/>
              </a:rPr>
              <a:t>型时序电路。</a:t>
            </a:r>
            <a:endParaRPr lang="en-US" altLang="zh-CN" sz="2300" b="1" dirty="0">
              <a:solidFill>
                <a:srgbClr val="000000"/>
              </a:solidFill>
              <a:ea typeface="Times New Roman" panose="02020603050405020304" pitchFamily="18" charset="0"/>
            </a:endParaRPr>
          </a:p>
        </p:txBody>
      </p:sp>
      <p:sp>
        <p:nvSpPr>
          <p:cNvPr id="202758" name="灯片编号占位符 1"/>
          <p:cNvSpPr txBox="1">
            <a:spLocks noGrp="1"/>
          </p:cNvSpPr>
          <p:nvPr>
            <p:ph type="sldNum" sz="quarter" idx="11"/>
          </p:nvPr>
        </p:nvSpPr>
        <p:spPr>
          <a:xfrm>
            <a:off x="8388350" y="6453188"/>
            <a:ext cx="720725" cy="360362"/>
          </a:xfrm>
          <a:noFill/>
          <a:ln>
            <a:noFill/>
          </a:ln>
        </p:spPr>
        <p:txBody>
          <a:bodyPr/>
          <a:p>
            <a:pPr marL="0" indent="0" algn="ctr" eaLnBrk="1" hangingPunct="1">
              <a:lnSpc>
                <a:spcPct val="100000"/>
              </a:lnSpc>
              <a:spcBef>
                <a:spcPct val="0"/>
              </a:spcBef>
            </a:pPr>
            <a:fld id="{9A0DB2DC-4C9A-4742-B13C-FB6460FD3503}" type="slidenum">
              <a:rPr lang="en-US" altLang="zh-CN" sz="1600" dirty="0">
                <a:solidFill>
                  <a:srgbClr val="000000"/>
                </a:solidFill>
                <a:ea typeface="楷体_GB2312" charset="-122"/>
              </a:rPr>
            </a:fld>
            <a:endParaRPr lang="en-US" altLang="zh-CN" sz="1600" dirty="0">
              <a:solidFill>
                <a:srgbClr val="000000"/>
              </a:solidFill>
              <a:ea typeface="楷体_GB2312" charset="-122"/>
            </a:endParaRPr>
          </a:p>
        </p:txBody>
      </p:sp>
    </p:spTree>
  </p:cSld>
  <p:clrMapOvr>
    <a:masterClrMapping/>
  </p:clrMapOvr>
  <p:transition spd="slow">
    <p:randomBar dir="vert"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03778" name="灯片编号占位符 3"/>
          <p:cNvSpPr txBox="1">
            <a:spLocks noGrp="1"/>
          </p:cNvSpPr>
          <p:nvPr>
            <p:ph type="sldNum" sz="quarter" idx="11"/>
          </p:nvPr>
        </p:nvSpPr>
        <p:spPr>
          <a:xfrm>
            <a:off x="8388350" y="6453188"/>
            <a:ext cx="720725" cy="360362"/>
          </a:xfrm>
          <a:noFill/>
          <a:ln>
            <a:noFill/>
          </a:ln>
        </p:spPr>
        <p:txBody>
          <a:bodyPr/>
          <a:p>
            <a:pPr marL="0" indent="0" algn="ctr" eaLnBrk="1" hangingPunct="1">
              <a:lnSpc>
                <a:spcPct val="100000"/>
              </a:lnSpc>
              <a:spcBef>
                <a:spcPct val="0"/>
              </a:spcBef>
            </a:pPr>
            <a:fld id="{9A0DB2DC-4C9A-4742-B13C-FB6460FD3503}" type="slidenum">
              <a:rPr lang="en-US" altLang="zh-CN" sz="1600" dirty="0">
                <a:solidFill>
                  <a:srgbClr val="000000"/>
                </a:solidFill>
                <a:ea typeface="楷体_GB2312" charset="-122"/>
              </a:rPr>
            </a:fld>
            <a:endParaRPr lang="en-US" altLang="zh-CN" sz="1600" dirty="0">
              <a:solidFill>
                <a:srgbClr val="000000"/>
              </a:solidFill>
              <a:ea typeface="楷体_GB2312" charset="-122"/>
            </a:endParaRPr>
          </a:p>
        </p:txBody>
      </p:sp>
      <p:graphicFrame>
        <p:nvGraphicFramePr>
          <p:cNvPr id="30" name="表格 54"/>
          <p:cNvGraphicFramePr>
            <a:graphicFrameLocks noGrp="1"/>
          </p:cNvGraphicFramePr>
          <p:nvPr/>
        </p:nvGraphicFramePr>
        <p:xfrm>
          <a:off x="5657850" y="1055688"/>
          <a:ext cx="3148013" cy="300355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06269"/>
                <a:gridCol w="1372962"/>
                <a:gridCol w="968782"/>
              </a:tblGrid>
              <a:tr h="358018">
                <a:tc rowSpan="2"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zh-CN" altLang="en-US" sz="1700" b="1" dirty="0">
                          <a:solidFill>
                            <a:srgbClr val="000000"/>
                          </a:solidFill>
                        </a:rPr>
                        <a:t>现态</a:t>
                      </a:r>
                      <a:endParaRPr lang="en-US" altLang="zh-CN" sz="1700" b="1" dirty="0">
                        <a:solidFill>
                          <a:srgbClr val="000000"/>
                        </a:solidFill>
                      </a:endParaRPr>
                    </a:p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US" altLang="zh-CN" sz="1700" b="1" i="1" kern="1200" dirty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q</a:t>
                      </a:r>
                      <a:r>
                        <a:rPr lang="en-US" altLang="zh-CN" sz="1700" b="1" i="0" kern="1200" baseline="-25000" dirty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2</a:t>
                      </a:r>
                      <a:r>
                        <a:rPr lang="en-US" altLang="zh-CN" sz="1700" b="1" i="1" kern="1200" dirty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q</a:t>
                      </a:r>
                      <a:r>
                        <a:rPr lang="en-US" altLang="zh-CN" sz="1700" b="1" i="0" kern="1200" baseline="-25000" dirty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1</a:t>
                      </a:r>
                      <a:r>
                        <a:rPr lang="en-US" altLang="zh-CN" sz="1700" b="1" i="1" kern="1200" dirty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q</a:t>
                      </a:r>
                      <a:r>
                        <a:rPr lang="en-US" altLang="zh-CN" sz="1700" b="1" i="0" kern="1200" baseline="-25000" dirty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0</a:t>
                      </a:r>
                      <a:endParaRPr lang="zh-CN" altLang="en-US" sz="1700" b="1" i="0" kern="1200" baseline="-25000" dirty="0">
                        <a:solidFill>
                          <a:srgbClr val="000000"/>
                        </a:solidFill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91364" marR="91364" marT="45691" marB="45691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zh-CN" altLang="en-US" sz="1700" b="1" dirty="0">
                          <a:solidFill>
                            <a:srgbClr val="000000"/>
                          </a:solidFill>
                        </a:rPr>
                        <a:t>次态</a:t>
                      </a:r>
                      <a:r>
                        <a:rPr lang="en-US" altLang="zh-CN" sz="1700" b="1" i="1" dirty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Q</a:t>
                      </a:r>
                      <a:r>
                        <a:rPr lang="en-US" altLang="zh-CN" sz="1700" b="1" i="0" kern="1200" baseline="-25000" dirty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2</a:t>
                      </a:r>
                      <a:r>
                        <a:rPr lang="en-US" altLang="zh-CN" sz="1700" b="1" i="1" dirty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Q</a:t>
                      </a:r>
                      <a:r>
                        <a:rPr lang="en-US" altLang="zh-CN" sz="1700" b="1" i="0" kern="1200" baseline="-25000" dirty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1</a:t>
                      </a:r>
                      <a:r>
                        <a:rPr lang="en-US" altLang="zh-CN" sz="1700" b="1" i="1" dirty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Q</a:t>
                      </a:r>
                      <a:r>
                        <a:rPr lang="en-US" altLang="zh-CN" sz="1700" b="1" i="0" kern="1200" baseline="-25000" dirty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0</a:t>
                      </a:r>
                      <a:endParaRPr lang="zh-CN" altLang="en-US" sz="1700" b="1" i="1" dirty="0">
                        <a:solidFill>
                          <a:srgbClr val="000000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1364" marR="91364" marT="45691" marB="45691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lnSpc>
                          <a:spcPct val="100000"/>
                        </a:lnSpc>
                      </a:pPr>
                      <a:r>
                        <a:rPr lang="zh-CN" altLang="en-US" sz="1700" b="1" kern="1200" dirty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输出</a:t>
                      </a:r>
                      <a:r>
                        <a:rPr lang="en-US" altLang="zh-CN" sz="1700" b="1" kern="1200" dirty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Y</a:t>
                      </a:r>
                      <a:endParaRPr lang="zh-CN" altLang="en-US" sz="1700" b="1" kern="1200" dirty="0">
                        <a:solidFill>
                          <a:srgbClr val="000000"/>
                        </a:solidFill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91364" marR="91364" marT="45691" marB="45691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421551">
                <a:tc vMerge="1"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1700" b="1" i="1" dirty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w </a:t>
                      </a:r>
                      <a:r>
                        <a:rPr lang="en-US" altLang="zh-CN" sz="1700" b="1" dirty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=  0       1</a:t>
                      </a:r>
                      <a:endParaRPr lang="zh-CN" altLang="en-US" sz="1800" dirty="0"/>
                    </a:p>
                  </a:txBody>
                  <a:tcPr marL="91364" marR="91364" marT="45691" marB="45691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lnSpc>
                          <a:spcPct val="100000"/>
                        </a:lnSpc>
                      </a:pPr>
                      <a:r>
                        <a:rPr lang="en-US" altLang="zh-CN" sz="1700" b="1" kern="1200" dirty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0    1</a:t>
                      </a:r>
                      <a:endParaRPr lang="zh-CN" altLang="en-US" sz="1700" b="1" kern="1200" dirty="0">
                        <a:solidFill>
                          <a:srgbClr val="000000"/>
                        </a:solidFill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91364" marR="91364" marT="45691" marB="45691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2223981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US" altLang="zh-CN" sz="1700" b="1" i="0" dirty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000</a:t>
                      </a:r>
                      <a:endParaRPr lang="en-US" altLang="zh-CN" sz="1700" b="1" i="0" dirty="0">
                        <a:solidFill>
                          <a:srgbClr val="000000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US" altLang="zh-CN" sz="1700" b="1" i="0" dirty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001</a:t>
                      </a:r>
                      <a:endParaRPr lang="en-US" altLang="zh-CN" sz="1700" b="1" i="0" dirty="0">
                        <a:solidFill>
                          <a:srgbClr val="000000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US" altLang="zh-CN" sz="1700" b="1" i="0" dirty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010</a:t>
                      </a:r>
                      <a:endParaRPr lang="en-US" altLang="zh-CN" sz="1700" b="1" i="0" dirty="0">
                        <a:solidFill>
                          <a:srgbClr val="000000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US" altLang="zh-CN" sz="1700" b="1" i="0" dirty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011</a:t>
                      </a:r>
                      <a:endParaRPr lang="en-US" altLang="zh-CN" sz="1700" b="1" i="0" dirty="0">
                        <a:solidFill>
                          <a:srgbClr val="000000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US" altLang="zh-CN" sz="1700" b="1" i="0" dirty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100</a:t>
                      </a:r>
                      <a:endParaRPr lang="en-US" altLang="zh-CN" sz="1700" b="1" i="0" dirty="0">
                        <a:solidFill>
                          <a:srgbClr val="000000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US" altLang="zh-CN" sz="1700" b="1" i="0" dirty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101</a:t>
                      </a:r>
                      <a:endParaRPr lang="en-US" altLang="zh-CN" sz="1700" b="1" i="0" dirty="0">
                        <a:solidFill>
                          <a:srgbClr val="000000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US" altLang="zh-CN" sz="1700" b="1" i="0" dirty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110</a:t>
                      </a:r>
                      <a:endParaRPr lang="en-US" altLang="zh-CN" sz="1700" b="1" i="0" dirty="0">
                        <a:solidFill>
                          <a:srgbClr val="000000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US" altLang="zh-CN" sz="1700" b="1" i="0" dirty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111</a:t>
                      </a:r>
                      <a:endParaRPr lang="en-US" altLang="zh-CN" sz="1700" b="1" i="0" dirty="0">
                        <a:solidFill>
                          <a:srgbClr val="000000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1364" marR="91364" marT="45691" marB="45691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1700" b="1" i="0" dirty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     000   001 </a:t>
                      </a:r>
                      <a:endParaRPr lang="en-US" altLang="zh-CN" sz="1700" b="1" i="0" dirty="0">
                        <a:solidFill>
                          <a:srgbClr val="000000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1700" b="1" i="0" dirty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     001   010        </a:t>
                      </a:r>
                      <a:endParaRPr lang="en-US" altLang="zh-CN" sz="1700" b="1" i="0" dirty="0">
                        <a:solidFill>
                          <a:srgbClr val="000000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 algn="l">
                        <a:lnSpc>
                          <a:spcPct val="100000"/>
                        </a:lnSpc>
                      </a:pPr>
                      <a:r>
                        <a:rPr lang="en-US" altLang="zh-CN" sz="1700" b="1" i="0" dirty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     010   011</a:t>
                      </a:r>
                      <a:endParaRPr lang="en-US" altLang="zh-CN" sz="1700" b="1" i="0" dirty="0">
                        <a:solidFill>
                          <a:srgbClr val="000000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 algn="l">
                        <a:lnSpc>
                          <a:spcPct val="100000"/>
                        </a:lnSpc>
                      </a:pPr>
                      <a:r>
                        <a:rPr lang="en-US" altLang="zh-CN" sz="1700" b="1" i="0" dirty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     011   100</a:t>
                      </a:r>
                      <a:endParaRPr lang="en-US" altLang="zh-CN" sz="1700" b="1" i="0" dirty="0">
                        <a:solidFill>
                          <a:srgbClr val="000000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 algn="l">
                        <a:lnSpc>
                          <a:spcPct val="100000"/>
                        </a:lnSpc>
                      </a:pPr>
                      <a:r>
                        <a:rPr lang="en-US" altLang="zh-CN" sz="1700" b="1" i="0" dirty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     100   101 </a:t>
                      </a:r>
                      <a:endParaRPr lang="en-US" altLang="zh-CN" sz="1700" b="1" i="0" dirty="0">
                        <a:solidFill>
                          <a:srgbClr val="000000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 algn="l">
                        <a:lnSpc>
                          <a:spcPct val="100000"/>
                        </a:lnSpc>
                      </a:pPr>
                      <a:r>
                        <a:rPr lang="en-US" altLang="zh-CN" sz="1700" b="1" i="0" dirty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     101   110</a:t>
                      </a:r>
                      <a:endParaRPr lang="en-US" altLang="zh-CN" sz="1700" b="1" i="0" dirty="0">
                        <a:solidFill>
                          <a:srgbClr val="000000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 algn="l">
                        <a:lnSpc>
                          <a:spcPct val="100000"/>
                        </a:lnSpc>
                      </a:pPr>
                      <a:r>
                        <a:rPr lang="en-US" altLang="zh-CN" sz="1700" b="1" i="0" dirty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     110   111</a:t>
                      </a:r>
                      <a:endParaRPr lang="en-US" altLang="zh-CN" sz="1700" b="1" i="0" dirty="0">
                        <a:solidFill>
                          <a:srgbClr val="000000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 algn="l">
                        <a:lnSpc>
                          <a:spcPct val="100000"/>
                        </a:lnSpc>
                      </a:pPr>
                      <a:r>
                        <a:rPr lang="en-US" altLang="zh-CN" sz="1700" b="1" i="0" dirty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     111   000</a:t>
                      </a:r>
                      <a:endParaRPr lang="en-US" altLang="zh-CN" sz="1700" b="1" i="0" dirty="0">
                        <a:solidFill>
                          <a:srgbClr val="000000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1364" marR="91364" marT="45691" marB="45691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US" altLang="zh-CN" sz="1700" b="1" i="0" kern="1200" dirty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0    0</a:t>
                      </a:r>
                      <a:endParaRPr lang="en-US" altLang="zh-CN" sz="1700" b="1" i="0" kern="1200" dirty="0">
                        <a:solidFill>
                          <a:srgbClr val="000000"/>
                        </a:solidFill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US" altLang="zh-CN" sz="1700" b="1" i="0" kern="1200" dirty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0    0</a:t>
                      </a:r>
                      <a:endParaRPr lang="en-US" altLang="zh-CN" sz="1700" b="1" i="0" kern="1200" dirty="0">
                        <a:solidFill>
                          <a:srgbClr val="000000"/>
                        </a:solidFill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US" altLang="zh-CN" sz="1700" b="1" i="0" kern="1200" dirty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0    0</a:t>
                      </a:r>
                      <a:endParaRPr lang="en-US" altLang="zh-CN" sz="1700" b="1" i="0" kern="1200" dirty="0">
                        <a:solidFill>
                          <a:srgbClr val="000000"/>
                        </a:solidFill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US" altLang="zh-CN" sz="1700" b="1" i="0" kern="1200" dirty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0    0</a:t>
                      </a:r>
                      <a:endParaRPr lang="en-US" altLang="zh-CN" sz="1700" b="1" i="0" kern="1200" dirty="0">
                        <a:solidFill>
                          <a:srgbClr val="000000"/>
                        </a:solidFill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US" altLang="zh-CN" sz="1700" b="1" i="0" kern="1200" dirty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0    0</a:t>
                      </a:r>
                      <a:endParaRPr lang="en-US" altLang="zh-CN" sz="1700" b="1" i="0" kern="1200" dirty="0">
                        <a:solidFill>
                          <a:srgbClr val="000000"/>
                        </a:solidFill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US" altLang="zh-CN" sz="1700" b="1" i="0" kern="1200" dirty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0    0</a:t>
                      </a:r>
                      <a:endParaRPr lang="en-US" altLang="zh-CN" sz="1700" b="1" i="0" kern="1200" dirty="0">
                        <a:solidFill>
                          <a:srgbClr val="000000"/>
                        </a:solidFill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US" altLang="zh-CN" sz="1700" b="1" i="0" kern="1200" dirty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0    0</a:t>
                      </a:r>
                      <a:endParaRPr lang="en-US" altLang="zh-CN" sz="1700" b="1" i="0" kern="1200" dirty="0">
                        <a:solidFill>
                          <a:srgbClr val="000000"/>
                        </a:solidFill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US" altLang="zh-CN" sz="1700" b="1" i="0" kern="1200" dirty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0    1</a:t>
                      </a:r>
                      <a:endParaRPr lang="zh-CN" altLang="en-US" sz="1700" b="1" i="0" kern="1200" dirty="0">
                        <a:solidFill>
                          <a:srgbClr val="000000"/>
                        </a:solidFill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91364" marR="91364" marT="45691" marB="45691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</a:tbl>
          </a:graphicData>
        </a:graphic>
      </p:graphicFrame>
      <p:sp>
        <p:nvSpPr>
          <p:cNvPr id="203796" name="TextBox 1"/>
          <p:cNvSpPr txBox="1"/>
          <p:nvPr/>
        </p:nvSpPr>
        <p:spPr>
          <a:xfrm>
            <a:off x="508000" y="1206500"/>
            <a:ext cx="5189538" cy="963613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lnSpc>
                <a:spcPct val="130000"/>
              </a:lnSpc>
              <a:spcBef>
                <a:spcPct val="20000"/>
              </a:spcBef>
              <a:spcAft>
                <a:spcPct val="0"/>
              </a:spcAft>
              <a:defRPr sz="2400">
                <a:solidFill>
                  <a:srgbClr val="0000FF"/>
                </a:solidFill>
                <a:latin typeface="Times New Roman" panose="02020603050405020304" pitchFamily="18" charset="0"/>
                <a:ea typeface="+mn-ea"/>
                <a:cs typeface="+mn-cs"/>
              </a:defRPr>
            </a:lvl1pPr>
            <a:lvl2pPr marL="742950" indent="-285750" algn="l" rtl="0" eaLnBrk="0" fontAlgn="base" hangingPunct="0">
              <a:lnSpc>
                <a:spcPct val="130000"/>
              </a:lnSpc>
              <a:spcBef>
                <a:spcPct val="20000"/>
              </a:spcBef>
              <a:spcAft>
                <a:spcPct val="0"/>
              </a:spcAft>
              <a:buClr>
                <a:srgbClr val="0000CC"/>
              </a:buClr>
              <a:buSzPct val="80000"/>
              <a:buFont typeface="Wingdings" panose="05000000000000000000" pitchFamily="2" charset="2"/>
              <a:buChar char="o"/>
              <a:defRPr sz="3000" b="1">
                <a:solidFill>
                  <a:srgbClr val="0000FF"/>
                </a:solidFill>
                <a:latin typeface="Arial Narrow" panose="020B0606020202030204" pitchFamily="34" charset="0"/>
                <a:ea typeface="楷体_GB2312" charset="-122"/>
                <a:cs typeface="楷体_GB2312" charset="-122"/>
              </a:defRPr>
            </a:lvl2pPr>
            <a:lvl3pPr marL="1143000" indent="-228600" algn="l" rtl="0" eaLnBrk="0" fontAlgn="base" hangingPunct="0">
              <a:lnSpc>
                <a:spcPct val="130000"/>
              </a:lnSpc>
              <a:spcBef>
                <a:spcPct val="20000"/>
              </a:spcBef>
              <a:spcAft>
                <a:spcPct val="0"/>
              </a:spcAft>
              <a:buClr>
                <a:srgbClr val="0000CC"/>
              </a:buClr>
              <a:buSzPct val="80000"/>
              <a:buFont typeface="Wingdings" panose="05000000000000000000" pitchFamily="2" charset="2"/>
              <a:buChar char="n"/>
              <a:defRPr sz="3000" b="1">
                <a:solidFill>
                  <a:srgbClr val="0000FF"/>
                </a:solidFill>
                <a:latin typeface="Arial Narrow" panose="020B0606020202030204" pitchFamily="34" charset="0"/>
                <a:ea typeface="楷体_GB2312" charset="-122"/>
                <a:cs typeface="楷体_GB2312" charset="-122"/>
              </a:defRPr>
            </a:lvl3pPr>
            <a:lvl4pPr marL="1600200" indent="-228600" algn="l" rtl="0" eaLnBrk="0" fontAlgn="base" hangingPunct="0">
              <a:lnSpc>
                <a:spcPct val="130000"/>
              </a:lnSpc>
              <a:spcBef>
                <a:spcPct val="20000"/>
              </a:spcBef>
              <a:spcAft>
                <a:spcPct val="0"/>
              </a:spcAft>
              <a:buClr>
                <a:srgbClr val="0000CC"/>
              </a:buClr>
              <a:buSzPct val="80000"/>
              <a:buFont typeface="Wingdings" panose="05000000000000000000" pitchFamily="2" charset="2"/>
              <a:buChar char="o"/>
              <a:defRPr sz="2800" b="1">
                <a:solidFill>
                  <a:srgbClr val="0000FF"/>
                </a:solidFill>
                <a:latin typeface="Arial Narrow" panose="020B0606020202030204" pitchFamily="34" charset="0"/>
                <a:ea typeface="楷体_GB2312" charset="-122"/>
                <a:cs typeface="楷体_GB2312" charset="-122"/>
              </a:defRPr>
            </a:lvl4pPr>
            <a:lvl5pPr marL="2057400" indent="-228600" algn="l" rtl="0" eaLnBrk="0" fontAlgn="base" hangingPunct="0">
              <a:lnSpc>
                <a:spcPct val="130000"/>
              </a:lnSpc>
              <a:spcBef>
                <a:spcPct val="20000"/>
              </a:spcBef>
              <a:spcAft>
                <a:spcPct val="0"/>
              </a:spcAft>
              <a:buClr>
                <a:srgbClr val="0000CC"/>
              </a:buClr>
              <a:buSzPct val="80000"/>
              <a:buFont typeface="Wingdings" panose="05000000000000000000" pitchFamily="2" charset="2"/>
              <a:buChar char="o"/>
              <a:defRPr sz="2800" b="1">
                <a:solidFill>
                  <a:srgbClr val="0000FF"/>
                </a:solidFill>
                <a:latin typeface="Arial Narrow" panose="020B0606020202030204" pitchFamily="34" charset="0"/>
                <a:ea typeface="楷体_GB2312" charset="-122"/>
                <a:cs typeface="楷体_GB2312" charset="-122"/>
              </a:defRPr>
            </a:lvl5pPr>
          </a:lstStyle>
          <a:p>
            <a:pPr marL="0" lvl="0" indent="0">
              <a:spcBef>
                <a:spcPct val="0"/>
              </a:spcBef>
            </a:pPr>
            <a:r>
              <a:rPr lang="zh-CN" altLang="en-US" sz="2300" b="1" dirty="0">
                <a:solidFill>
                  <a:srgbClr val="000000"/>
                </a:solidFill>
              </a:rPr>
              <a:t>（</a:t>
            </a:r>
            <a:r>
              <a:rPr lang="en-US" altLang="zh-CN" sz="2300" b="1" dirty="0">
                <a:solidFill>
                  <a:srgbClr val="000000"/>
                </a:solidFill>
              </a:rPr>
              <a:t>2</a:t>
            </a:r>
            <a:r>
              <a:rPr lang="zh-CN" altLang="en-US" sz="2300" b="1" dirty="0">
                <a:solidFill>
                  <a:srgbClr val="000000"/>
                </a:solidFill>
              </a:rPr>
              <a:t>）将状态图转化为状态表。三个现态变量为</a:t>
            </a:r>
            <a:r>
              <a:rPr lang="en-US" altLang="zh-CN" sz="2300" b="1" i="1" dirty="0">
                <a:solidFill>
                  <a:srgbClr val="000000"/>
                </a:solidFill>
              </a:rPr>
              <a:t>q</a:t>
            </a:r>
            <a:r>
              <a:rPr lang="en-US" altLang="zh-CN" sz="2300" b="1" baseline="-25000" dirty="0">
                <a:solidFill>
                  <a:srgbClr val="000000"/>
                </a:solidFill>
              </a:rPr>
              <a:t>2</a:t>
            </a:r>
            <a:r>
              <a:rPr lang="en-US" altLang="zh-CN" sz="2300" b="1" i="1" dirty="0">
                <a:solidFill>
                  <a:srgbClr val="000000"/>
                </a:solidFill>
              </a:rPr>
              <a:t>q</a:t>
            </a:r>
            <a:r>
              <a:rPr lang="en-US" altLang="zh-CN" sz="2300" b="1" baseline="-25000" dirty="0">
                <a:solidFill>
                  <a:srgbClr val="000000"/>
                </a:solidFill>
              </a:rPr>
              <a:t>1</a:t>
            </a:r>
            <a:r>
              <a:rPr lang="en-US" altLang="zh-CN" sz="2300" b="1" i="1" dirty="0">
                <a:solidFill>
                  <a:srgbClr val="000000"/>
                </a:solidFill>
              </a:rPr>
              <a:t>q</a:t>
            </a:r>
            <a:r>
              <a:rPr lang="en-US" altLang="zh-CN" sz="2300" b="1" baseline="-25000" dirty="0">
                <a:solidFill>
                  <a:srgbClr val="000000"/>
                </a:solidFill>
              </a:rPr>
              <a:t>0</a:t>
            </a:r>
            <a:r>
              <a:rPr lang="zh-CN" altLang="en-US" sz="2300" b="1" dirty="0">
                <a:solidFill>
                  <a:srgbClr val="000000"/>
                </a:solidFill>
              </a:rPr>
              <a:t>，次态变量为</a:t>
            </a:r>
            <a:r>
              <a:rPr lang="en-US" altLang="zh-CN" sz="2300" b="1" i="1" dirty="0">
                <a:solidFill>
                  <a:srgbClr val="000000"/>
                </a:solidFill>
              </a:rPr>
              <a:t>Q</a:t>
            </a:r>
            <a:r>
              <a:rPr lang="en-US" altLang="zh-CN" sz="2300" b="1" baseline="-25000" dirty="0">
                <a:solidFill>
                  <a:srgbClr val="000000"/>
                </a:solidFill>
              </a:rPr>
              <a:t>2</a:t>
            </a:r>
            <a:r>
              <a:rPr lang="en-US" altLang="zh-CN" sz="2300" b="1" i="1" dirty="0">
                <a:solidFill>
                  <a:srgbClr val="000000"/>
                </a:solidFill>
              </a:rPr>
              <a:t>Q</a:t>
            </a:r>
            <a:r>
              <a:rPr lang="en-US" altLang="zh-CN" sz="2300" b="1" baseline="-25000" dirty="0">
                <a:solidFill>
                  <a:srgbClr val="000000"/>
                </a:solidFill>
              </a:rPr>
              <a:t>1 </a:t>
            </a:r>
            <a:r>
              <a:rPr lang="en-US" altLang="zh-CN" sz="2300" b="1" i="1" dirty="0">
                <a:solidFill>
                  <a:srgbClr val="000000"/>
                </a:solidFill>
              </a:rPr>
              <a:t>Q</a:t>
            </a:r>
            <a:r>
              <a:rPr lang="en-US" altLang="zh-CN" sz="2300" b="1" baseline="-25000" dirty="0">
                <a:solidFill>
                  <a:srgbClr val="000000"/>
                </a:solidFill>
              </a:rPr>
              <a:t>0</a:t>
            </a:r>
            <a:r>
              <a:rPr lang="zh-CN" altLang="en-US" sz="2300" b="1" dirty="0">
                <a:solidFill>
                  <a:srgbClr val="000000"/>
                </a:solidFill>
              </a:rPr>
              <a:t>。</a:t>
            </a:r>
            <a:endParaRPr lang="en-US" altLang="zh-CN" sz="2300" b="1" dirty="0">
              <a:solidFill>
                <a:srgbClr val="000000"/>
              </a:solidFill>
            </a:endParaRPr>
          </a:p>
        </p:txBody>
      </p:sp>
      <p:sp>
        <p:nvSpPr>
          <p:cNvPr id="203797" name="标题 2"/>
          <p:cNvSpPr>
            <a:spLocks noGrp="1" noRot="1"/>
          </p:cNvSpPr>
          <p:nvPr>
            <p:ph type="title"/>
          </p:nvPr>
        </p:nvSpPr>
        <p:spPr>
          <a:xfrm>
            <a:off x="498475" y="417513"/>
            <a:ext cx="6746875" cy="725487"/>
          </a:xfrm>
        </p:spPr>
        <p:txBody>
          <a:bodyPr vert="horz" wrap="square" lIns="91440" tIns="45720" rIns="91440" bIns="45720" anchor="ctr" anchorCtr="0"/>
          <a:p>
            <a:r>
              <a:rPr lang="en-US" altLang="zh-CN" sz="2800" dirty="0">
                <a:solidFill>
                  <a:srgbClr val="FF0000"/>
                </a:solidFill>
                <a:ea typeface="楷体_GB2312" charset="-122"/>
              </a:rPr>
              <a:t>6.9 </a:t>
            </a:r>
            <a:r>
              <a:rPr lang="zh-CN" altLang="en-US" sz="2800" dirty="0">
                <a:solidFill>
                  <a:srgbClr val="FF0000"/>
                </a:solidFill>
                <a:ea typeface="楷体_GB2312" charset="-122"/>
              </a:rPr>
              <a:t>同步计数器设计</a:t>
            </a:r>
            <a:endParaRPr lang="zh-CN" altLang="en-US" sz="2800" dirty="0">
              <a:solidFill>
                <a:srgbClr val="FF0000"/>
              </a:solidFill>
              <a:ea typeface="楷体_GB2312" charset="-122"/>
            </a:endParaRPr>
          </a:p>
        </p:txBody>
      </p:sp>
      <p:sp>
        <p:nvSpPr>
          <p:cNvPr id="203798" name="TextBox 1"/>
          <p:cNvSpPr txBox="1"/>
          <p:nvPr/>
        </p:nvSpPr>
        <p:spPr>
          <a:xfrm>
            <a:off x="498475" y="2693988"/>
            <a:ext cx="5159375" cy="1000125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lnSpc>
                <a:spcPct val="130000"/>
              </a:lnSpc>
              <a:spcBef>
                <a:spcPct val="20000"/>
              </a:spcBef>
              <a:spcAft>
                <a:spcPct val="0"/>
              </a:spcAft>
              <a:defRPr sz="2400">
                <a:solidFill>
                  <a:srgbClr val="0000FF"/>
                </a:solidFill>
                <a:latin typeface="Times New Roman" panose="02020603050405020304" pitchFamily="18" charset="0"/>
                <a:ea typeface="+mn-ea"/>
                <a:cs typeface="+mn-cs"/>
              </a:defRPr>
            </a:lvl1pPr>
            <a:lvl2pPr marL="742950" indent="-285750" algn="l" rtl="0" eaLnBrk="0" fontAlgn="base" hangingPunct="0">
              <a:lnSpc>
                <a:spcPct val="130000"/>
              </a:lnSpc>
              <a:spcBef>
                <a:spcPct val="20000"/>
              </a:spcBef>
              <a:spcAft>
                <a:spcPct val="0"/>
              </a:spcAft>
              <a:buClr>
                <a:srgbClr val="0000CC"/>
              </a:buClr>
              <a:buSzPct val="80000"/>
              <a:buFont typeface="Wingdings" panose="05000000000000000000" pitchFamily="2" charset="2"/>
              <a:buChar char="o"/>
              <a:defRPr sz="3000" b="1">
                <a:solidFill>
                  <a:srgbClr val="0000FF"/>
                </a:solidFill>
                <a:latin typeface="Arial Narrow" panose="020B0606020202030204" pitchFamily="34" charset="0"/>
                <a:ea typeface="楷体_GB2312" charset="-122"/>
                <a:cs typeface="楷体_GB2312" charset="-122"/>
              </a:defRPr>
            </a:lvl2pPr>
            <a:lvl3pPr marL="1143000" indent="-228600" algn="l" rtl="0" eaLnBrk="0" fontAlgn="base" hangingPunct="0">
              <a:lnSpc>
                <a:spcPct val="130000"/>
              </a:lnSpc>
              <a:spcBef>
                <a:spcPct val="20000"/>
              </a:spcBef>
              <a:spcAft>
                <a:spcPct val="0"/>
              </a:spcAft>
              <a:buClr>
                <a:srgbClr val="0000CC"/>
              </a:buClr>
              <a:buSzPct val="80000"/>
              <a:buFont typeface="Wingdings" panose="05000000000000000000" pitchFamily="2" charset="2"/>
              <a:buChar char="n"/>
              <a:defRPr sz="3000" b="1">
                <a:solidFill>
                  <a:srgbClr val="0000FF"/>
                </a:solidFill>
                <a:latin typeface="Arial Narrow" panose="020B0606020202030204" pitchFamily="34" charset="0"/>
                <a:ea typeface="楷体_GB2312" charset="-122"/>
                <a:cs typeface="楷体_GB2312" charset="-122"/>
              </a:defRPr>
            </a:lvl3pPr>
            <a:lvl4pPr marL="1600200" indent="-228600" algn="l" rtl="0" eaLnBrk="0" fontAlgn="base" hangingPunct="0">
              <a:lnSpc>
                <a:spcPct val="130000"/>
              </a:lnSpc>
              <a:spcBef>
                <a:spcPct val="20000"/>
              </a:spcBef>
              <a:spcAft>
                <a:spcPct val="0"/>
              </a:spcAft>
              <a:buClr>
                <a:srgbClr val="0000CC"/>
              </a:buClr>
              <a:buSzPct val="80000"/>
              <a:buFont typeface="Wingdings" panose="05000000000000000000" pitchFamily="2" charset="2"/>
              <a:buChar char="o"/>
              <a:defRPr sz="2800" b="1">
                <a:solidFill>
                  <a:srgbClr val="0000FF"/>
                </a:solidFill>
                <a:latin typeface="Arial Narrow" panose="020B0606020202030204" pitchFamily="34" charset="0"/>
                <a:ea typeface="楷体_GB2312" charset="-122"/>
                <a:cs typeface="楷体_GB2312" charset="-122"/>
              </a:defRPr>
            </a:lvl4pPr>
            <a:lvl5pPr marL="2057400" indent="-228600" algn="l" rtl="0" eaLnBrk="0" fontAlgn="base" hangingPunct="0">
              <a:lnSpc>
                <a:spcPct val="130000"/>
              </a:lnSpc>
              <a:spcBef>
                <a:spcPct val="20000"/>
              </a:spcBef>
              <a:spcAft>
                <a:spcPct val="0"/>
              </a:spcAft>
              <a:buClr>
                <a:srgbClr val="0000CC"/>
              </a:buClr>
              <a:buSzPct val="80000"/>
              <a:buFont typeface="Wingdings" panose="05000000000000000000" pitchFamily="2" charset="2"/>
              <a:buChar char="o"/>
              <a:defRPr sz="2800" b="1">
                <a:solidFill>
                  <a:srgbClr val="0000FF"/>
                </a:solidFill>
                <a:latin typeface="Arial Narrow" panose="020B0606020202030204" pitchFamily="34" charset="0"/>
                <a:ea typeface="楷体_GB2312" charset="-122"/>
                <a:cs typeface="楷体_GB2312" charset="-122"/>
              </a:defRPr>
            </a:lvl5pPr>
          </a:lstStyle>
          <a:p>
            <a:pPr marL="0" lvl="0" indent="0">
              <a:spcBef>
                <a:spcPct val="0"/>
              </a:spcBef>
            </a:pPr>
            <a:r>
              <a:rPr lang="zh-CN" altLang="en-US" b="1" dirty="0">
                <a:solidFill>
                  <a:srgbClr val="000000"/>
                </a:solidFill>
              </a:rPr>
              <a:t>（</a:t>
            </a:r>
            <a:r>
              <a:rPr lang="en-US" altLang="zh-CN" b="1" dirty="0">
                <a:solidFill>
                  <a:srgbClr val="000000"/>
                </a:solidFill>
              </a:rPr>
              <a:t>3</a:t>
            </a:r>
            <a:r>
              <a:rPr lang="zh-CN" altLang="en-US" b="1" dirty="0">
                <a:solidFill>
                  <a:srgbClr val="000000"/>
                </a:solidFill>
              </a:rPr>
              <a:t>）由状态转换表（卡诺图）得到状态方程与输出方程</a:t>
            </a:r>
            <a:r>
              <a:rPr lang="en-US" altLang="zh-CN" b="1" i="1" dirty="0">
                <a:solidFill>
                  <a:srgbClr val="000000"/>
                </a:solidFill>
              </a:rPr>
              <a:t>Y</a:t>
            </a:r>
            <a:r>
              <a:rPr lang="en-US" altLang="zh-CN" b="1" dirty="0">
                <a:solidFill>
                  <a:srgbClr val="000000"/>
                </a:solidFill>
              </a:rPr>
              <a:t>=</a:t>
            </a:r>
            <a:r>
              <a:rPr lang="en-US" altLang="zh-CN" b="1" i="1" dirty="0">
                <a:solidFill>
                  <a:srgbClr val="000000"/>
                </a:solidFill>
              </a:rPr>
              <a:t>wq</a:t>
            </a:r>
            <a:r>
              <a:rPr lang="en-US" altLang="zh-CN" b="1" baseline="-25000" dirty="0">
                <a:solidFill>
                  <a:srgbClr val="000000"/>
                </a:solidFill>
              </a:rPr>
              <a:t>2</a:t>
            </a:r>
            <a:r>
              <a:rPr lang="en-US" altLang="zh-CN" b="1" i="1" dirty="0">
                <a:solidFill>
                  <a:srgbClr val="000000"/>
                </a:solidFill>
              </a:rPr>
              <a:t>q</a:t>
            </a:r>
            <a:r>
              <a:rPr lang="en-US" altLang="zh-CN" b="1" baseline="-25000" dirty="0">
                <a:solidFill>
                  <a:srgbClr val="000000"/>
                </a:solidFill>
              </a:rPr>
              <a:t>1</a:t>
            </a:r>
            <a:r>
              <a:rPr lang="en-US" altLang="zh-CN" b="1" i="1" dirty="0">
                <a:solidFill>
                  <a:srgbClr val="000000"/>
                </a:solidFill>
              </a:rPr>
              <a:t>q</a:t>
            </a:r>
            <a:r>
              <a:rPr lang="en-US" altLang="zh-CN" b="1" baseline="-25000" dirty="0">
                <a:solidFill>
                  <a:srgbClr val="000000"/>
                </a:solidFill>
              </a:rPr>
              <a:t>0</a:t>
            </a:r>
            <a:r>
              <a:rPr lang="zh-CN" altLang="en-US" b="1" dirty="0">
                <a:solidFill>
                  <a:srgbClr val="000000"/>
                </a:solidFill>
              </a:rPr>
              <a:t>：</a:t>
            </a:r>
            <a:endParaRPr lang="en-US" altLang="zh-CN" b="1" dirty="0">
              <a:solidFill>
                <a:srgbClr val="000000"/>
              </a:solidFill>
            </a:endParaRPr>
          </a:p>
        </p:txBody>
      </p:sp>
      <p:grpSp>
        <p:nvGrpSpPr>
          <p:cNvPr id="203799" name="组合 6"/>
          <p:cNvGrpSpPr/>
          <p:nvPr/>
        </p:nvGrpSpPr>
        <p:grpSpPr>
          <a:xfrm>
            <a:off x="611188" y="3971925"/>
            <a:ext cx="3032125" cy="2598738"/>
            <a:chOff x="717550" y="1981200"/>
            <a:chExt cx="3032897" cy="2598738"/>
          </a:xfrm>
        </p:grpSpPr>
        <p:grpSp>
          <p:nvGrpSpPr>
            <p:cNvPr id="203879" name="组合 2"/>
            <p:cNvGrpSpPr/>
            <p:nvPr/>
          </p:nvGrpSpPr>
          <p:grpSpPr>
            <a:xfrm>
              <a:off x="717550" y="1981200"/>
              <a:ext cx="3032897" cy="2598738"/>
              <a:chOff x="107879" y="3513909"/>
              <a:chExt cx="3031475" cy="2599476"/>
            </a:xfrm>
          </p:grpSpPr>
          <p:sp>
            <p:nvSpPr>
              <p:cNvPr id="14" name="矩形: 圆角 40"/>
              <p:cNvSpPr>
                <a:spLocks noChangeArrowheads="1"/>
              </p:cNvSpPr>
              <p:nvPr/>
            </p:nvSpPr>
            <p:spPr bwMode="auto">
              <a:xfrm>
                <a:off x="1641075" y="4168145"/>
                <a:ext cx="668194" cy="657412"/>
              </a:xfrm>
              <a:prstGeom prst="roundRect">
                <a:avLst>
                  <a:gd name="adj" fmla="val 16667"/>
                </a:avLst>
              </a:prstGeom>
              <a:solidFill>
                <a:schemeClr val="bg2">
                  <a:lumMod val="75000"/>
                  <a:alpha val="39999"/>
                </a:schemeClr>
              </a:solidFill>
              <a:ln>
                <a:noFill/>
              </a:ln>
            </p:spPr>
            <p:txBody>
              <a:bodyPr/>
              <a:lstStyle>
                <a:lvl1pPr>
                  <a:lnSpc>
                    <a:spcPct val="130000"/>
                  </a:lnSpc>
                  <a:spcBef>
                    <a:spcPct val="20000"/>
                  </a:spcBef>
                  <a:defRPr sz="2400">
                    <a:solidFill>
                      <a:srgbClr val="0000FF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lnSpc>
                    <a:spcPct val="130000"/>
                  </a:lnSpc>
                  <a:spcBef>
                    <a:spcPct val="20000"/>
                  </a:spcBef>
                  <a:buClr>
                    <a:srgbClr val="0000CC"/>
                  </a:buClr>
                  <a:buSzPct val="80000"/>
                  <a:buFont typeface="Wingdings" panose="05000000000000000000" pitchFamily="2" charset="2"/>
                  <a:buChar char="o"/>
                  <a:defRPr sz="3000" b="1">
                    <a:solidFill>
                      <a:srgbClr val="0000FF"/>
                    </a:solidFill>
                    <a:latin typeface="Arial Narrow" panose="020B0606020202030204" pitchFamily="34" charset="0"/>
                    <a:ea typeface="楷体_GB2312" charset="-122"/>
                    <a:cs typeface="楷体_GB2312" charset="-122"/>
                  </a:defRPr>
                </a:lvl2pPr>
                <a:lvl3pPr marL="1143000" indent="-228600">
                  <a:lnSpc>
                    <a:spcPct val="130000"/>
                  </a:lnSpc>
                  <a:spcBef>
                    <a:spcPct val="20000"/>
                  </a:spcBef>
                  <a:buClr>
                    <a:srgbClr val="0000CC"/>
                  </a:buClr>
                  <a:buSzPct val="80000"/>
                  <a:buFont typeface="Wingdings" panose="05000000000000000000" pitchFamily="2" charset="2"/>
                  <a:buChar char="n"/>
                  <a:defRPr sz="3000" b="1">
                    <a:solidFill>
                      <a:srgbClr val="0000FF"/>
                    </a:solidFill>
                    <a:latin typeface="Arial Narrow" panose="020B0606020202030204" pitchFamily="34" charset="0"/>
                    <a:ea typeface="楷体_GB2312" charset="-122"/>
                    <a:cs typeface="楷体_GB2312" charset="-122"/>
                  </a:defRPr>
                </a:lvl3pPr>
                <a:lvl4pPr marL="1600200" indent="-228600">
                  <a:lnSpc>
                    <a:spcPct val="130000"/>
                  </a:lnSpc>
                  <a:spcBef>
                    <a:spcPct val="20000"/>
                  </a:spcBef>
                  <a:buClr>
                    <a:srgbClr val="0000CC"/>
                  </a:buClr>
                  <a:buSzPct val="80000"/>
                  <a:buFont typeface="Wingdings" panose="05000000000000000000" pitchFamily="2" charset="2"/>
                  <a:buChar char="o"/>
                  <a:defRPr sz="2800" b="1">
                    <a:solidFill>
                      <a:srgbClr val="0000FF"/>
                    </a:solidFill>
                    <a:latin typeface="Arial Narrow" panose="020B0606020202030204" pitchFamily="34" charset="0"/>
                    <a:ea typeface="楷体_GB2312" charset="-122"/>
                    <a:cs typeface="楷体_GB2312" charset="-122"/>
                  </a:defRPr>
                </a:lvl4pPr>
                <a:lvl5pPr marL="2057400" indent="-228600">
                  <a:lnSpc>
                    <a:spcPct val="130000"/>
                  </a:lnSpc>
                  <a:spcBef>
                    <a:spcPct val="20000"/>
                  </a:spcBef>
                  <a:buClr>
                    <a:srgbClr val="0000CC"/>
                  </a:buClr>
                  <a:buSzPct val="80000"/>
                  <a:buFont typeface="Wingdings" panose="05000000000000000000" pitchFamily="2" charset="2"/>
                  <a:buChar char="o"/>
                  <a:defRPr sz="2800" b="1">
                    <a:solidFill>
                      <a:srgbClr val="0000FF"/>
                    </a:solidFill>
                    <a:latin typeface="Arial Narrow" panose="020B0606020202030204" pitchFamily="34" charset="0"/>
                    <a:ea typeface="楷体_GB2312" charset="-122"/>
                    <a:cs typeface="楷体_GB2312" charset="-122"/>
                  </a:defRPr>
                </a:lvl5pPr>
                <a:lvl6pPr marL="2514600" indent="-228600" eaLnBrk="0" fontAlgn="base" hangingPunct="0">
                  <a:lnSpc>
                    <a:spcPct val="13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0000CC"/>
                  </a:buClr>
                  <a:buSzPct val="80000"/>
                  <a:buFont typeface="Wingdings" panose="05000000000000000000" pitchFamily="2" charset="2"/>
                  <a:buChar char="o"/>
                  <a:defRPr sz="2800" b="1">
                    <a:solidFill>
                      <a:srgbClr val="0000FF"/>
                    </a:solidFill>
                    <a:latin typeface="Arial Narrow" panose="020B0606020202030204" pitchFamily="34" charset="0"/>
                    <a:ea typeface="楷体_GB2312" charset="-122"/>
                    <a:cs typeface="楷体_GB2312" charset="-122"/>
                  </a:defRPr>
                </a:lvl6pPr>
                <a:lvl7pPr marL="2971800" indent="-228600" eaLnBrk="0" fontAlgn="base" hangingPunct="0">
                  <a:lnSpc>
                    <a:spcPct val="13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0000CC"/>
                  </a:buClr>
                  <a:buSzPct val="80000"/>
                  <a:buFont typeface="Wingdings" panose="05000000000000000000" pitchFamily="2" charset="2"/>
                  <a:buChar char="o"/>
                  <a:defRPr sz="2800" b="1">
                    <a:solidFill>
                      <a:srgbClr val="0000FF"/>
                    </a:solidFill>
                    <a:latin typeface="Arial Narrow" panose="020B0606020202030204" pitchFamily="34" charset="0"/>
                    <a:ea typeface="楷体_GB2312" charset="-122"/>
                    <a:cs typeface="楷体_GB2312" charset="-122"/>
                  </a:defRPr>
                </a:lvl7pPr>
                <a:lvl8pPr marL="3429000" indent="-228600" eaLnBrk="0" fontAlgn="base" hangingPunct="0">
                  <a:lnSpc>
                    <a:spcPct val="13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0000CC"/>
                  </a:buClr>
                  <a:buSzPct val="80000"/>
                  <a:buFont typeface="Wingdings" panose="05000000000000000000" pitchFamily="2" charset="2"/>
                  <a:buChar char="o"/>
                  <a:defRPr sz="2800" b="1">
                    <a:solidFill>
                      <a:srgbClr val="0000FF"/>
                    </a:solidFill>
                    <a:latin typeface="Arial Narrow" panose="020B0606020202030204" pitchFamily="34" charset="0"/>
                    <a:ea typeface="楷体_GB2312" charset="-122"/>
                    <a:cs typeface="楷体_GB2312" charset="-122"/>
                  </a:defRPr>
                </a:lvl8pPr>
                <a:lvl9pPr marL="3886200" indent="-228600" eaLnBrk="0" fontAlgn="base" hangingPunct="0">
                  <a:lnSpc>
                    <a:spcPct val="13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0000CC"/>
                  </a:buClr>
                  <a:buSzPct val="80000"/>
                  <a:buFont typeface="Wingdings" panose="05000000000000000000" pitchFamily="2" charset="2"/>
                  <a:buChar char="o"/>
                  <a:defRPr sz="2800" b="1">
                    <a:solidFill>
                      <a:srgbClr val="0000FF"/>
                    </a:solidFill>
                    <a:latin typeface="Arial Narrow" panose="020B0606020202030204" pitchFamily="34" charset="0"/>
                    <a:ea typeface="楷体_GB2312" charset="-122"/>
                    <a:cs typeface="楷体_GB2312" charset="-122"/>
                  </a:defRPr>
                </a:lvl9pPr>
              </a:lstStyle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007A77"/>
                  </a:solidFill>
                  <a:effectLst/>
                  <a:uLnTx/>
                  <a:uFillTx/>
                  <a:latin typeface="Arial" panose="020B0604020202020204" pitchFamily="34" charset="0"/>
                  <a:ea typeface="宋体" panose="02010600030101010101" pitchFamily="2" charset="-122"/>
                  <a:cs typeface="+mn-cs"/>
                </a:endParaRPr>
              </a:p>
            </p:txBody>
          </p:sp>
          <p:grpSp>
            <p:nvGrpSpPr>
              <p:cNvPr id="203885" name="组合 125"/>
              <p:cNvGrpSpPr/>
              <p:nvPr/>
            </p:nvGrpSpPr>
            <p:grpSpPr>
              <a:xfrm>
                <a:off x="107879" y="3513909"/>
                <a:ext cx="2364267" cy="2211939"/>
                <a:chOff x="5308529" y="1480702"/>
                <a:chExt cx="2364267" cy="2211939"/>
              </a:xfrm>
            </p:grpSpPr>
            <p:grpSp>
              <p:nvGrpSpPr>
                <p:cNvPr id="203887" name="组合 2"/>
                <p:cNvGrpSpPr/>
                <p:nvPr/>
              </p:nvGrpSpPr>
              <p:grpSpPr>
                <a:xfrm>
                  <a:off x="5308529" y="1480702"/>
                  <a:ext cx="2364267" cy="2211939"/>
                  <a:chOff x="4681304" y="4036948"/>
                  <a:chExt cx="1941734" cy="1774427"/>
                </a:xfrm>
              </p:grpSpPr>
              <p:grpSp>
                <p:nvGrpSpPr>
                  <p:cNvPr id="203897" name="Group 85"/>
                  <p:cNvGrpSpPr/>
                  <p:nvPr/>
                </p:nvGrpSpPr>
                <p:grpSpPr>
                  <a:xfrm>
                    <a:off x="4681304" y="4036948"/>
                    <a:ext cx="1941734" cy="1774427"/>
                    <a:chOff x="1820" y="393"/>
                    <a:chExt cx="2042" cy="1780"/>
                  </a:xfrm>
                </p:grpSpPr>
                <p:sp>
                  <p:nvSpPr>
                    <p:cNvPr id="203899" name="Rectangle 51"/>
                    <p:cNvSpPr/>
                    <p:nvPr/>
                  </p:nvSpPr>
                  <p:spPr>
                    <a:xfrm>
                      <a:off x="3486" y="1841"/>
                      <a:ext cx="270" cy="322"/>
                    </a:xfrm>
                    <a:prstGeom prst="rect">
                      <a:avLst/>
                    </a:prstGeom>
                    <a:noFill/>
                    <a:ln w="9525">
                      <a:noFill/>
                    </a:ln>
                  </p:spPr>
                  <p:txBody>
                    <a:bodyPr wrap="none">
                      <a:spAutoFit/>
                    </a:bodyPr>
                    <a:lstStyle>
                      <a:lvl1pPr marL="342900" indent="-342900" algn="l" rtl="0" eaLnBrk="0" fontAlgn="base" hangingPunct="0">
                        <a:lnSpc>
                          <a:spcPct val="13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defRPr sz="2400">
                          <a:solidFill>
                            <a:srgbClr val="0000FF"/>
                          </a:solidFill>
                          <a:latin typeface="Times New Roman" panose="02020603050405020304" pitchFamily="18" charset="0"/>
                          <a:ea typeface="+mn-ea"/>
                          <a:cs typeface="+mn-cs"/>
                        </a:defRPr>
                      </a:lvl1pPr>
                      <a:lvl2pPr marL="742950" indent="-285750" algn="l" rtl="0" eaLnBrk="0" fontAlgn="base" hangingPunct="0">
                        <a:lnSpc>
                          <a:spcPct val="13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CC"/>
                        </a:buClr>
                        <a:buSzPct val="80000"/>
                        <a:buFont typeface="Wingdings" panose="05000000000000000000" pitchFamily="2" charset="2"/>
                        <a:buChar char="o"/>
                        <a:defRPr sz="3000" b="1">
                          <a:solidFill>
                            <a:srgbClr val="0000FF"/>
                          </a:solidFill>
                          <a:latin typeface="Arial Narrow" panose="020B0606020202030204" pitchFamily="34" charset="0"/>
                          <a:ea typeface="楷体_GB2312" charset="-122"/>
                          <a:cs typeface="楷体_GB2312" charset="-122"/>
                        </a:defRPr>
                      </a:lvl2pPr>
                      <a:lvl3pPr marL="1143000" indent="-228600" algn="l" rtl="0" eaLnBrk="0" fontAlgn="base" hangingPunct="0">
                        <a:lnSpc>
                          <a:spcPct val="13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CC"/>
                        </a:buClr>
                        <a:buSzPct val="80000"/>
                        <a:buFont typeface="Wingdings" panose="05000000000000000000" pitchFamily="2" charset="2"/>
                        <a:buChar char="n"/>
                        <a:defRPr sz="3000" b="1">
                          <a:solidFill>
                            <a:srgbClr val="0000FF"/>
                          </a:solidFill>
                          <a:latin typeface="Arial Narrow" panose="020B0606020202030204" pitchFamily="34" charset="0"/>
                          <a:ea typeface="楷体_GB2312" charset="-122"/>
                          <a:cs typeface="楷体_GB2312" charset="-122"/>
                        </a:defRPr>
                      </a:lvl3pPr>
                      <a:lvl4pPr marL="1600200" indent="-228600" algn="l" rtl="0" eaLnBrk="0" fontAlgn="base" hangingPunct="0">
                        <a:lnSpc>
                          <a:spcPct val="13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CC"/>
                        </a:buClr>
                        <a:buSzPct val="80000"/>
                        <a:buFont typeface="Wingdings" panose="05000000000000000000" pitchFamily="2" charset="2"/>
                        <a:buChar char="o"/>
                        <a:defRPr sz="2800" b="1">
                          <a:solidFill>
                            <a:srgbClr val="0000FF"/>
                          </a:solidFill>
                          <a:latin typeface="Arial Narrow" panose="020B0606020202030204" pitchFamily="34" charset="0"/>
                          <a:ea typeface="楷体_GB2312" charset="-122"/>
                          <a:cs typeface="楷体_GB2312" charset="-122"/>
                        </a:defRPr>
                      </a:lvl4pPr>
                      <a:lvl5pPr marL="2057400" indent="-228600" algn="l" rtl="0" eaLnBrk="0" fontAlgn="base" hangingPunct="0">
                        <a:lnSpc>
                          <a:spcPct val="13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CC"/>
                        </a:buClr>
                        <a:buSzPct val="80000"/>
                        <a:buFont typeface="Wingdings" panose="05000000000000000000" pitchFamily="2" charset="2"/>
                        <a:buChar char="o"/>
                        <a:defRPr sz="2800" b="1">
                          <a:solidFill>
                            <a:srgbClr val="0000FF"/>
                          </a:solidFill>
                          <a:latin typeface="Arial Narrow" panose="020B0606020202030204" pitchFamily="34" charset="0"/>
                          <a:ea typeface="楷体_GB2312" charset="-122"/>
                          <a:cs typeface="楷体_GB2312" charset="-122"/>
                        </a:defRPr>
                      </a:lvl5pPr>
                    </a:lstStyle>
                    <a:p>
                      <a:pPr marL="0" lvl="0" indent="0" algn="ctr" ea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</a:pPr>
                      <a:r>
                        <a:rPr lang="en-US" altLang="zh-CN" sz="2000" b="1" dirty="0"/>
                        <a:t>1</a:t>
                      </a:r>
                      <a:endParaRPr lang="en-US" altLang="zh-CN" sz="2000" b="1" dirty="0">
                        <a:ea typeface="Times New Roman" panose="02020603050405020304" pitchFamily="18" charset="0"/>
                      </a:endParaRPr>
                    </a:p>
                  </p:txBody>
                </p:sp>
                <p:sp>
                  <p:nvSpPr>
                    <p:cNvPr id="203900" name="Line 52"/>
                    <p:cNvSpPr/>
                    <p:nvPr/>
                  </p:nvSpPr>
                  <p:spPr>
                    <a:xfrm>
                      <a:off x="2414" y="1192"/>
                      <a:ext cx="1368" cy="0"/>
                    </a:xfrm>
                    <a:prstGeom prst="line">
                      <a:avLst/>
                    </a:prstGeom>
                    <a:ln w="28575" cap="flat" cmpd="sng">
                      <a:solidFill>
                        <a:srgbClr val="0000CC"/>
                      </a:solidFill>
                      <a:prstDash val="solid"/>
                      <a:headEnd type="none" w="med" len="med"/>
                      <a:tailEnd type="none" w="med" len="med"/>
                    </a:ln>
                  </p:spPr>
                </p:sp>
                <p:sp>
                  <p:nvSpPr>
                    <p:cNvPr id="203901" name="Text Box 53"/>
                    <p:cNvSpPr txBox="1"/>
                    <p:nvPr/>
                  </p:nvSpPr>
                  <p:spPr>
                    <a:xfrm>
                      <a:off x="2374" y="619"/>
                      <a:ext cx="1474" cy="297"/>
                    </a:xfrm>
                    <a:prstGeom prst="rect">
                      <a:avLst/>
                    </a:prstGeom>
                    <a:noFill/>
                    <a:ln w="9525">
                      <a:noFill/>
                    </a:ln>
                  </p:spPr>
                  <p:txBody>
                    <a:bodyPr>
                      <a:spAutoFit/>
                    </a:bodyPr>
                    <a:lstStyle>
                      <a:lvl1pPr marL="342900" indent="-342900" algn="l" rtl="0" eaLnBrk="0" fontAlgn="base" hangingPunct="0">
                        <a:lnSpc>
                          <a:spcPct val="13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defRPr sz="2400">
                          <a:solidFill>
                            <a:srgbClr val="0000FF"/>
                          </a:solidFill>
                          <a:latin typeface="Times New Roman" panose="02020603050405020304" pitchFamily="18" charset="0"/>
                          <a:ea typeface="+mn-ea"/>
                          <a:cs typeface="+mn-cs"/>
                        </a:defRPr>
                      </a:lvl1pPr>
                      <a:lvl2pPr marL="742950" indent="-285750" algn="l" rtl="0" eaLnBrk="0" fontAlgn="base" hangingPunct="0">
                        <a:lnSpc>
                          <a:spcPct val="13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CC"/>
                        </a:buClr>
                        <a:buSzPct val="80000"/>
                        <a:buFont typeface="Wingdings" panose="05000000000000000000" pitchFamily="2" charset="2"/>
                        <a:buChar char="o"/>
                        <a:defRPr sz="3000" b="1">
                          <a:solidFill>
                            <a:srgbClr val="0000FF"/>
                          </a:solidFill>
                          <a:latin typeface="Arial Narrow" panose="020B0606020202030204" pitchFamily="34" charset="0"/>
                          <a:ea typeface="楷体_GB2312" charset="-122"/>
                          <a:cs typeface="楷体_GB2312" charset="-122"/>
                        </a:defRPr>
                      </a:lvl2pPr>
                      <a:lvl3pPr marL="1143000" indent="-228600" algn="l" rtl="0" eaLnBrk="0" fontAlgn="base" hangingPunct="0">
                        <a:lnSpc>
                          <a:spcPct val="13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CC"/>
                        </a:buClr>
                        <a:buSzPct val="80000"/>
                        <a:buFont typeface="Wingdings" panose="05000000000000000000" pitchFamily="2" charset="2"/>
                        <a:buChar char="n"/>
                        <a:defRPr sz="3000" b="1">
                          <a:solidFill>
                            <a:srgbClr val="0000FF"/>
                          </a:solidFill>
                          <a:latin typeface="Arial Narrow" panose="020B0606020202030204" pitchFamily="34" charset="0"/>
                          <a:ea typeface="楷体_GB2312" charset="-122"/>
                          <a:cs typeface="楷体_GB2312" charset="-122"/>
                        </a:defRPr>
                      </a:lvl3pPr>
                      <a:lvl4pPr marL="1600200" indent="-228600" algn="l" rtl="0" eaLnBrk="0" fontAlgn="base" hangingPunct="0">
                        <a:lnSpc>
                          <a:spcPct val="13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CC"/>
                        </a:buClr>
                        <a:buSzPct val="80000"/>
                        <a:buFont typeface="Wingdings" panose="05000000000000000000" pitchFamily="2" charset="2"/>
                        <a:buChar char="o"/>
                        <a:defRPr sz="2800" b="1">
                          <a:solidFill>
                            <a:srgbClr val="0000FF"/>
                          </a:solidFill>
                          <a:latin typeface="Arial Narrow" panose="020B0606020202030204" pitchFamily="34" charset="0"/>
                          <a:ea typeface="楷体_GB2312" charset="-122"/>
                          <a:cs typeface="楷体_GB2312" charset="-122"/>
                        </a:defRPr>
                      </a:lvl4pPr>
                      <a:lvl5pPr marL="2057400" indent="-228600" algn="l" rtl="0" eaLnBrk="0" fontAlgn="base" hangingPunct="0">
                        <a:lnSpc>
                          <a:spcPct val="13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CC"/>
                        </a:buClr>
                        <a:buSzPct val="80000"/>
                        <a:buFont typeface="Wingdings" panose="05000000000000000000" pitchFamily="2" charset="2"/>
                        <a:buChar char="o"/>
                        <a:defRPr sz="2800" b="1">
                          <a:solidFill>
                            <a:srgbClr val="0000FF"/>
                          </a:solidFill>
                          <a:latin typeface="Arial Narrow" panose="020B0606020202030204" pitchFamily="34" charset="0"/>
                          <a:ea typeface="楷体_GB2312" charset="-122"/>
                          <a:cs typeface="楷体_GB2312" charset="-122"/>
                        </a:defRPr>
                      </a:lvl5pPr>
                    </a:lstStyle>
                    <a:p>
                      <a:pPr marL="0" lvl="0" indent="0" defTabSz="914400" ea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tabLst>
                          <a:tab pos="758825" algn="l"/>
                        </a:tabLst>
                      </a:pPr>
                      <a:r>
                        <a:rPr lang="en-US" altLang="zh-CN" sz="1600" b="1" dirty="0">
                          <a:solidFill>
                            <a:srgbClr val="003300"/>
                          </a:solidFill>
                        </a:rPr>
                        <a:t> </a:t>
                      </a:r>
                      <a:r>
                        <a:rPr lang="en-US" altLang="zh-CN" sz="1800" b="1" dirty="0">
                          <a:solidFill>
                            <a:srgbClr val="003300"/>
                          </a:solidFill>
                        </a:rPr>
                        <a:t>00   01   11   10</a:t>
                      </a:r>
                      <a:endParaRPr lang="en-US" altLang="zh-CN" sz="1800" b="1" dirty="0">
                        <a:solidFill>
                          <a:srgbClr val="003300"/>
                        </a:solidFill>
                      </a:endParaRPr>
                    </a:p>
                  </p:txBody>
                </p:sp>
                <p:sp>
                  <p:nvSpPr>
                    <p:cNvPr id="203902" name="Text Box 54"/>
                    <p:cNvSpPr txBox="1"/>
                    <p:nvPr/>
                  </p:nvSpPr>
                  <p:spPr>
                    <a:xfrm>
                      <a:off x="2096" y="863"/>
                      <a:ext cx="536" cy="1288"/>
                    </a:xfrm>
                    <a:prstGeom prst="rect">
                      <a:avLst/>
                    </a:prstGeom>
                    <a:noFill/>
                    <a:ln w="9525">
                      <a:noFill/>
                    </a:ln>
                  </p:spPr>
                  <p:txBody>
                    <a:bodyPr>
                      <a:spAutoFit/>
                    </a:bodyPr>
                    <a:lstStyle>
                      <a:lvl1pPr marL="342900" indent="-342900" algn="l" rtl="0" eaLnBrk="0" fontAlgn="base" hangingPunct="0">
                        <a:lnSpc>
                          <a:spcPct val="13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defRPr sz="2400">
                          <a:solidFill>
                            <a:srgbClr val="0000FF"/>
                          </a:solidFill>
                          <a:latin typeface="Times New Roman" panose="02020603050405020304" pitchFamily="18" charset="0"/>
                          <a:ea typeface="+mn-ea"/>
                          <a:cs typeface="+mn-cs"/>
                        </a:defRPr>
                      </a:lvl1pPr>
                      <a:lvl2pPr marL="742950" indent="-285750" algn="l" rtl="0" eaLnBrk="0" fontAlgn="base" hangingPunct="0">
                        <a:lnSpc>
                          <a:spcPct val="13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CC"/>
                        </a:buClr>
                        <a:buSzPct val="80000"/>
                        <a:buFont typeface="Wingdings" panose="05000000000000000000" pitchFamily="2" charset="2"/>
                        <a:buChar char="o"/>
                        <a:defRPr sz="3000" b="1">
                          <a:solidFill>
                            <a:srgbClr val="0000FF"/>
                          </a:solidFill>
                          <a:latin typeface="Arial Narrow" panose="020B0606020202030204" pitchFamily="34" charset="0"/>
                          <a:ea typeface="楷体_GB2312" charset="-122"/>
                          <a:cs typeface="楷体_GB2312" charset="-122"/>
                        </a:defRPr>
                      </a:lvl2pPr>
                      <a:lvl3pPr marL="1143000" indent="-228600" algn="l" rtl="0" eaLnBrk="0" fontAlgn="base" hangingPunct="0">
                        <a:lnSpc>
                          <a:spcPct val="13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CC"/>
                        </a:buClr>
                        <a:buSzPct val="80000"/>
                        <a:buFont typeface="Wingdings" panose="05000000000000000000" pitchFamily="2" charset="2"/>
                        <a:buChar char="n"/>
                        <a:defRPr sz="3000" b="1">
                          <a:solidFill>
                            <a:srgbClr val="0000FF"/>
                          </a:solidFill>
                          <a:latin typeface="Arial Narrow" panose="020B0606020202030204" pitchFamily="34" charset="0"/>
                          <a:ea typeface="楷体_GB2312" charset="-122"/>
                          <a:cs typeface="楷体_GB2312" charset="-122"/>
                        </a:defRPr>
                      </a:lvl3pPr>
                      <a:lvl4pPr marL="1600200" indent="-228600" algn="l" rtl="0" eaLnBrk="0" fontAlgn="base" hangingPunct="0">
                        <a:lnSpc>
                          <a:spcPct val="13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CC"/>
                        </a:buClr>
                        <a:buSzPct val="80000"/>
                        <a:buFont typeface="Wingdings" panose="05000000000000000000" pitchFamily="2" charset="2"/>
                        <a:buChar char="o"/>
                        <a:defRPr sz="2800" b="1">
                          <a:solidFill>
                            <a:srgbClr val="0000FF"/>
                          </a:solidFill>
                          <a:latin typeface="Arial Narrow" panose="020B0606020202030204" pitchFamily="34" charset="0"/>
                          <a:ea typeface="楷体_GB2312" charset="-122"/>
                          <a:cs typeface="楷体_GB2312" charset="-122"/>
                        </a:defRPr>
                      </a:lvl4pPr>
                      <a:lvl5pPr marL="2057400" indent="-228600" algn="l" rtl="0" eaLnBrk="0" fontAlgn="base" hangingPunct="0">
                        <a:lnSpc>
                          <a:spcPct val="13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CC"/>
                        </a:buClr>
                        <a:buSzPct val="80000"/>
                        <a:buFont typeface="Wingdings" panose="05000000000000000000" pitchFamily="2" charset="2"/>
                        <a:buChar char="o"/>
                        <a:defRPr sz="2800" b="1">
                          <a:solidFill>
                            <a:srgbClr val="0000FF"/>
                          </a:solidFill>
                          <a:latin typeface="Arial Narrow" panose="020B0606020202030204" pitchFamily="34" charset="0"/>
                          <a:ea typeface="楷体_GB2312" charset="-122"/>
                          <a:cs typeface="楷体_GB2312" charset="-122"/>
                        </a:defRPr>
                      </a:lvl5pPr>
                    </a:lstStyle>
                    <a:p>
                      <a:pPr marL="0" lvl="0" indent="0" defTabSz="914400" eaLnBrk="1" hangingPunct="1">
                        <a:lnSpc>
                          <a:spcPct val="140000"/>
                        </a:lnSpc>
                        <a:spcBef>
                          <a:spcPct val="0"/>
                        </a:spcBef>
                        <a:tabLst>
                          <a:tab pos="758825" algn="l"/>
                        </a:tabLst>
                      </a:pPr>
                      <a:r>
                        <a:rPr lang="en-US" altLang="zh-CN" sz="1800" b="1" dirty="0">
                          <a:solidFill>
                            <a:srgbClr val="003300"/>
                          </a:solidFill>
                        </a:rPr>
                        <a:t>00</a:t>
                      </a:r>
                      <a:endParaRPr lang="en-US" altLang="zh-CN" sz="1800" b="1" dirty="0">
                        <a:solidFill>
                          <a:srgbClr val="003300"/>
                        </a:solidFill>
                      </a:endParaRPr>
                    </a:p>
                    <a:p>
                      <a:pPr marL="0" lvl="0" indent="0" defTabSz="914400" eaLnBrk="1" hangingPunct="1">
                        <a:lnSpc>
                          <a:spcPct val="140000"/>
                        </a:lnSpc>
                        <a:spcBef>
                          <a:spcPct val="0"/>
                        </a:spcBef>
                        <a:tabLst>
                          <a:tab pos="758825" algn="l"/>
                        </a:tabLst>
                      </a:pPr>
                      <a:r>
                        <a:rPr lang="en-US" altLang="zh-CN" sz="1800" b="1" dirty="0">
                          <a:solidFill>
                            <a:srgbClr val="003300"/>
                          </a:solidFill>
                        </a:rPr>
                        <a:t>01</a:t>
                      </a:r>
                      <a:endParaRPr lang="en-US" altLang="zh-CN" sz="1800" b="1" dirty="0">
                        <a:solidFill>
                          <a:srgbClr val="003300"/>
                        </a:solidFill>
                      </a:endParaRPr>
                    </a:p>
                    <a:p>
                      <a:pPr marL="0" lvl="0" indent="0" defTabSz="914400" eaLnBrk="1" hangingPunct="1">
                        <a:lnSpc>
                          <a:spcPct val="140000"/>
                        </a:lnSpc>
                        <a:spcBef>
                          <a:spcPct val="0"/>
                        </a:spcBef>
                        <a:tabLst>
                          <a:tab pos="758825" algn="l"/>
                        </a:tabLst>
                      </a:pPr>
                      <a:r>
                        <a:rPr lang="en-US" altLang="zh-CN" sz="1800" b="1" dirty="0">
                          <a:solidFill>
                            <a:srgbClr val="003300"/>
                          </a:solidFill>
                        </a:rPr>
                        <a:t>11</a:t>
                      </a:r>
                      <a:endParaRPr lang="en-US" altLang="zh-CN" sz="1800" b="1" dirty="0">
                        <a:solidFill>
                          <a:srgbClr val="003300"/>
                        </a:solidFill>
                      </a:endParaRPr>
                    </a:p>
                    <a:p>
                      <a:pPr marL="0" lvl="0" indent="0" defTabSz="914400" eaLnBrk="1" hangingPunct="1">
                        <a:lnSpc>
                          <a:spcPct val="140000"/>
                        </a:lnSpc>
                        <a:spcBef>
                          <a:spcPct val="0"/>
                        </a:spcBef>
                        <a:tabLst>
                          <a:tab pos="758825" algn="l"/>
                        </a:tabLst>
                      </a:pPr>
                      <a:r>
                        <a:rPr lang="en-US" altLang="zh-CN" sz="1800" b="1" dirty="0">
                          <a:solidFill>
                            <a:srgbClr val="003300"/>
                          </a:solidFill>
                        </a:rPr>
                        <a:t>10</a:t>
                      </a:r>
                      <a:endParaRPr lang="en-US" altLang="zh-CN" sz="1800" b="1" dirty="0">
                        <a:solidFill>
                          <a:srgbClr val="003300"/>
                        </a:solidFill>
                      </a:endParaRPr>
                    </a:p>
                  </p:txBody>
                </p:sp>
                <p:sp>
                  <p:nvSpPr>
                    <p:cNvPr id="203903" name="Text Box 55"/>
                    <p:cNvSpPr txBox="1"/>
                    <p:nvPr/>
                  </p:nvSpPr>
                  <p:spPr>
                    <a:xfrm>
                      <a:off x="2075" y="393"/>
                      <a:ext cx="528" cy="322"/>
                    </a:xfrm>
                    <a:prstGeom prst="rect">
                      <a:avLst/>
                    </a:prstGeom>
                    <a:noFill/>
                    <a:ln w="9525">
                      <a:noFill/>
                    </a:ln>
                  </p:spPr>
                  <p:txBody>
                    <a:bodyPr wrap="none">
                      <a:spAutoFit/>
                    </a:bodyPr>
                    <a:lstStyle>
                      <a:lvl1pPr marL="342900" indent="-342900" algn="l" rtl="0" eaLnBrk="0" fontAlgn="base" hangingPunct="0">
                        <a:lnSpc>
                          <a:spcPct val="13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defRPr sz="2400">
                          <a:solidFill>
                            <a:srgbClr val="0000FF"/>
                          </a:solidFill>
                          <a:latin typeface="Times New Roman" panose="02020603050405020304" pitchFamily="18" charset="0"/>
                          <a:ea typeface="+mn-ea"/>
                          <a:cs typeface="+mn-cs"/>
                        </a:defRPr>
                      </a:lvl1pPr>
                      <a:lvl2pPr marL="742950" indent="-285750" algn="l" rtl="0" eaLnBrk="0" fontAlgn="base" hangingPunct="0">
                        <a:lnSpc>
                          <a:spcPct val="13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CC"/>
                        </a:buClr>
                        <a:buSzPct val="80000"/>
                        <a:buFont typeface="Wingdings" panose="05000000000000000000" pitchFamily="2" charset="2"/>
                        <a:buChar char="o"/>
                        <a:defRPr sz="3000" b="1">
                          <a:solidFill>
                            <a:srgbClr val="0000FF"/>
                          </a:solidFill>
                          <a:latin typeface="Arial Narrow" panose="020B0606020202030204" pitchFamily="34" charset="0"/>
                          <a:ea typeface="楷体_GB2312" charset="-122"/>
                          <a:cs typeface="楷体_GB2312" charset="-122"/>
                        </a:defRPr>
                      </a:lvl2pPr>
                      <a:lvl3pPr marL="1143000" indent="-228600" algn="l" rtl="0" eaLnBrk="0" fontAlgn="base" hangingPunct="0">
                        <a:lnSpc>
                          <a:spcPct val="13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CC"/>
                        </a:buClr>
                        <a:buSzPct val="80000"/>
                        <a:buFont typeface="Wingdings" panose="05000000000000000000" pitchFamily="2" charset="2"/>
                        <a:buChar char="n"/>
                        <a:defRPr sz="3000" b="1">
                          <a:solidFill>
                            <a:srgbClr val="0000FF"/>
                          </a:solidFill>
                          <a:latin typeface="Arial Narrow" panose="020B0606020202030204" pitchFamily="34" charset="0"/>
                          <a:ea typeface="楷体_GB2312" charset="-122"/>
                          <a:cs typeface="楷体_GB2312" charset="-122"/>
                        </a:defRPr>
                      </a:lvl3pPr>
                      <a:lvl4pPr marL="1600200" indent="-228600" algn="l" rtl="0" eaLnBrk="0" fontAlgn="base" hangingPunct="0">
                        <a:lnSpc>
                          <a:spcPct val="13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CC"/>
                        </a:buClr>
                        <a:buSzPct val="80000"/>
                        <a:buFont typeface="Wingdings" panose="05000000000000000000" pitchFamily="2" charset="2"/>
                        <a:buChar char="o"/>
                        <a:defRPr sz="2800" b="1">
                          <a:solidFill>
                            <a:srgbClr val="0000FF"/>
                          </a:solidFill>
                          <a:latin typeface="Arial Narrow" panose="020B0606020202030204" pitchFamily="34" charset="0"/>
                          <a:ea typeface="楷体_GB2312" charset="-122"/>
                          <a:cs typeface="楷体_GB2312" charset="-122"/>
                        </a:defRPr>
                      </a:lvl4pPr>
                      <a:lvl5pPr marL="2057400" indent="-228600" algn="l" rtl="0" eaLnBrk="0" fontAlgn="base" hangingPunct="0">
                        <a:lnSpc>
                          <a:spcPct val="13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CC"/>
                        </a:buClr>
                        <a:buSzPct val="80000"/>
                        <a:buFont typeface="Wingdings" panose="05000000000000000000" pitchFamily="2" charset="2"/>
                        <a:buChar char="o"/>
                        <a:defRPr sz="2800" b="1">
                          <a:solidFill>
                            <a:srgbClr val="0000FF"/>
                          </a:solidFill>
                          <a:latin typeface="Arial Narrow" panose="020B0606020202030204" pitchFamily="34" charset="0"/>
                          <a:ea typeface="楷体_GB2312" charset="-122"/>
                          <a:cs typeface="楷体_GB2312" charset="-122"/>
                        </a:defRPr>
                      </a:lvl5pPr>
                    </a:lstStyle>
                    <a:p>
                      <a:pPr marL="0" lvl="0" indent="0" ea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</a:pPr>
                      <a:r>
                        <a:rPr lang="en-US" altLang="zh-CN" sz="2000" b="1" i="1" dirty="0">
                          <a:solidFill>
                            <a:srgbClr val="003300"/>
                          </a:solidFill>
                        </a:rPr>
                        <a:t>q</a:t>
                      </a:r>
                      <a:r>
                        <a:rPr lang="en-US" altLang="zh-CN" sz="2000" b="1" baseline="-25000" dirty="0">
                          <a:solidFill>
                            <a:srgbClr val="003300"/>
                          </a:solidFill>
                        </a:rPr>
                        <a:t>2</a:t>
                      </a:r>
                      <a:r>
                        <a:rPr lang="en-US" altLang="zh-CN" sz="2000" b="1" i="1" dirty="0">
                          <a:solidFill>
                            <a:srgbClr val="003300"/>
                          </a:solidFill>
                        </a:rPr>
                        <a:t>q</a:t>
                      </a:r>
                      <a:r>
                        <a:rPr lang="en-US" altLang="zh-CN" sz="2000" b="1" baseline="-25000" dirty="0">
                          <a:solidFill>
                            <a:srgbClr val="003300"/>
                          </a:solidFill>
                        </a:rPr>
                        <a:t>1</a:t>
                      </a:r>
                      <a:endParaRPr lang="en-US" altLang="zh-CN" sz="2000" b="1" baseline="-25000" dirty="0">
                        <a:solidFill>
                          <a:srgbClr val="003300"/>
                        </a:solidFill>
                      </a:endParaRPr>
                    </a:p>
                  </p:txBody>
                </p:sp>
                <p:sp>
                  <p:nvSpPr>
                    <p:cNvPr id="203904" name="Text Box 56"/>
                    <p:cNvSpPr txBox="1"/>
                    <p:nvPr/>
                  </p:nvSpPr>
                  <p:spPr>
                    <a:xfrm>
                      <a:off x="1820" y="643"/>
                      <a:ext cx="492" cy="322"/>
                    </a:xfrm>
                    <a:prstGeom prst="rect">
                      <a:avLst/>
                    </a:prstGeom>
                    <a:noFill/>
                    <a:ln w="9525">
                      <a:noFill/>
                    </a:ln>
                  </p:spPr>
                  <p:txBody>
                    <a:bodyPr wrap="none">
                      <a:spAutoFit/>
                    </a:bodyPr>
                    <a:lstStyle>
                      <a:lvl1pPr marL="342900" indent="-342900" algn="l" rtl="0" eaLnBrk="0" fontAlgn="base" hangingPunct="0">
                        <a:lnSpc>
                          <a:spcPct val="13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defRPr sz="2400">
                          <a:solidFill>
                            <a:srgbClr val="0000FF"/>
                          </a:solidFill>
                          <a:latin typeface="Times New Roman" panose="02020603050405020304" pitchFamily="18" charset="0"/>
                          <a:ea typeface="+mn-ea"/>
                          <a:cs typeface="+mn-cs"/>
                        </a:defRPr>
                      </a:lvl1pPr>
                      <a:lvl2pPr marL="742950" indent="-285750" algn="l" rtl="0" eaLnBrk="0" fontAlgn="base" hangingPunct="0">
                        <a:lnSpc>
                          <a:spcPct val="13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CC"/>
                        </a:buClr>
                        <a:buSzPct val="80000"/>
                        <a:buFont typeface="Wingdings" panose="05000000000000000000" pitchFamily="2" charset="2"/>
                        <a:buChar char="o"/>
                        <a:defRPr sz="3000" b="1">
                          <a:solidFill>
                            <a:srgbClr val="0000FF"/>
                          </a:solidFill>
                          <a:latin typeface="Arial Narrow" panose="020B0606020202030204" pitchFamily="34" charset="0"/>
                          <a:ea typeface="楷体_GB2312" charset="-122"/>
                          <a:cs typeface="楷体_GB2312" charset="-122"/>
                        </a:defRPr>
                      </a:lvl2pPr>
                      <a:lvl3pPr marL="1143000" indent="-228600" algn="l" rtl="0" eaLnBrk="0" fontAlgn="base" hangingPunct="0">
                        <a:lnSpc>
                          <a:spcPct val="13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CC"/>
                        </a:buClr>
                        <a:buSzPct val="80000"/>
                        <a:buFont typeface="Wingdings" panose="05000000000000000000" pitchFamily="2" charset="2"/>
                        <a:buChar char="n"/>
                        <a:defRPr sz="3000" b="1">
                          <a:solidFill>
                            <a:srgbClr val="0000FF"/>
                          </a:solidFill>
                          <a:latin typeface="Arial Narrow" panose="020B0606020202030204" pitchFamily="34" charset="0"/>
                          <a:ea typeface="楷体_GB2312" charset="-122"/>
                          <a:cs typeface="楷体_GB2312" charset="-122"/>
                        </a:defRPr>
                      </a:lvl3pPr>
                      <a:lvl4pPr marL="1600200" indent="-228600" algn="l" rtl="0" eaLnBrk="0" fontAlgn="base" hangingPunct="0">
                        <a:lnSpc>
                          <a:spcPct val="13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CC"/>
                        </a:buClr>
                        <a:buSzPct val="80000"/>
                        <a:buFont typeface="Wingdings" panose="05000000000000000000" pitchFamily="2" charset="2"/>
                        <a:buChar char="o"/>
                        <a:defRPr sz="2800" b="1">
                          <a:solidFill>
                            <a:srgbClr val="0000FF"/>
                          </a:solidFill>
                          <a:latin typeface="Arial Narrow" panose="020B0606020202030204" pitchFamily="34" charset="0"/>
                          <a:ea typeface="楷体_GB2312" charset="-122"/>
                          <a:cs typeface="楷体_GB2312" charset="-122"/>
                        </a:defRPr>
                      </a:lvl4pPr>
                      <a:lvl5pPr marL="2057400" indent="-228600" algn="l" rtl="0" eaLnBrk="0" fontAlgn="base" hangingPunct="0">
                        <a:lnSpc>
                          <a:spcPct val="13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CC"/>
                        </a:buClr>
                        <a:buSzPct val="80000"/>
                        <a:buFont typeface="Wingdings" panose="05000000000000000000" pitchFamily="2" charset="2"/>
                        <a:buChar char="o"/>
                        <a:defRPr sz="2800" b="1">
                          <a:solidFill>
                            <a:srgbClr val="0000FF"/>
                          </a:solidFill>
                          <a:latin typeface="Arial Narrow" panose="020B0606020202030204" pitchFamily="34" charset="0"/>
                          <a:ea typeface="楷体_GB2312" charset="-122"/>
                          <a:cs typeface="楷体_GB2312" charset="-122"/>
                        </a:defRPr>
                      </a:lvl5pPr>
                    </a:lstStyle>
                    <a:p>
                      <a:pPr marL="0" lvl="0" indent="0" ea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</a:pPr>
                      <a:r>
                        <a:rPr lang="en-US" altLang="zh-CN" sz="2000" b="1" i="1" dirty="0">
                          <a:solidFill>
                            <a:srgbClr val="003300"/>
                          </a:solidFill>
                        </a:rPr>
                        <a:t>q</a:t>
                      </a:r>
                      <a:r>
                        <a:rPr lang="en-US" altLang="zh-CN" sz="2000" b="1" baseline="-25000" dirty="0">
                          <a:solidFill>
                            <a:srgbClr val="003300"/>
                          </a:solidFill>
                        </a:rPr>
                        <a:t>0</a:t>
                      </a:r>
                      <a:r>
                        <a:rPr lang="en-US" altLang="zh-CN" sz="2000" b="1" i="1" dirty="0">
                          <a:solidFill>
                            <a:srgbClr val="003300"/>
                          </a:solidFill>
                        </a:rPr>
                        <a:t>w</a:t>
                      </a:r>
                      <a:endParaRPr lang="en-US" altLang="zh-CN" sz="2000" b="1" baseline="-25000" dirty="0">
                        <a:solidFill>
                          <a:srgbClr val="003300"/>
                        </a:solidFill>
                      </a:endParaRPr>
                    </a:p>
                  </p:txBody>
                </p:sp>
                <p:grpSp>
                  <p:nvGrpSpPr>
                    <p:cNvPr id="203905" name="Group 58"/>
                    <p:cNvGrpSpPr/>
                    <p:nvPr/>
                  </p:nvGrpSpPr>
                  <p:grpSpPr>
                    <a:xfrm>
                      <a:off x="2408" y="870"/>
                      <a:ext cx="1369" cy="1303"/>
                      <a:chOff x="520" y="702"/>
                      <a:chExt cx="949" cy="1083"/>
                    </a:xfrm>
                  </p:grpSpPr>
                  <p:sp>
                    <p:nvSpPr>
                      <p:cNvPr id="203914" name="Rectangle 59"/>
                      <p:cNvSpPr/>
                      <p:nvPr/>
                    </p:nvSpPr>
                    <p:spPr>
                      <a:xfrm>
                        <a:off x="520" y="702"/>
                        <a:ext cx="949" cy="1083"/>
                      </a:xfrm>
                      <a:prstGeom prst="rect">
                        <a:avLst/>
                      </a:prstGeom>
                      <a:noFill/>
                      <a:ln w="28575" cap="flat" cmpd="sng">
                        <a:solidFill>
                          <a:srgbClr val="0000CC"/>
                        </a:solidFill>
                        <a:prstDash val="solid"/>
                        <a:miter/>
                        <a:headEnd type="none" w="med" len="med"/>
                        <a:tailEnd type="none" w="med" len="med"/>
                      </a:ln>
                    </p:spPr>
                    <p:txBody>
                      <a:bodyPr wrap="none" anchor="ctr" anchorCtr="0"/>
                      <a:lstStyle>
                        <a:lvl1pPr marL="342900" indent="-342900" algn="l" rtl="0" eaLnBrk="0" fontAlgn="base" hangingPunct="0">
                          <a:lnSpc>
                            <a:spcPct val="130000"/>
                          </a:lnSpc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defRPr sz="2400">
                            <a:solidFill>
                              <a:srgbClr val="0000FF"/>
                            </a:solidFill>
                            <a:latin typeface="Times New Roman" panose="02020603050405020304" pitchFamily="18" charset="0"/>
                            <a:ea typeface="+mn-ea"/>
                            <a:cs typeface="+mn-cs"/>
                          </a:defRPr>
                        </a:lvl1pPr>
                        <a:lvl2pPr marL="742950" indent="-285750" algn="l" rtl="0" eaLnBrk="0" fontAlgn="base" hangingPunct="0">
                          <a:lnSpc>
                            <a:spcPct val="130000"/>
                          </a:lnSpc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Clr>
                            <a:srgbClr val="0000CC"/>
                          </a:buClr>
                          <a:buSzPct val="80000"/>
                          <a:buFont typeface="Wingdings" panose="05000000000000000000" pitchFamily="2" charset="2"/>
                          <a:buChar char="o"/>
                          <a:defRPr sz="3000" b="1">
                            <a:solidFill>
                              <a:srgbClr val="0000FF"/>
                            </a:solidFill>
                            <a:latin typeface="Arial Narrow" panose="020B0606020202030204" pitchFamily="34" charset="0"/>
                            <a:ea typeface="楷体_GB2312" charset="-122"/>
                            <a:cs typeface="楷体_GB2312" charset="-122"/>
                          </a:defRPr>
                        </a:lvl2pPr>
                        <a:lvl3pPr marL="1143000" indent="-228600" algn="l" rtl="0" eaLnBrk="0" fontAlgn="base" hangingPunct="0">
                          <a:lnSpc>
                            <a:spcPct val="130000"/>
                          </a:lnSpc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Clr>
                            <a:srgbClr val="0000CC"/>
                          </a:buClr>
                          <a:buSzPct val="80000"/>
                          <a:buFont typeface="Wingdings" panose="05000000000000000000" pitchFamily="2" charset="2"/>
                          <a:buChar char="n"/>
                          <a:defRPr sz="3000" b="1">
                            <a:solidFill>
                              <a:srgbClr val="0000FF"/>
                            </a:solidFill>
                            <a:latin typeface="Arial Narrow" panose="020B0606020202030204" pitchFamily="34" charset="0"/>
                            <a:ea typeface="楷体_GB2312" charset="-122"/>
                            <a:cs typeface="楷体_GB2312" charset="-122"/>
                          </a:defRPr>
                        </a:lvl3pPr>
                        <a:lvl4pPr marL="1600200" indent="-228600" algn="l" rtl="0" eaLnBrk="0" fontAlgn="base" hangingPunct="0">
                          <a:lnSpc>
                            <a:spcPct val="130000"/>
                          </a:lnSpc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Clr>
                            <a:srgbClr val="0000CC"/>
                          </a:buClr>
                          <a:buSzPct val="80000"/>
                          <a:buFont typeface="Wingdings" panose="05000000000000000000" pitchFamily="2" charset="2"/>
                          <a:buChar char="o"/>
                          <a:defRPr sz="2800" b="1">
                            <a:solidFill>
                              <a:srgbClr val="0000FF"/>
                            </a:solidFill>
                            <a:latin typeface="Arial Narrow" panose="020B0606020202030204" pitchFamily="34" charset="0"/>
                            <a:ea typeface="楷体_GB2312" charset="-122"/>
                            <a:cs typeface="楷体_GB2312" charset="-122"/>
                          </a:defRPr>
                        </a:lvl4pPr>
                        <a:lvl5pPr marL="2057400" indent="-228600" algn="l" rtl="0" eaLnBrk="0" fontAlgn="base" hangingPunct="0">
                          <a:lnSpc>
                            <a:spcPct val="130000"/>
                          </a:lnSpc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Clr>
                            <a:srgbClr val="0000CC"/>
                          </a:buClr>
                          <a:buSzPct val="80000"/>
                          <a:buFont typeface="Wingdings" panose="05000000000000000000" pitchFamily="2" charset="2"/>
                          <a:buChar char="o"/>
                          <a:defRPr sz="2800" b="1">
                            <a:solidFill>
                              <a:srgbClr val="0000FF"/>
                            </a:solidFill>
                            <a:latin typeface="Arial Narrow" panose="020B0606020202030204" pitchFamily="34" charset="0"/>
                            <a:ea typeface="楷体_GB2312" charset="-122"/>
                            <a:cs typeface="楷体_GB2312" charset="-122"/>
                          </a:defRPr>
                        </a:lvl5pPr>
                      </a:lstStyle>
                      <a:p>
                        <a:pPr marL="0" lvl="0" indent="0" eaLnBrk="1" hangingPunct="1">
                          <a:lnSpc>
                            <a:spcPct val="120000"/>
                          </a:lnSpc>
                          <a:spcBef>
                            <a:spcPct val="50000"/>
                          </a:spcBef>
                        </a:pPr>
                        <a:endParaRPr lang="zh-CN" altLang="en-US" sz="2000" b="1" dirty="0">
                          <a:solidFill>
                            <a:srgbClr val="003300"/>
                          </a:solidFill>
                        </a:endParaRPr>
                      </a:p>
                    </p:txBody>
                  </p:sp>
                  <p:grpSp>
                    <p:nvGrpSpPr>
                      <p:cNvPr id="203915" name="Group 60"/>
                      <p:cNvGrpSpPr/>
                      <p:nvPr/>
                    </p:nvGrpSpPr>
                    <p:grpSpPr>
                      <a:xfrm>
                        <a:off x="761" y="710"/>
                        <a:ext cx="478" cy="1064"/>
                        <a:chOff x="761" y="710"/>
                        <a:chExt cx="478" cy="1042"/>
                      </a:xfrm>
                    </p:grpSpPr>
                    <p:sp>
                      <p:nvSpPr>
                        <p:cNvPr id="203916" name="Line 61"/>
                        <p:cNvSpPr/>
                        <p:nvPr/>
                      </p:nvSpPr>
                      <p:spPr>
                        <a:xfrm>
                          <a:off x="761" y="710"/>
                          <a:ext cx="0" cy="1037"/>
                        </a:xfrm>
                        <a:prstGeom prst="line">
                          <a:avLst/>
                        </a:prstGeom>
                        <a:ln w="28575" cap="flat" cmpd="sng">
                          <a:solidFill>
                            <a:srgbClr val="0000CC"/>
                          </a:solidFill>
                          <a:prstDash val="solid"/>
                          <a:headEnd type="none" w="med" len="med"/>
                          <a:tailEnd type="none" w="med" len="med"/>
                        </a:ln>
                      </p:spPr>
                    </p:sp>
                    <p:sp>
                      <p:nvSpPr>
                        <p:cNvPr id="203917" name="Line 62"/>
                        <p:cNvSpPr/>
                        <p:nvPr/>
                      </p:nvSpPr>
                      <p:spPr>
                        <a:xfrm>
                          <a:off x="994" y="711"/>
                          <a:ext cx="0" cy="1041"/>
                        </a:xfrm>
                        <a:prstGeom prst="line">
                          <a:avLst/>
                        </a:prstGeom>
                        <a:ln w="28575" cap="flat" cmpd="sng">
                          <a:solidFill>
                            <a:srgbClr val="0000CC"/>
                          </a:solidFill>
                          <a:prstDash val="solid"/>
                          <a:headEnd type="none" w="med" len="med"/>
                          <a:tailEnd type="none" w="med" len="med"/>
                        </a:ln>
                      </p:spPr>
                    </p:sp>
                    <p:sp>
                      <p:nvSpPr>
                        <p:cNvPr id="203918" name="Line 63"/>
                        <p:cNvSpPr/>
                        <p:nvPr/>
                      </p:nvSpPr>
                      <p:spPr>
                        <a:xfrm>
                          <a:off x="1239" y="710"/>
                          <a:ext cx="0" cy="1041"/>
                        </a:xfrm>
                        <a:prstGeom prst="line">
                          <a:avLst/>
                        </a:prstGeom>
                        <a:ln w="28575" cap="flat" cmpd="sng">
                          <a:solidFill>
                            <a:srgbClr val="0000CC"/>
                          </a:solidFill>
                          <a:prstDash val="solid"/>
                          <a:headEnd type="none" w="med" len="med"/>
                          <a:tailEnd type="none" w="med" len="med"/>
                        </a:ln>
                      </p:spPr>
                    </p:sp>
                  </p:grpSp>
                </p:grpSp>
                <p:sp>
                  <p:nvSpPr>
                    <p:cNvPr id="203906" name="Line 64"/>
                    <p:cNvSpPr/>
                    <p:nvPr/>
                  </p:nvSpPr>
                  <p:spPr>
                    <a:xfrm>
                      <a:off x="2401" y="1528"/>
                      <a:ext cx="1368" cy="0"/>
                    </a:xfrm>
                    <a:prstGeom prst="line">
                      <a:avLst/>
                    </a:prstGeom>
                    <a:ln w="28575" cap="flat" cmpd="sng">
                      <a:solidFill>
                        <a:srgbClr val="0000CC"/>
                      </a:solidFill>
                      <a:prstDash val="solid"/>
                      <a:headEnd type="none" w="med" len="med"/>
                      <a:tailEnd type="none" w="med" len="med"/>
                    </a:ln>
                  </p:spPr>
                </p:sp>
                <p:sp>
                  <p:nvSpPr>
                    <p:cNvPr id="203907" name="Line 65"/>
                    <p:cNvSpPr/>
                    <p:nvPr/>
                  </p:nvSpPr>
                  <p:spPr>
                    <a:xfrm>
                      <a:off x="2409" y="1859"/>
                      <a:ext cx="1368" cy="0"/>
                    </a:xfrm>
                    <a:prstGeom prst="line">
                      <a:avLst/>
                    </a:prstGeom>
                    <a:ln w="28575" cap="flat" cmpd="sng">
                      <a:solidFill>
                        <a:srgbClr val="0000CC"/>
                      </a:solidFill>
                      <a:prstDash val="solid"/>
                      <a:headEnd type="none" w="med" len="med"/>
                      <a:tailEnd type="none" w="med" len="med"/>
                    </a:ln>
                  </p:spPr>
                </p:sp>
                <p:sp>
                  <p:nvSpPr>
                    <p:cNvPr id="203908" name="Rectangle 67"/>
                    <p:cNvSpPr/>
                    <p:nvPr/>
                  </p:nvSpPr>
                  <p:spPr>
                    <a:xfrm>
                      <a:off x="3138" y="880"/>
                      <a:ext cx="270" cy="322"/>
                    </a:xfrm>
                    <a:prstGeom prst="rect">
                      <a:avLst/>
                    </a:prstGeom>
                    <a:noFill/>
                    <a:ln w="9525">
                      <a:noFill/>
                    </a:ln>
                  </p:spPr>
                  <p:txBody>
                    <a:bodyPr wrap="none">
                      <a:spAutoFit/>
                    </a:bodyPr>
                    <a:lstStyle>
                      <a:lvl1pPr marL="342900" indent="-342900" algn="l" rtl="0" eaLnBrk="0" fontAlgn="base" hangingPunct="0">
                        <a:lnSpc>
                          <a:spcPct val="13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defRPr sz="2400">
                          <a:solidFill>
                            <a:srgbClr val="0000FF"/>
                          </a:solidFill>
                          <a:latin typeface="Times New Roman" panose="02020603050405020304" pitchFamily="18" charset="0"/>
                          <a:ea typeface="+mn-ea"/>
                          <a:cs typeface="+mn-cs"/>
                        </a:defRPr>
                      </a:lvl1pPr>
                      <a:lvl2pPr marL="742950" indent="-285750" algn="l" rtl="0" eaLnBrk="0" fontAlgn="base" hangingPunct="0">
                        <a:lnSpc>
                          <a:spcPct val="13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CC"/>
                        </a:buClr>
                        <a:buSzPct val="80000"/>
                        <a:buFont typeface="Wingdings" panose="05000000000000000000" pitchFamily="2" charset="2"/>
                        <a:buChar char="o"/>
                        <a:defRPr sz="3000" b="1">
                          <a:solidFill>
                            <a:srgbClr val="0000FF"/>
                          </a:solidFill>
                          <a:latin typeface="Arial Narrow" panose="020B0606020202030204" pitchFamily="34" charset="0"/>
                          <a:ea typeface="楷体_GB2312" charset="-122"/>
                          <a:cs typeface="楷体_GB2312" charset="-122"/>
                        </a:defRPr>
                      </a:lvl2pPr>
                      <a:lvl3pPr marL="1143000" indent="-228600" algn="l" rtl="0" eaLnBrk="0" fontAlgn="base" hangingPunct="0">
                        <a:lnSpc>
                          <a:spcPct val="13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CC"/>
                        </a:buClr>
                        <a:buSzPct val="80000"/>
                        <a:buFont typeface="Wingdings" panose="05000000000000000000" pitchFamily="2" charset="2"/>
                        <a:buChar char="n"/>
                        <a:defRPr sz="3000" b="1">
                          <a:solidFill>
                            <a:srgbClr val="0000FF"/>
                          </a:solidFill>
                          <a:latin typeface="Arial Narrow" panose="020B0606020202030204" pitchFamily="34" charset="0"/>
                          <a:ea typeface="楷体_GB2312" charset="-122"/>
                          <a:cs typeface="楷体_GB2312" charset="-122"/>
                        </a:defRPr>
                      </a:lvl3pPr>
                      <a:lvl4pPr marL="1600200" indent="-228600" algn="l" rtl="0" eaLnBrk="0" fontAlgn="base" hangingPunct="0">
                        <a:lnSpc>
                          <a:spcPct val="13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CC"/>
                        </a:buClr>
                        <a:buSzPct val="80000"/>
                        <a:buFont typeface="Wingdings" panose="05000000000000000000" pitchFamily="2" charset="2"/>
                        <a:buChar char="o"/>
                        <a:defRPr sz="2800" b="1">
                          <a:solidFill>
                            <a:srgbClr val="0000FF"/>
                          </a:solidFill>
                          <a:latin typeface="Arial Narrow" panose="020B0606020202030204" pitchFamily="34" charset="0"/>
                          <a:ea typeface="楷体_GB2312" charset="-122"/>
                          <a:cs typeface="楷体_GB2312" charset="-122"/>
                        </a:defRPr>
                      </a:lvl4pPr>
                      <a:lvl5pPr marL="2057400" indent="-228600" algn="l" rtl="0" eaLnBrk="0" fontAlgn="base" hangingPunct="0">
                        <a:lnSpc>
                          <a:spcPct val="13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CC"/>
                        </a:buClr>
                        <a:buSzPct val="80000"/>
                        <a:buFont typeface="Wingdings" panose="05000000000000000000" pitchFamily="2" charset="2"/>
                        <a:buChar char="o"/>
                        <a:defRPr sz="2800" b="1">
                          <a:solidFill>
                            <a:srgbClr val="0000FF"/>
                          </a:solidFill>
                          <a:latin typeface="Arial Narrow" panose="020B0606020202030204" pitchFamily="34" charset="0"/>
                          <a:ea typeface="楷体_GB2312" charset="-122"/>
                          <a:cs typeface="楷体_GB2312" charset="-122"/>
                        </a:defRPr>
                      </a:lvl5pPr>
                    </a:lstStyle>
                    <a:p>
                      <a:pPr marL="0" lvl="0" indent="0" ea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</a:pPr>
                      <a:r>
                        <a:rPr lang="en-US" altLang="zh-CN" sz="2000" b="1" dirty="0"/>
                        <a:t>1</a:t>
                      </a:r>
                      <a:endParaRPr lang="en-US" altLang="zh-CN" sz="2000" b="1" dirty="0">
                        <a:ea typeface="Times New Roman" panose="02020603050405020304" pitchFamily="18" charset="0"/>
                      </a:endParaRPr>
                    </a:p>
                  </p:txBody>
                </p:sp>
                <p:sp>
                  <p:nvSpPr>
                    <p:cNvPr id="203909" name="Text Box 70"/>
                    <p:cNvSpPr txBox="1"/>
                    <p:nvPr/>
                  </p:nvSpPr>
                  <p:spPr>
                    <a:xfrm>
                      <a:off x="3133" y="1511"/>
                      <a:ext cx="279" cy="322"/>
                    </a:xfrm>
                    <a:prstGeom prst="rect">
                      <a:avLst/>
                    </a:prstGeom>
                    <a:noFill/>
                    <a:ln w="9525">
                      <a:noFill/>
                    </a:ln>
                  </p:spPr>
                  <p:txBody>
                    <a:bodyPr>
                      <a:spAutoFit/>
                    </a:bodyPr>
                    <a:lstStyle>
                      <a:lvl1pPr marL="342900" indent="-342900" algn="l" rtl="0" eaLnBrk="0" fontAlgn="base" hangingPunct="0">
                        <a:lnSpc>
                          <a:spcPct val="13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defRPr sz="2400">
                          <a:solidFill>
                            <a:srgbClr val="0000FF"/>
                          </a:solidFill>
                          <a:latin typeface="Times New Roman" panose="02020603050405020304" pitchFamily="18" charset="0"/>
                          <a:ea typeface="+mn-ea"/>
                          <a:cs typeface="+mn-cs"/>
                        </a:defRPr>
                      </a:lvl1pPr>
                      <a:lvl2pPr marL="742950" indent="-285750" algn="l" rtl="0" eaLnBrk="0" fontAlgn="base" hangingPunct="0">
                        <a:lnSpc>
                          <a:spcPct val="13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CC"/>
                        </a:buClr>
                        <a:buSzPct val="80000"/>
                        <a:buFont typeface="Wingdings" panose="05000000000000000000" pitchFamily="2" charset="2"/>
                        <a:buChar char="o"/>
                        <a:defRPr sz="3000" b="1">
                          <a:solidFill>
                            <a:srgbClr val="0000FF"/>
                          </a:solidFill>
                          <a:latin typeface="Arial Narrow" panose="020B0606020202030204" pitchFamily="34" charset="0"/>
                          <a:ea typeface="楷体_GB2312" charset="-122"/>
                          <a:cs typeface="楷体_GB2312" charset="-122"/>
                        </a:defRPr>
                      </a:lvl2pPr>
                      <a:lvl3pPr marL="1143000" indent="-228600" algn="l" rtl="0" eaLnBrk="0" fontAlgn="base" hangingPunct="0">
                        <a:lnSpc>
                          <a:spcPct val="13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CC"/>
                        </a:buClr>
                        <a:buSzPct val="80000"/>
                        <a:buFont typeface="Wingdings" panose="05000000000000000000" pitchFamily="2" charset="2"/>
                        <a:buChar char="n"/>
                        <a:defRPr sz="3000" b="1">
                          <a:solidFill>
                            <a:srgbClr val="0000FF"/>
                          </a:solidFill>
                          <a:latin typeface="Arial Narrow" panose="020B0606020202030204" pitchFamily="34" charset="0"/>
                          <a:ea typeface="楷体_GB2312" charset="-122"/>
                          <a:cs typeface="楷体_GB2312" charset="-122"/>
                        </a:defRPr>
                      </a:lvl3pPr>
                      <a:lvl4pPr marL="1600200" indent="-228600" algn="l" rtl="0" eaLnBrk="0" fontAlgn="base" hangingPunct="0">
                        <a:lnSpc>
                          <a:spcPct val="13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CC"/>
                        </a:buClr>
                        <a:buSzPct val="80000"/>
                        <a:buFont typeface="Wingdings" panose="05000000000000000000" pitchFamily="2" charset="2"/>
                        <a:buChar char="o"/>
                        <a:defRPr sz="2800" b="1">
                          <a:solidFill>
                            <a:srgbClr val="0000FF"/>
                          </a:solidFill>
                          <a:latin typeface="Arial Narrow" panose="020B0606020202030204" pitchFamily="34" charset="0"/>
                          <a:ea typeface="楷体_GB2312" charset="-122"/>
                          <a:cs typeface="楷体_GB2312" charset="-122"/>
                        </a:defRPr>
                      </a:lvl4pPr>
                      <a:lvl5pPr marL="2057400" indent="-228600" algn="l" rtl="0" eaLnBrk="0" fontAlgn="base" hangingPunct="0">
                        <a:lnSpc>
                          <a:spcPct val="13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CC"/>
                        </a:buClr>
                        <a:buSzPct val="80000"/>
                        <a:buFont typeface="Wingdings" panose="05000000000000000000" pitchFamily="2" charset="2"/>
                        <a:buChar char="o"/>
                        <a:defRPr sz="2800" b="1">
                          <a:solidFill>
                            <a:srgbClr val="0000FF"/>
                          </a:solidFill>
                          <a:latin typeface="Arial Narrow" panose="020B0606020202030204" pitchFamily="34" charset="0"/>
                          <a:ea typeface="楷体_GB2312" charset="-122"/>
                          <a:cs typeface="楷体_GB2312" charset="-122"/>
                        </a:defRPr>
                      </a:lvl5pPr>
                    </a:lstStyle>
                    <a:p>
                      <a:pPr marL="0" lvl="0" indent="0" ea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</a:pPr>
                      <a:r>
                        <a:rPr lang="en-US" altLang="zh-CN" sz="2000" b="1" dirty="0"/>
                        <a:t>0</a:t>
                      </a:r>
                      <a:endParaRPr lang="en-US" altLang="zh-CN" sz="2000" b="1" dirty="0">
                        <a:ea typeface="Times New Roman" panose="02020603050405020304" pitchFamily="18" charset="0"/>
                      </a:endParaRPr>
                    </a:p>
                  </p:txBody>
                </p:sp>
                <p:sp>
                  <p:nvSpPr>
                    <p:cNvPr id="203910" name="Rectangle 73"/>
                    <p:cNvSpPr/>
                    <p:nvPr/>
                  </p:nvSpPr>
                  <p:spPr>
                    <a:xfrm>
                      <a:off x="3135" y="1185"/>
                      <a:ext cx="270" cy="322"/>
                    </a:xfrm>
                    <a:prstGeom prst="rect">
                      <a:avLst/>
                    </a:prstGeom>
                    <a:noFill/>
                    <a:ln w="9525">
                      <a:noFill/>
                    </a:ln>
                  </p:spPr>
                  <p:txBody>
                    <a:bodyPr wrap="none">
                      <a:spAutoFit/>
                    </a:bodyPr>
                    <a:lstStyle>
                      <a:lvl1pPr marL="342900" indent="-342900" algn="l" rtl="0" eaLnBrk="0" fontAlgn="base" hangingPunct="0">
                        <a:lnSpc>
                          <a:spcPct val="13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defRPr sz="2400">
                          <a:solidFill>
                            <a:srgbClr val="0000FF"/>
                          </a:solidFill>
                          <a:latin typeface="Times New Roman" panose="02020603050405020304" pitchFamily="18" charset="0"/>
                          <a:ea typeface="+mn-ea"/>
                          <a:cs typeface="+mn-cs"/>
                        </a:defRPr>
                      </a:lvl1pPr>
                      <a:lvl2pPr marL="742950" indent="-285750" algn="l" rtl="0" eaLnBrk="0" fontAlgn="base" hangingPunct="0">
                        <a:lnSpc>
                          <a:spcPct val="13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CC"/>
                        </a:buClr>
                        <a:buSzPct val="80000"/>
                        <a:buFont typeface="Wingdings" panose="05000000000000000000" pitchFamily="2" charset="2"/>
                        <a:buChar char="o"/>
                        <a:defRPr sz="3000" b="1">
                          <a:solidFill>
                            <a:srgbClr val="0000FF"/>
                          </a:solidFill>
                          <a:latin typeface="Arial Narrow" panose="020B0606020202030204" pitchFamily="34" charset="0"/>
                          <a:ea typeface="楷体_GB2312" charset="-122"/>
                          <a:cs typeface="楷体_GB2312" charset="-122"/>
                        </a:defRPr>
                      </a:lvl2pPr>
                      <a:lvl3pPr marL="1143000" indent="-228600" algn="l" rtl="0" eaLnBrk="0" fontAlgn="base" hangingPunct="0">
                        <a:lnSpc>
                          <a:spcPct val="13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CC"/>
                        </a:buClr>
                        <a:buSzPct val="80000"/>
                        <a:buFont typeface="Wingdings" panose="05000000000000000000" pitchFamily="2" charset="2"/>
                        <a:buChar char="n"/>
                        <a:defRPr sz="3000" b="1">
                          <a:solidFill>
                            <a:srgbClr val="0000FF"/>
                          </a:solidFill>
                          <a:latin typeface="Arial Narrow" panose="020B0606020202030204" pitchFamily="34" charset="0"/>
                          <a:ea typeface="楷体_GB2312" charset="-122"/>
                          <a:cs typeface="楷体_GB2312" charset="-122"/>
                        </a:defRPr>
                      </a:lvl3pPr>
                      <a:lvl4pPr marL="1600200" indent="-228600" algn="l" rtl="0" eaLnBrk="0" fontAlgn="base" hangingPunct="0">
                        <a:lnSpc>
                          <a:spcPct val="13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CC"/>
                        </a:buClr>
                        <a:buSzPct val="80000"/>
                        <a:buFont typeface="Wingdings" panose="05000000000000000000" pitchFamily="2" charset="2"/>
                        <a:buChar char="o"/>
                        <a:defRPr sz="2800" b="1">
                          <a:solidFill>
                            <a:srgbClr val="0000FF"/>
                          </a:solidFill>
                          <a:latin typeface="Arial Narrow" panose="020B0606020202030204" pitchFamily="34" charset="0"/>
                          <a:ea typeface="楷体_GB2312" charset="-122"/>
                          <a:cs typeface="楷体_GB2312" charset="-122"/>
                        </a:defRPr>
                      </a:lvl4pPr>
                      <a:lvl5pPr marL="2057400" indent="-228600" algn="l" rtl="0" eaLnBrk="0" fontAlgn="base" hangingPunct="0">
                        <a:lnSpc>
                          <a:spcPct val="13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CC"/>
                        </a:buClr>
                        <a:buSzPct val="80000"/>
                        <a:buFont typeface="Wingdings" panose="05000000000000000000" pitchFamily="2" charset="2"/>
                        <a:buChar char="o"/>
                        <a:defRPr sz="2800" b="1">
                          <a:solidFill>
                            <a:srgbClr val="0000FF"/>
                          </a:solidFill>
                          <a:latin typeface="Arial Narrow" panose="020B0606020202030204" pitchFamily="34" charset="0"/>
                          <a:ea typeface="楷体_GB2312" charset="-122"/>
                          <a:cs typeface="楷体_GB2312" charset="-122"/>
                        </a:defRPr>
                      </a:lvl5pPr>
                    </a:lstStyle>
                    <a:p>
                      <a:pPr marL="0" lvl="0" indent="0" ea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</a:pPr>
                      <a:r>
                        <a:rPr lang="en-US" altLang="zh-CN" sz="2000" b="1" dirty="0"/>
                        <a:t>1</a:t>
                      </a:r>
                      <a:endParaRPr lang="en-US" altLang="zh-CN" sz="2000" b="1" dirty="0">
                        <a:ea typeface="Times New Roman" panose="02020603050405020304" pitchFamily="18" charset="0"/>
                      </a:endParaRPr>
                    </a:p>
                  </p:txBody>
                </p:sp>
                <p:sp>
                  <p:nvSpPr>
                    <p:cNvPr id="203911" name="Text Box 76"/>
                    <p:cNvSpPr txBox="1"/>
                    <p:nvPr/>
                  </p:nvSpPr>
                  <p:spPr>
                    <a:xfrm>
                      <a:off x="3496" y="851"/>
                      <a:ext cx="366" cy="346"/>
                    </a:xfrm>
                    <a:prstGeom prst="rect">
                      <a:avLst/>
                    </a:prstGeom>
                    <a:noFill/>
                    <a:ln w="9525">
                      <a:noFill/>
                    </a:ln>
                  </p:spPr>
                  <p:txBody>
                    <a:bodyPr>
                      <a:spAutoFit/>
                    </a:bodyPr>
                    <a:lstStyle>
                      <a:lvl1pPr marL="342900" indent="-342900" algn="l" rtl="0" eaLnBrk="0" fontAlgn="base" hangingPunct="0">
                        <a:lnSpc>
                          <a:spcPct val="13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defRPr sz="2400">
                          <a:solidFill>
                            <a:srgbClr val="0000FF"/>
                          </a:solidFill>
                          <a:latin typeface="Times New Roman" panose="02020603050405020304" pitchFamily="18" charset="0"/>
                          <a:ea typeface="+mn-ea"/>
                          <a:cs typeface="+mn-cs"/>
                        </a:defRPr>
                      </a:lvl1pPr>
                      <a:lvl2pPr marL="742950" indent="-285750" algn="l" rtl="0" eaLnBrk="0" fontAlgn="base" hangingPunct="0">
                        <a:lnSpc>
                          <a:spcPct val="13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CC"/>
                        </a:buClr>
                        <a:buSzPct val="80000"/>
                        <a:buFont typeface="Wingdings" panose="05000000000000000000" pitchFamily="2" charset="2"/>
                        <a:buChar char="o"/>
                        <a:defRPr sz="3000" b="1">
                          <a:solidFill>
                            <a:srgbClr val="0000FF"/>
                          </a:solidFill>
                          <a:latin typeface="Arial Narrow" panose="020B0606020202030204" pitchFamily="34" charset="0"/>
                          <a:ea typeface="楷体_GB2312" charset="-122"/>
                          <a:cs typeface="楷体_GB2312" charset="-122"/>
                        </a:defRPr>
                      </a:lvl2pPr>
                      <a:lvl3pPr marL="1143000" indent="-228600" algn="l" rtl="0" eaLnBrk="0" fontAlgn="base" hangingPunct="0">
                        <a:lnSpc>
                          <a:spcPct val="13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CC"/>
                        </a:buClr>
                        <a:buSzPct val="80000"/>
                        <a:buFont typeface="Wingdings" panose="05000000000000000000" pitchFamily="2" charset="2"/>
                        <a:buChar char="n"/>
                        <a:defRPr sz="3000" b="1">
                          <a:solidFill>
                            <a:srgbClr val="0000FF"/>
                          </a:solidFill>
                          <a:latin typeface="Arial Narrow" panose="020B0606020202030204" pitchFamily="34" charset="0"/>
                          <a:ea typeface="楷体_GB2312" charset="-122"/>
                          <a:cs typeface="楷体_GB2312" charset="-122"/>
                        </a:defRPr>
                      </a:lvl3pPr>
                      <a:lvl4pPr marL="1600200" indent="-228600" algn="l" rtl="0" eaLnBrk="0" fontAlgn="base" hangingPunct="0">
                        <a:lnSpc>
                          <a:spcPct val="13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CC"/>
                        </a:buClr>
                        <a:buSzPct val="80000"/>
                        <a:buFont typeface="Wingdings" panose="05000000000000000000" pitchFamily="2" charset="2"/>
                        <a:buChar char="o"/>
                        <a:defRPr sz="2800" b="1">
                          <a:solidFill>
                            <a:srgbClr val="0000FF"/>
                          </a:solidFill>
                          <a:latin typeface="Arial Narrow" panose="020B0606020202030204" pitchFamily="34" charset="0"/>
                          <a:ea typeface="楷体_GB2312" charset="-122"/>
                          <a:cs typeface="楷体_GB2312" charset="-122"/>
                        </a:defRPr>
                      </a:lvl4pPr>
                      <a:lvl5pPr marL="2057400" indent="-228600" algn="l" rtl="0" eaLnBrk="0" fontAlgn="base" hangingPunct="0">
                        <a:lnSpc>
                          <a:spcPct val="13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CC"/>
                        </a:buClr>
                        <a:buSzPct val="80000"/>
                        <a:buFont typeface="Wingdings" panose="05000000000000000000" pitchFamily="2" charset="2"/>
                        <a:buChar char="o"/>
                        <a:defRPr sz="2800" b="1">
                          <a:solidFill>
                            <a:srgbClr val="0000FF"/>
                          </a:solidFill>
                          <a:latin typeface="Arial Narrow" panose="020B0606020202030204" pitchFamily="34" charset="0"/>
                          <a:ea typeface="楷体_GB2312" charset="-122"/>
                          <a:cs typeface="楷体_GB2312" charset="-122"/>
                        </a:defRPr>
                      </a:lvl5pPr>
                    </a:lstStyle>
                    <a:p>
                      <a:pPr marL="0" lvl="0" indent="0" eaLnBrk="1" hangingPunct="1">
                        <a:lnSpc>
                          <a:spcPct val="120000"/>
                        </a:lnSpc>
                        <a:spcBef>
                          <a:spcPct val="0"/>
                        </a:spcBef>
                      </a:pPr>
                      <a:r>
                        <a:rPr lang="en-US" altLang="zh-CN" sz="2000" b="1" dirty="0"/>
                        <a:t>1</a:t>
                      </a:r>
                      <a:endParaRPr lang="en-US" altLang="zh-CN" sz="2000" b="1" dirty="0"/>
                    </a:p>
                  </p:txBody>
                </p:sp>
                <p:sp>
                  <p:nvSpPr>
                    <p:cNvPr id="203912" name="Line 79"/>
                    <p:cNvSpPr/>
                    <p:nvPr/>
                  </p:nvSpPr>
                  <p:spPr>
                    <a:xfrm>
                      <a:off x="2010" y="587"/>
                      <a:ext cx="396" cy="297"/>
                    </a:xfrm>
                    <a:prstGeom prst="line">
                      <a:avLst/>
                    </a:prstGeom>
                    <a:ln w="28575" cap="flat" cmpd="sng">
                      <a:solidFill>
                        <a:srgbClr val="0000CC"/>
                      </a:solidFill>
                      <a:prstDash val="solid"/>
                      <a:headEnd type="none" w="med" len="med"/>
                      <a:tailEnd type="none" w="med" len="med"/>
                    </a:ln>
                  </p:spPr>
                </p:sp>
                <p:sp>
                  <p:nvSpPr>
                    <p:cNvPr id="203913" name="Text Box 80"/>
                    <p:cNvSpPr txBox="1"/>
                    <p:nvPr/>
                  </p:nvSpPr>
                  <p:spPr>
                    <a:xfrm>
                      <a:off x="2448" y="890"/>
                      <a:ext cx="263" cy="322"/>
                    </a:xfrm>
                    <a:prstGeom prst="rect">
                      <a:avLst/>
                    </a:prstGeom>
                    <a:noFill/>
                    <a:ln w="9525">
                      <a:noFill/>
                    </a:ln>
                  </p:spPr>
                  <p:txBody>
                    <a:bodyPr>
                      <a:spAutoFit/>
                    </a:bodyPr>
                    <a:lstStyle>
                      <a:lvl1pPr marL="342900" indent="-342900" algn="l" rtl="0" eaLnBrk="0" fontAlgn="base" hangingPunct="0">
                        <a:lnSpc>
                          <a:spcPct val="13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defRPr sz="2400">
                          <a:solidFill>
                            <a:srgbClr val="0000FF"/>
                          </a:solidFill>
                          <a:latin typeface="Times New Roman" panose="02020603050405020304" pitchFamily="18" charset="0"/>
                          <a:ea typeface="+mn-ea"/>
                          <a:cs typeface="+mn-cs"/>
                        </a:defRPr>
                      </a:lvl1pPr>
                      <a:lvl2pPr marL="742950" indent="-285750" algn="l" rtl="0" eaLnBrk="0" fontAlgn="base" hangingPunct="0">
                        <a:lnSpc>
                          <a:spcPct val="13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CC"/>
                        </a:buClr>
                        <a:buSzPct val="80000"/>
                        <a:buFont typeface="Wingdings" panose="05000000000000000000" pitchFamily="2" charset="2"/>
                        <a:buChar char="o"/>
                        <a:defRPr sz="3000" b="1">
                          <a:solidFill>
                            <a:srgbClr val="0000FF"/>
                          </a:solidFill>
                          <a:latin typeface="Arial Narrow" panose="020B0606020202030204" pitchFamily="34" charset="0"/>
                          <a:ea typeface="楷体_GB2312" charset="-122"/>
                          <a:cs typeface="楷体_GB2312" charset="-122"/>
                        </a:defRPr>
                      </a:lvl2pPr>
                      <a:lvl3pPr marL="1143000" indent="-228600" algn="l" rtl="0" eaLnBrk="0" fontAlgn="base" hangingPunct="0">
                        <a:lnSpc>
                          <a:spcPct val="13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CC"/>
                        </a:buClr>
                        <a:buSzPct val="80000"/>
                        <a:buFont typeface="Wingdings" panose="05000000000000000000" pitchFamily="2" charset="2"/>
                        <a:buChar char="n"/>
                        <a:defRPr sz="3000" b="1">
                          <a:solidFill>
                            <a:srgbClr val="0000FF"/>
                          </a:solidFill>
                          <a:latin typeface="Arial Narrow" panose="020B0606020202030204" pitchFamily="34" charset="0"/>
                          <a:ea typeface="楷体_GB2312" charset="-122"/>
                          <a:cs typeface="楷体_GB2312" charset="-122"/>
                        </a:defRPr>
                      </a:lvl3pPr>
                      <a:lvl4pPr marL="1600200" indent="-228600" algn="l" rtl="0" eaLnBrk="0" fontAlgn="base" hangingPunct="0">
                        <a:lnSpc>
                          <a:spcPct val="13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CC"/>
                        </a:buClr>
                        <a:buSzPct val="80000"/>
                        <a:buFont typeface="Wingdings" panose="05000000000000000000" pitchFamily="2" charset="2"/>
                        <a:buChar char="o"/>
                        <a:defRPr sz="2800" b="1">
                          <a:solidFill>
                            <a:srgbClr val="0000FF"/>
                          </a:solidFill>
                          <a:latin typeface="Arial Narrow" panose="020B0606020202030204" pitchFamily="34" charset="0"/>
                          <a:ea typeface="楷体_GB2312" charset="-122"/>
                          <a:cs typeface="楷体_GB2312" charset="-122"/>
                        </a:defRPr>
                      </a:lvl4pPr>
                      <a:lvl5pPr marL="2057400" indent="-228600" algn="l" rtl="0" eaLnBrk="0" fontAlgn="base" hangingPunct="0">
                        <a:lnSpc>
                          <a:spcPct val="13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CC"/>
                        </a:buClr>
                        <a:buSzPct val="80000"/>
                        <a:buFont typeface="Wingdings" panose="05000000000000000000" pitchFamily="2" charset="2"/>
                        <a:buChar char="o"/>
                        <a:defRPr sz="2800" b="1">
                          <a:solidFill>
                            <a:srgbClr val="0000FF"/>
                          </a:solidFill>
                          <a:latin typeface="Arial Narrow" panose="020B0606020202030204" pitchFamily="34" charset="0"/>
                          <a:ea typeface="楷体_GB2312" charset="-122"/>
                          <a:cs typeface="楷体_GB2312" charset="-122"/>
                        </a:defRPr>
                      </a:lvl5pPr>
                    </a:lstStyle>
                    <a:p>
                      <a:pPr marL="0" lvl="0" indent="0" ea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</a:pPr>
                      <a:r>
                        <a:rPr lang="en-US" altLang="zh-CN" sz="2000" b="1" dirty="0"/>
                        <a:t>0</a:t>
                      </a:r>
                      <a:endParaRPr lang="en-US" altLang="zh-CN" sz="2000" b="1" dirty="0">
                        <a:ea typeface="Times New Roman" panose="02020603050405020304" pitchFamily="18" charset="0"/>
                      </a:endParaRPr>
                    </a:p>
                  </p:txBody>
                </p:sp>
              </p:grpSp>
              <p:sp>
                <p:nvSpPr>
                  <p:cNvPr id="203898" name="Rectangle 51"/>
                  <p:cNvSpPr/>
                  <p:nvPr/>
                </p:nvSpPr>
                <p:spPr>
                  <a:xfrm>
                    <a:off x="6266857" y="5152607"/>
                    <a:ext cx="256939" cy="321061"/>
                  </a:xfrm>
                  <a:prstGeom prst="rect">
                    <a:avLst/>
                  </a:prstGeom>
                  <a:noFill/>
                  <a:ln w="9525">
                    <a:noFill/>
                  </a:ln>
                </p:spPr>
                <p:txBody>
                  <a:bodyPr wrap="none">
                    <a:spAutoFit/>
                  </a:bodyPr>
                  <a:lstStyle>
                    <a:lvl1pPr marL="342900" indent="-342900" algn="l" rtl="0" eaLnBrk="0" fontAlgn="base" hangingPunct="0">
                      <a:lnSpc>
                        <a:spcPct val="130000"/>
                      </a:lnSpc>
                      <a:spcBef>
                        <a:spcPct val="20000"/>
                      </a:spcBef>
                      <a:spcAft>
                        <a:spcPct val="0"/>
                      </a:spcAft>
                      <a:defRPr sz="2400">
                        <a:solidFill>
                          <a:srgbClr val="0000FF"/>
                        </a:solidFill>
                        <a:latin typeface="Times New Roman" panose="02020603050405020304" pitchFamily="18" charset="0"/>
                        <a:ea typeface="+mn-ea"/>
                        <a:cs typeface="+mn-cs"/>
                      </a:defRPr>
                    </a:lvl1pPr>
                    <a:lvl2pPr marL="742950" indent="-285750" algn="l" rtl="0" eaLnBrk="0" fontAlgn="base" hangingPunct="0">
                      <a:lnSpc>
                        <a:spcPct val="130000"/>
                      </a:lnSpc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0000CC"/>
                      </a:buClr>
                      <a:buSzPct val="80000"/>
                      <a:buFont typeface="Wingdings" panose="05000000000000000000" pitchFamily="2" charset="2"/>
                      <a:buChar char="o"/>
                      <a:defRPr sz="3000" b="1">
                        <a:solidFill>
                          <a:srgbClr val="0000FF"/>
                        </a:solidFill>
                        <a:latin typeface="Arial Narrow" panose="020B0606020202030204" pitchFamily="34" charset="0"/>
                        <a:ea typeface="楷体_GB2312" charset="-122"/>
                        <a:cs typeface="楷体_GB2312" charset="-122"/>
                      </a:defRPr>
                    </a:lvl2pPr>
                    <a:lvl3pPr marL="1143000" indent="-228600" algn="l" rtl="0" eaLnBrk="0" fontAlgn="base" hangingPunct="0">
                      <a:lnSpc>
                        <a:spcPct val="130000"/>
                      </a:lnSpc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0000CC"/>
                      </a:buClr>
                      <a:buSzPct val="80000"/>
                      <a:buFont typeface="Wingdings" panose="05000000000000000000" pitchFamily="2" charset="2"/>
                      <a:buChar char="n"/>
                      <a:defRPr sz="3000" b="1">
                        <a:solidFill>
                          <a:srgbClr val="0000FF"/>
                        </a:solidFill>
                        <a:latin typeface="Arial Narrow" panose="020B0606020202030204" pitchFamily="34" charset="0"/>
                        <a:ea typeface="楷体_GB2312" charset="-122"/>
                        <a:cs typeface="楷体_GB2312" charset="-122"/>
                      </a:defRPr>
                    </a:lvl3pPr>
                    <a:lvl4pPr marL="1600200" indent="-228600" algn="l" rtl="0" eaLnBrk="0" fontAlgn="base" hangingPunct="0">
                      <a:lnSpc>
                        <a:spcPct val="130000"/>
                      </a:lnSpc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0000CC"/>
                      </a:buClr>
                      <a:buSzPct val="80000"/>
                      <a:buFont typeface="Wingdings" panose="05000000000000000000" pitchFamily="2" charset="2"/>
                      <a:buChar char="o"/>
                      <a:defRPr sz="2800" b="1">
                        <a:solidFill>
                          <a:srgbClr val="0000FF"/>
                        </a:solidFill>
                        <a:latin typeface="Arial Narrow" panose="020B0606020202030204" pitchFamily="34" charset="0"/>
                        <a:ea typeface="楷体_GB2312" charset="-122"/>
                        <a:cs typeface="楷体_GB2312" charset="-122"/>
                      </a:defRPr>
                    </a:lvl4pPr>
                    <a:lvl5pPr marL="2057400" indent="-228600" algn="l" rtl="0" eaLnBrk="0" fontAlgn="base" hangingPunct="0">
                      <a:lnSpc>
                        <a:spcPct val="130000"/>
                      </a:lnSpc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0000CC"/>
                      </a:buClr>
                      <a:buSzPct val="80000"/>
                      <a:buFont typeface="Wingdings" panose="05000000000000000000" pitchFamily="2" charset="2"/>
                      <a:buChar char="o"/>
                      <a:defRPr sz="2800" b="1">
                        <a:solidFill>
                          <a:srgbClr val="0000FF"/>
                        </a:solidFill>
                        <a:latin typeface="Arial Narrow" panose="020B0606020202030204" pitchFamily="34" charset="0"/>
                        <a:ea typeface="楷体_GB2312" charset="-122"/>
                        <a:cs typeface="楷体_GB2312" charset="-122"/>
                      </a:defRPr>
                    </a:lvl5pPr>
                  </a:lstStyle>
                  <a:p>
                    <a:pPr marL="0" lvl="0" indent="0" eaLnBrk="1" hangingPunct="1">
                      <a:lnSpc>
                        <a:spcPct val="100000"/>
                      </a:lnSpc>
                      <a:spcBef>
                        <a:spcPct val="0"/>
                      </a:spcBef>
                    </a:pPr>
                    <a:r>
                      <a:rPr lang="en-US" altLang="zh-CN" sz="2000" b="1" dirty="0"/>
                      <a:t>1</a:t>
                    </a:r>
                    <a:endParaRPr lang="en-US" altLang="zh-CN" sz="2000" b="1" dirty="0">
                      <a:ea typeface="Times New Roman" panose="02020603050405020304" pitchFamily="18" charset="0"/>
                    </a:endParaRPr>
                  </a:p>
                </p:txBody>
              </p:sp>
            </p:grpSp>
            <p:sp>
              <p:nvSpPr>
                <p:cNvPr id="203888" name="Text Box 80"/>
                <p:cNvSpPr txBox="1"/>
                <p:nvPr/>
              </p:nvSpPr>
              <p:spPr>
                <a:xfrm>
                  <a:off x="6438950" y="2063877"/>
                  <a:ext cx="288925" cy="430213"/>
                </a:xfrm>
                <a:prstGeom prst="rect">
                  <a:avLst/>
                </a:prstGeom>
                <a:noFill/>
                <a:ln w="9525">
                  <a:noFill/>
                </a:ln>
              </p:spPr>
              <p:txBody>
                <a:bodyPr>
                  <a:spAutoFit/>
                </a:bodyPr>
                <a:lstStyle>
                  <a:lvl1pPr marL="342900" indent="-342900" algn="l" rtl="0" eaLnBrk="0" fontAlgn="base" hangingPunct="0">
                    <a:lnSpc>
                      <a:spcPct val="130000"/>
                    </a:lnSpc>
                    <a:spcBef>
                      <a:spcPct val="20000"/>
                    </a:spcBef>
                    <a:spcAft>
                      <a:spcPct val="0"/>
                    </a:spcAft>
                    <a:defRPr sz="2400">
                      <a:solidFill>
                        <a:srgbClr val="0000FF"/>
                      </a:solidFill>
                      <a:latin typeface="Times New Roman" panose="02020603050405020304" pitchFamily="18" charset="0"/>
                      <a:ea typeface="+mn-ea"/>
                      <a:cs typeface="+mn-cs"/>
                    </a:defRPr>
                  </a:lvl1pPr>
                  <a:lvl2pPr marL="742950" indent="-285750" algn="l" rtl="0" eaLnBrk="0" fontAlgn="base" hangingPunct="0">
                    <a:lnSpc>
                      <a:spcPct val="130000"/>
                    </a:lnSpc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0000CC"/>
                    </a:buClr>
                    <a:buSzPct val="80000"/>
                    <a:buFont typeface="Wingdings" panose="05000000000000000000" pitchFamily="2" charset="2"/>
                    <a:buChar char="o"/>
                    <a:defRPr sz="3000" b="1">
                      <a:solidFill>
                        <a:srgbClr val="0000FF"/>
                      </a:solidFill>
                      <a:latin typeface="Arial Narrow" panose="020B0606020202030204" pitchFamily="34" charset="0"/>
                      <a:ea typeface="楷体_GB2312" charset="-122"/>
                      <a:cs typeface="楷体_GB2312" charset="-122"/>
                    </a:defRPr>
                  </a:lvl2pPr>
                  <a:lvl3pPr marL="1143000" indent="-228600" algn="l" rtl="0" eaLnBrk="0" fontAlgn="base" hangingPunct="0">
                    <a:lnSpc>
                      <a:spcPct val="130000"/>
                    </a:lnSpc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0000CC"/>
                    </a:buClr>
                    <a:buSzPct val="80000"/>
                    <a:buFont typeface="Wingdings" panose="05000000000000000000" pitchFamily="2" charset="2"/>
                    <a:buChar char="n"/>
                    <a:defRPr sz="3000" b="1">
                      <a:solidFill>
                        <a:srgbClr val="0000FF"/>
                      </a:solidFill>
                      <a:latin typeface="Arial Narrow" panose="020B0606020202030204" pitchFamily="34" charset="0"/>
                      <a:ea typeface="楷体_GB2312" charset="-122"/>
                      <a:cs typeface="楷体_GB2312" charset="-122"/>
                    </a:defRPr>
                  </a:lvl3pPr>
                  <a:lvl4pPr marL="1600200" indent="-228600" algn="l" rtl="0" eaLnBrk="0" fontAlgn="base" hangingPunct="0">
                    <a:lnSpc>
                      <a:spcPct val="130000"/>
                    </a:lnSpc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0000CC"/>
                    </a:buClr>
                    <a:buSzPct val="80000"/>
                    <a:buFont typeface="Wingdings" panose="05000000000000000000" pitchFamily="2" charset="2"/>
                    <a:buChar char="o"/>
                    <a:defRPr sz="2800" b="1">
                      <a:solidFill>
                        <a:srgbClr val="0000FF"/>
                      </a:solidFill>
                      <a:latin typeface="Arial Narrow" panose="020B0606020202030204" pitchFamily="34" charset="0"/>
                      <a:ea typeface="楷体_GB2312" charset="-122"/>
                      <a:cs typeface="楷体_GB2312" charset="-122"/>
                    </a:defRPr>
                  </a:lvl4pPr>
                  <a:lvl5pPr marL="2057400" indent="-228600" algn="l" rtl="0" eaLnBrk="0" fontAlgn="base" hangingPunct="0">
                    <a:lnSpc>
                      <a:spcPct val="130000"/>
                    </a:lnSpc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0000CC"/>
                    </a:buClr>
                    <a:buSzPct val="80000"/>
                    <a:buFont typeface="Wingdings" panose="05000000000000000000" pitchFamily="2" charset="2"/>
                    <a:buChar char="o"/>
                    <a:defRPr sz="2800" b="1">
                      <a:solidFill>
                        <a:srgbClr val="0000FF"/>
                      </a:solidFill>
                      <a:latin typeface="Arial Narrow" panose="020B0606020202030204" pitchFamily="34" charset="0"/>
                      <a:ea typeface="楷体_GB2312" charset="-122"/>
                      <a:cs typeface="楷体_GB2312" charset="-122"/>
                    </a:defRPr>
                  </a:lvl5pPr>
                </a:lstStyle>
                <a:p>
                  <a:pPr marL="0" lvl="0" indent="0" eaLnBrk="1" hangingPunct="1">
                    <a:lnSpc>
                      <a:spcPct val="120000"/>
                    </a:lnSpc>
                    <a:spcBef>
                      <a:spcPct val="0"/>
                    </a:spcBef>
                  </a:pPr>
                  <a:r>
                    <a:rPr lang="en-US" altLang="zh-CN" sz="2000" b="1" dirty="0"/>
                    <a:t>0</a:t>
                  </a:r>
                  <a:endParaRPr lang="en-US" altLang="zh-CN" sz="2000" b="1" dirty="0">
                    <a:ea typeface="Times New Roman" panose="02020603050405020304" pitchFamily="18" charset="0"/>
                  </a:endParaRPr>
                </a:p>
              </p:txBody>
            </p:sp>
            <p:sp>
              <p:nvSpPr>
                <p:cNvPr id="203889" name="Text Box 80"/>
                <p:cNvSpPr txBox="1"/>
                <p:nvPr/>
              </p:nvSpPr>
              <p:spPr>
                <a:xfrm>
                  <a:off x="6030854" y="2472141"/>
                  <a:ext cx="289454" cy="400110"/>
                </a:xfrm>
                <a:prstGeom prst="rect">
                  <a:avLst/>
                </a:prstGeom>
                <a:noFill/>
                <a:ln w="9525">
                  <a:noFill/>
                </a:ln>
              </p:spPr>
              <p:txBody>
                <a:bodyPr>
                  <a:spAutoFit/>
                </a:bodyPr>
                <a:lstStyle>
                  <a:lvl1pPr marL="342900" indent="-342900" algn="l" rtl="0" eaLnBrk="0" fontAlgn="base" hangingPunct="0">
                    <a:lnSpc>
                      <a:spcPct val="130000"/>
                    </a:lnSpc>
                    <a:spcBef>
                      <a:spcPct val="20000"/>
                    </a:spcBef>
                    <a:spcAft>
                      <a:spcPct val="0"/>
                    </a:spcAft>
                    <a:defRPr sz="2400">
                      <a:solidFill>
                        <a:srgbClr val="0000FF"/>
                      </a:solidFill>
                      <a:latin typeface="Times New Roman" panose="02020603050405020304" pitchFamily="18" charset="0"/>
                      <a:ea typeface="+mn-ea"/>
                      <a:cs typeface="+mn-cs"/>
                    </a:defRPr>
                  </a:lvl1pPr>
                  <a:lvl2pPr marL="742950" indent="-285750" algn="l" rtl="0" eaLnBrk="0" fontAlgn="base" hangingPunct="0">
                    <a:lnSpc>
                      <a:spcPct val="130000"/>
                    </a:lnSpc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0000CC"/>
                    </a:buClr>
                    <a:buSzPct val="80000"/>
                    <a:buFont typeface="Wingdings" panose="05000000000000000000" pitchFamily="2" charset="2"/>
                    <a:buChar char="o"/>
                    <a:defRPr sz="3000" b="1">
                      <a:solidFill>
                        <a:srgbClr val="0000FF"/>
                      </a:solidFill>
                      <a:latin typeface="Arial Narrow" panose="020B0606020202030204" pitchFamily="34" charset="0"/>
                      <a:ea typeface="楷体_GB2312" charset="-122"/>
                      <a:cs typeface="楷体_GB2312" charset="-122"/>
                    </a:defRPr>
                  </a:lvl2pPr>
                  <a:lvl3pPr marL="1143000" indent="-228600" algn="l" rtl="0" eaLnBrk="0" fontAlgn="base" hangingPunct="0">
                    <a:lnSpc>
                      <a:spcPct val="130000"/>
                    </a:lnSpc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0000CC"/>
                    </a:buClr>
                    <a:buSzPct val="80000"/>
                    <a:buFont typeface="Wingdings" panose="05000000000000000000" pitchFamily="2" charset="2"/>
                    <a:buChar char="n"/>
                    <a:defRPr sz="3000" b="1">
                      <a:solidFill>
                        <a:srgbClr val="0000FF"/>
                      </a:solidFill>
                      <a:latin typeface="Arial Narrow" panose="020B0606020202030204" pitchFamily="34" charset="0"/>
                      <a:ea typeface="楷体_GB2312" charset="-122"/>
                      <a:cs typeface="楷体_GB2312" charset="-122"/>
                    </a:defRPr>
                  </a:lvl3pPr>
                  <a:lvl4pPr marL="1600200" indent="-228600" algn="l" rtl="0" eaLnBrk="0" fontAlgn="base" hangingPunct="0">
                    <a:lnSpc>
                      <a:spcPct val="130000"/>
                    </a:lnSpc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0000CC"/>
                    </a:buClr>
                    <a:buSzPct val="80000"/>
                    <a:buFont typeface="Wingdings" panose="05000000000000000000" pitchFamily="2" charset="2"/>
                    <a:buChar char="o"/>
                    <a:defRPr sz="2800" b="1">
                      <a:solidFill>
                        <a:srgbClr val="0000FF"/>
                      </a:solidFill>
                      <a:latin typeface="Arial Narrow" panose="020B0606020202030204" pitchFamily="34" charset="0"/>
                      <a:ea typeface="楷体_GB2312" charset="-122"/>
                      <a:cs typeface="楷体_GB2312" charset="-122"/>
                    </a:defRPr>
                  </a:lvl4pPr>
                  <a:lvl5pPr marL="2057400" indent="-228600" algn="l" rtl="0" eaLnBrk="0" fontAlgn="base" hangingPunct="0">
                    <a:lnSpc>
                      <a:spcPct val="130000"/>
                    </a:lnSpc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0000CC"/>
                    </a:buClr>
                    <a:buSzPct val="80000"/>
                    <a:buFont typeface="Wingdings" panose="05000000000000000000" pitchFamily="2" charset="2"/>
                    <a:buChar char="o"/>
                    <a:defRPr sz="2800" b="1">
                      <a:solidFill>
                        <a:srgbClr val="0000FF"/>
                      </a:solidFill>
                      <a:latin typeface="Arial Narrow" panose="020B0606020202030204" pitchFamily="34" charset="0"/>
                      <a:ea typeface="楷体_GB2312" charset="-122"/>
                      <a:cs typeface="楷体_GB2312" charset="-122"/>
                    </a:defRPr>
                  </a:lvl5pPr>
                </a:lstStyle>
                <a:p>
                  <a:pPr marL="0" lvl="0" indent="0" eaLnBrk="1" hangingPunct="1">
                    <a:lnSpc>
                      <a:spcPct val="100000"/>
                    </a:lnSpc>
                    <a:spcBef>
                      <a:spcPct val="0"/>
                    </a:spcBef>
                  </a:pPr>
                  <a:r>
                    <a:rPr lang="en-US" altLang="zh-CN" sz="2000" b="1" dirty="0"/>
                    <a:t>0</a:t>
                  </a:r>
                  <a:endParaRPr lang="en-US" altLang="zh-CN" sz="2000" b="1" dirty="0">
                    <a:ea typeface="Times New Roman" panose="02020603050405020304" pitchFamily="18" charset="0"/>
                  </a:endParaRPr>
                </a:p>
              </p:txBody>
            </p:sp>
            <p:sp>
              <p:nvSpPr>
                <p:cNvPr id="203890" name="Text Box 80"/>
                <p:cNvSpPr txBox="1"/>
                <p:nvPr/>
              </p:nvSpPr>
              <p:spPr>
                <a:xfrm>
                  <a:off x="7234205" y="2429729"/>
                  <a:ext cx="289454" cy="446115"/>
                </a:xfrm>
                <a:prstGeom prst="rect">
                  <a:avLst/>
                </a:prstGeom>
                <a:noFill/>
                <a:ln w="9525">
                  <a:noFill/>
                </a:ln>
              </p:spPr>
              <p:txBody>
                <a:bodyPr>
                  <a:spAutoFit/>
                </a:bodyPr>
                <a:lstStyle>
                  <a:lvl1pPr marL="342900" indent="-342900" algn="l" rtl="0" eaLnBrk="0" fontAlgn="base" hangingPunct="0">
                    <a:lnSpc>
                      <a:spcPct val="130000"/>
                    </a:lnSpc>
                    <a:spcBef>
                      <a:spcPct val="20000"/>
                    </a:spcBef>
                    <a:spcAft>
                      <a:spcPct val="0"/>
                    </a:spcAft>
                    <a:defRPr sz="2400">
                      <a:solidFill>
                        <a:srgbClr val="0000FF"/>
                      </a:solidFill>
                      <a:latin typeface="Times New Roman" panose="02020603050405020304" pitchFamily="18" charset="0"/>
                      <a:ea typeface="+mn-ea"/>
                      <a:cs typeface="+mn-cs"/>
                    </a:defRPr>
                  </a:lvl1pPr>
                  <a:lvl2pPr marL="742950" indent="-285750" algn="l" rtl="0" eaLnBrk="0" fontAlgn="base" hangingPunct="0">
                    <a:lnSpc>
                      <a:spcPct val="130000"/>
                    </a:lnSpc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0000CC"/>
                    </a:buClr>
                    <a:buSzPct val="80000"/>
                    <a:buFont typeface="Wingdings" panose="05000000000000000000" pitchFamily="2" charset="2"/>
                    <a:buChar char="o"/>
                    <a:defRPr sz="3000" b="1">
                      <a:solidFill>
                        <a:srgbClr val="0000FF"/>
                      </a:solidFill>
                      <a:latin typeface="Arial Narrow" panose="020B0606020202030204" pitchFamily="34" charset="0"/>
                      <a:ea typeface="楷体_GB2312" charset="-122"/>
                      <a:cs typeface="楷体_GB2312" charset="-122"/>
                    </a:defRPr>
                  </a:lvl2pPr>
                  <a:lvl3pPr marL="1143000" indent="-228600" algn="l" rtl="0" eaLnBrk="0" fontAlgn="base" hangingPunct="0">
                    <a:lnSpc>
                      <a:spcPct val="130000"/>
                    </a:lnSpc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0000CC"/>
                    </a:buClr>
                    <a:buSzPct val="80000"/>
                    <a:buFont typeface="Wingdings" panose="05000000000000000000" pitchFamily="2" charset="2"/>
                    <a:buChar char="n"/>
                    <a:defRPr sz="3000" b="1">
                      <a:solidFill>
                        <a:srgbClr val="0000FF"/>
                      </a:solidFill>
                      <a:latin typeface="Arial Narrow" panose="020B0606020202030204" pitchFamily="34" charset="0"/>
                      <a:ea typeface="楷体_GB2312" charset="-122"/>
                      <a:cs typeface="楷体_GB2312" charset="-122"/>
                    </a:defRPr>
                  </a:lvl3pPr>
                  <a:lvl4pPr marL="1600200" indent="-228600" algn="l" rtl="0" eaLnBrk="0" fontAlgn="base" hangingPunct="0">
                    <a:lnSpc>
                      <a:spcPct val="130000"/>
                    </a:lnSpc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0000CC"/>
                    </a:buClr>
                    <a:buSzPct val="80000"/>
                    <a:buFont typeface="Wingdings" panose="05000000000000000000" pitchFamily="2" charset="2"/>
                    <a:buChar char="o"/>
                    <a:defRPr sz="2800" b="1">
                      <a:solidFill>
                        <a:srgbClr val="0000FF"/>
                      </a:solidFill>
                      <a:latin typeface="Arial Narrow" panose="020B0606020202030204" pitchFamily="34" charset="0"/>
                      <a:ea typeface="楷体_GB2312" charset="-122"/>
                      <a:cs typeface="楷体_GB2312" charset="-122"/>
                    </a:defRPr>
                  </a:lvl4pPr>
                  <a:lvl5pPr marL="2057400" indent="-228600" algn="l" rtl="0" eaLnBrk="0" fontAlgn="base" hangingPunct="0">
                    <a:lnSpc>
                      <a:spcPct val="130000"/>
                    </a:lnSpc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0000CC"/>
                    </a:buClr>
                    <a:buSzPct val="80000"/>
                    <a:buFont typeface="Wingdings" panose="05000000000000000000" pitchFamily="2" charset="2"/>
                    <a:buChar char="o"/>
                    <a:defRPr sz="2800" b="1">
                      <a:solidFill>
                        <a:srgbClr val="0000FF"/>
                      </a:solidFill>
                      <a:latin typeface="Arial Narrow" panose="020B0606020202030204" pitchFamily="34" charset="0"/>
                      <a:ea typeface="楷体_GB2312" charset="-122"/>
                      <a:cs typeface="楷体_GB2312" charset="-122"/>
                    </a:defRPr>
                  </a:lvl5pPr>
                </a:lstStyle>
                <a:p>
                  <a:pPr marL="0" lvl="0" indent="0" eaLnBrk="1" hangingPunct="1">
                    <a:lnSpc>
                      <a:spcPct val="120000"/>
                    </a:lnSpc>
                    <a:spcBef>
                      <a:spcPct val="0"/>
                    </a:spcBef>
                  </a:pPr>
                  <a:r>
                    <a:rPr lang="en-US" altLang="zh-CN" sz="2000" b="1" dirty="0"/>
                    <a:t>1</a:t>
                  </a:r>
                  <a:endParaRPr lang="en-US" altLang="zh-CN" sz="2000" b="1" dirty="0">
                    <a:ea typeface="Times New Roman" panose="02020603050405020304" pitchFamily="18" charset="0"/>
                  </a:endParaRPr>
                </a:p>
              </p:txBody>
            </p:sp>
            <p:sp>
              <p:nvSpPr>
                <p:cNvPr id="203891" name="Rectangle 51"/>
                <p:cNvSpPr/>
                <p:nvPr/>
              </p:nvSpPr>
              <p:spPr>
                <a:xfrm>
                  <a:off x="6443416" y="2449540"/>
                  <a:ext cx="312762" cy="400247"/>
                </a:xfrm>
                <a:prstGeom prst="rect">
                  <a:avLst/>
                </a:prstGeom>
                <a:noFill/>
                <a:ln w="9525">
                  <a:noFill/>
                </a:ln>
              </p:spPr>
              <p:txBody>
                <a:bodyPr wrap="none">
                  <a:spAutoFit/>
                </a:bodyPr>
                <a:lstStyle>
                  <a:lvl1pPr marL="342900" indent="-342900" algn="l" rtl="0" eaLnBrk="0" fontAlgn="base" hangingPunct="0">
                    <a:lnSpc>
                      <a:spcPct val="130000"/>
                    </a:lnSpc>
                    <a:spcBef>
                      <a:spcPct val="20000"/>
                    </a:spcBef>
                    <a:spcAft>
                      <a:spcPct val="0"/>
                    </a:spcAft>
                    <a:defRPr sz="2400">
                      <a:solidFill>
                        <a:srgbClr val="0000FF"/>
                      </a:solidFill>
                      <a:latin typeface="Times New Roman" panose="02020603050405020304" pitchFamily="18" charset="0"/>
                      <a:ea typeface="+mn-ea"/>
                      <a:cs typeface="+mn-cs"/>
                    </a:defRPr>
                  </a:lvl1pPr>
                  <a:lvl2pPr marL="742950" indent="-285750" algn="l" rtl="0" eaLnBrk="0" fontAlgn="base" hangingPunct="0">
                    <a:lnSpc>
                      <a:spcPct val="130000"/>
                    </a:lnSpc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0000CC"/>
                    </a:buClr>
                    <a:buSzPct val="80000"/>
                    <a:buFont typeface="Wingdings" panose="05000000000000000000" pitchFamily="2" charset="2"/>
                    <a:buChar char="o"/>
                    <a:defRPr sz="3000" b="1">
                      <a:solidFill>
                        <a:srgbClr val="0000FF"/>
                      </a:solidFill>
                      <a:latin typeface="Arial Narrow" panose="020B0606020202030204" pitchFamily="34" charset="0"/>
                      <a:ea typeface="楷体_GB2312" charset="-122"/>
                      <a:cs typeface="楷体_GB2312" charset="-122"/>
                    </a:defRPr>
                  </a:lvl2pPr>
                  <a:lvl3pPr marL="1143000" indent="-228600" algn="l" rtl="0" eaLnBrk="0" fontAlgn="base" hangingPunct="0">
                    <a:lnSpc>
                      <a:spcPct val="130000"/>
                    </a:lnSpc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0000CC"/>
                    </a:buClr>
                    <a:buSzPct val="80000"/>
                    <a:buFont typeface="Wingdings" panose="05000000000000000000" pitchFamily="2" charset="2"/>
                    <a:buChar char="n"/>
                    <a:defRPr sz="3000" b="1">
                      <a:solidFill>
                        <a:srgbClr val="0000FF"/>
                      </a:solidFill>
                      <a:latin typeface="Arial Narrow" panose="020B0606020202030204" pitchFamily="34" charset="0"/>
                      <a:ea typeface="楷体_GB2312" charset="-122"/>
                      <a:cs typeface="楷体_GB2312" charset="-122"/>
                    </a:defRPr>
                  </a:lvl3pPr>
                  <a:lvl4pPr marL="1600200" indent="-228600" algn="l" rtl="0" eaLnBrk="0" fontAlgn="base" hangingPunct="0">
                    <a:lnSpc>
                      <a:spcPct val="130000"/>
                    </a:lnSpc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0000CC"/>
                    </a:buClr>
                    <a:buSzPct val="80000"/>
                    <a:buFont typeface="Wingdings" panose="05000000000000000000" pitchFamily="2" charset="2"/>
                    <a:buChar char="o"/>
                    <a:defRPr sz="2800" b="1">
                      <a:solidFill>
                        <a:srgbClr val="0000FF"/>
                      </a:solidFill>
                      <a:latin typeface="Arial Narrow" panose="020B0606020202030204" pitchFamily="34" charset="0"/>
                      <a:ea typeface="楷体_GB2312" charset="-122"/>
                      <a:cs typeface="楷体_GB2312" charset="-122"/>
                    </a:defRPr>
                  </a:lvl4pPr>
                  <a:lvl5pPr marL="2057400" indent="-228600" algn="l" rtl="0" eaLnBrk="0" fontAlgn="base" hangingPunct="0">
                    <a:lnSpc>
                      <a:spcPct val="130000"/>
                    </a:lnSpc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0000CC"/>
                    </a:buClr>
                    <a:buSzPct val="80000"/>
                    <a:buFont typeface="Wingdings" panose="05000000000000000000" pitchFamily="2" charset="2"/>
                    <a:buChar char="o"/>
                    <a:defRPr sz="2800" b="1">
                      <a:solidFill>
                        <a:srgbClr val="0000FF"/>
                      </a:solidFill>
                      <a:latin typeface="Arial Narrow" panose="020B0606020202030204" pitchFamily="34" charset="0"/>
                      <a:ea typeface="楷体_GB2312" charset="-122"/>
                      <a:cs typeface="楷体_GB2312" charset="-122"/>
                    </a:defRPr>
                  </a:lvl5pPr>
                </a:lstStyle>
                <a:p>
                  <a:pPr marL="0" lvl="0" indent="0" eaLnBrk="1" hangingPunct="1">
                    <a:lnSpc>
                      <a:spcPct val="100000"/>
                    </a:lnSpc>
                    <a:spcBef>
                      <a:spcPct val="0"/>
                    </a:spcBef>
                  </a:pPr>
                  <a:r>
                    <a:rPr lang="en-US" altLang="zh-CN" sz="2000" b="1" dirty="0"/>
                    <a:t>0</a:t>
                  </a:r>
                  <a:endParaRPr lang="en-US" altLang="zh-CN" sz="2000" b="1" dirty="0">
                    <a:ea typeface="Times New Roman" panose="02020603050405020304" pitchFamily="18" charset="0"/>
                  </a:endParaRPr>
                </a:p>
              </p:txBody>
            </p:sp>
            <p:sp>
              <p:nvSpPr>
                <p:cNvPr id="203892" name="Rectangle 51"/>
                <p:cNvSpPr/>
                <p:nvPr/>
              </p:nvSpPr>
              <p:spPr>
                <a:xfrm>
                  <a:off x="6038530" y="2864014"/>
                  <a:ext cx="312762" cy="400247"/>
                </a:xfrm>
                <a:prstGeom prst="rect">
                  <a:avLst/>
                </a:prstGeom>
                <a:noFill/>
                <a:ln w="9525">
                  <a:noFill/>
                </a:ln>
              </p:spPr>
              <p:txBody>
                <a:bodyPr wrap="none">
                  <a:spAutoFit/>
                </a:bodyPr>
                <a:lstStyle>
                  <a:lvl1pPr marL="342900" indent="-342900" algn="l" rtl="0" eaLnBrk="0" fontAlgn="base" hangingPunct="0">
                    <a:lnSpc>
                      <a:spcPct val="130000"/>
                    </a:lnSpc>
                    <a:spcBef>
                      <a:spcPct val="20000"/>
                    </a:spcBef>
                    <a:spcAft>
                      <a:spcPct val="0"/>
                    </a:spcAft>
                    <a:defRPr sz="2400">
                      <a:solidFill>
                        <a:srgbClr val="0000FF"/>
                      </a:solidFill>
                      <a:latin typeface="Times New Roman" panose="02020603050405020304" pitchFamily="18" charset="0"/>
                      <a:ea typeface="+mn-ea"/>
                      <a:cs typeface="+mn-cs"/>
                    </a:defRPr>
                  </a:lvl1pPr>
                  <a:lvl2pPr marL="742950" indent="-285750" algn="l" rtl="0" eaLnBrk="0" fontAlgn="base" hangingPunct="0">
                    <a:lnSpc>
                      <a:spcPct val="130000"/>
                    </a:lnSpc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0000CC"/>
                    </a:buClr>
                    <a:buSzPct val="80000"/>
                    <a:buFont typeface="Wingdings" panose="05000000000000000000" pitchFamily="2" charset="2"/>
                    <a:buChar char="o"/>
                    <a:defRPr sz="3000" b="1">
                      <a:solidFill>
                        <a:srgbClr val="0000FF"/>
                      </a:solidFill>
                      <a:latin typeface="Arial Narrow" panose="020B0606020202030204" pitchFamily="34" charset="0"/>
                      <a:ea typeface="楷体_GB2312" charset="-122"/>
                      <a:cs typeface="楷体_GB2312" charset="-122"/>
                    </a:defRPr>
                  </a:lvl2pPr>
                  <a:lvl3pPr marL="1143000" indent="-228600" algn="l" rtl="0" eaLnBrk="0" fontAlgn="base" hangingPunct="0">
                    <a:lnSpc>
                      <a:spcPct val="130000"/>
                    </a:lnSpc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0000CC"/>
                    </a:buClr>
                    <a:buSzPct val="80000"/>
                    <a:buFont typeface="Wingdings" panose="05000000000000000000" pitchFamily="2" charset="2"/>
                    <a:buChar char="n"/>
                    <a:defRPr sz="3000" b="1">
                      <a:solidFill>
                        <a:srgbClr val="0000FF"/>
                      </a:solidFill>
                      <a:latin typeface="Arial Narrow" panose="020B0606020202030204" pitchFamily="34" charset="0"/>
                      <a:ea typeface="楷体_GB2312" charset="-122"/>
                      <a:cs typeface="楷体_GB2312" charset="-122"/>
                    </a:defRPr>
                  </a:lvl3pPr>
                  <a:lvl4pPr marL="1600200" indent="-228600" algn="l" rtl="0" eaLnBrk="0" fontAlgn="base" hangingPunct="0">
                    <a:lnSpc>
                      <a:spcPct val="130000"/>
                    </a:lnSpc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0000CC"/>
                    </a:buClr>
                    <a:buSzPct val="80000"/>
                    <a:buFont typeface="Wingdings" panose="05000000000000000000" pitchFamily="2" charset="2"/>
                    <a:buChar char="o"/>
                    <a:defRPr sz="2800" b="1">
                      <a:solidFill>
                        <a:srgbClr val="0000FF"/>
                      </a:solidFill>
                      <a:latin typeface="Arial Narrow" panose="020B0606020202030204" pitchFamily="34" charset="0"/>
                      <a:ea typeface="楷体_GB2312" charset="-122"/>
                      <a:cs typeface="楷体_GB2312" charset="-122"/>
                    </a:defRPr>
                  </a:lvl4pPr>
                  <a:lvl5pPr marL="2057400" indent="-228600" algn="l" rtl="0" eaLnBrk="0" fontAlgn="base" hangingPunct="0">
                    <a:lnSpc>
                      <a:spcPct val="130000"/>
                    </a:lnSpc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0000CC"/>
                    </a:buClr>
                    <a:buSzPct val="80000"/>
                    <a:buFont typeface="Wingdings" panose="05000000000000000000" pitchFamily="2" charset="2"/>
                    <a:buChar char="o"/>
                    <a:defRPr sz="2800" b="1">
                      <a:solidFill>
                        <a:srgbClr val="0000FF"/>
                      </a:solidFill>
                      <a:latin typeface="Arial Narrow" panose="020B0606020202030204" pitchFamily="34" charset="0"/>
                      <a:ea typeface="楷体_GB2312" charset="-122"/>
                      <a:cs typeface="楷体_GB2312" charset="-122"/>
                    </a:defRPr>
                  </a:lvl5pPr>
                </a:lstStyle>
                <a:p>
                  <a:pPr marL="0" lvl="0" indent="0" eaLnBrk="1" hangingPunct="1">
                    <a:lnSpc>
                      <a:spcPct val="100000"/>
                    </a:lnSpc>
                    <a:spcBef>
                      <a:spcPct val="0"/>
                    </a:spcBef>
                  </a:pPr>
                  <a:r>
                    <a:rPr lang="en-US" altLang="zh-CN" sz="2000" b="1" dirty="0"/>
                    <a:t>0</a:t>
                  </a:r>
                  <a:endParaRPr lang="en-US" altLang="zh-CN" sz="2000" b="1" dirty="0">
                    <a:ea typeface="Times New Roman" panose="02020603050405020304" pitchFamily="18" charset="0"/>
                  </a:endParaRPr>
                </a:p>
              </p:txBody>
            </p:sp>
            <p:sp>
              <p:nvSpPr>
                <p:cNvPr id="203893" name="Rectangle 51"/>
                <p:cNvSpPr/>
                <p:nvPr/>
              </p:nvSpPr>
              <p:spPr>
                <a:xfrm>
                  <a:off x="6446225" y="2877711"/>
                  <a:ext cx="312851" cy="400224"/>
                </a:xfrm>
                <a:prstGeom prst="rect">
                  <a:avLst/>
                </a:prstGeom>
                <a:noFill/>
                <a:ln w="9525">
                  <a:noFill/>
                </a:ln>
              </p:spPr>
              <p:txBody>
                <a:bodyPr wrap="none">
                  <a:spAutoFit/>
                </a:bodyPr>
                <a:lstStyle>
                  <a:lvl1pPr marL="342900" indent="-342900" algn="l" rtl="0" eaLnBrk="0" fontAlgn="base" hangingPunct="0">
                    <a:lnSpc>
                      <a:spcPct val="130000"/>
                    </a:lnSpc>
                    <a:spcBef>
                      <a:spcPct val="20000"/>
                    </a:spcBef>
                    <a:spcAft>
                      <a:spcPct val="0"/>
                    </a:spcAft>
                    <a:defRPr sz="2400">
                      <a:solidFill>
                        <a:srgbClr val="0000FF"/>
                      </a:solidFill>
                      <a:latin typeface="Times New Roman" panose="02020603050405020304" pitchFamily="18" charset="0"/>
                      <a:ea typeface="+mn-ea"/>
                      <a:cs typeface="+mn-cs"/>
                    </a:defRPr>
                  </a:lvl1pPr>
                  <a:lvl2pPr marL="742950" indent="-285750" algn="l" rtl="0" eaLnBrk="0" fontAlgn="base" hangingPunct="0">
                    <a:lnSpc>
                      <a:spcPct val="130000"/>
                    </a:lnSpc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0000CC"/>
                    </a:buClr>
                    <a:buSzPct val="80000"/>
                    <a:buFont typeface="Wingdings" panose="05000000000000000000" pitchFamily="2" charset="2"/>
                    <a:buChar char="o"/>
                    <a:defRPr sz="3000" b="1">
                      <a:solidFill>
                        <a:srgbClr val="0000FF"/>
                      </a:solidFill>
                      <a:latin typeface="Arial Narrow" panose="020B0606020202030204" pitchFamily="34" charset="0"/>
                      <a:ea typeface="楷体_GB2312" charset="-122"/>
                      <a:cs typeface="楷体_GB2312" charset="-122"/>
                    </a:defRPr>
                  </a:lvl2pPr>
                  <a:lvl3pPr marL="1143000" indent="-228600" algn="l" rtl="0" eaLnBrk="0" fontAlgn="base" hangingPunct="0">
                    <a:lnSpc>
                      <a:spcPct val="130000"/>
                    </a:lnSpc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0000CC"/>
                    </a:buClr>
                    <a:buSzPct val="80000"/>
                    <a:buFont typeface="Wingdings" panose="05000000000000000000" pitchFamily="2" charset="2"/>
                    <a:buChar char="n"/>
                    <a:defRPr sz="3000" b="1">
                      <a:solidFill>
                        <a:srgbClr val="0000FF"/>
                      </a:solidFill>
                      <a:latin typeface="Arial Narrow" panose="020B0606020202030204" pitchFamily="34" charset="0"/>
                      <a:ea typeface="楷体_GB2312" charset="-122"/>
                      <a:cs typeface="楷体_GB2312" charset="-122"/>
                    </a:defRPr>
                  </a:lvl3pPr>
                  <a:lvl4pPr marL="1600200" indent="-228600" algn="l" rtl="0" eaLnBrk="0" fontAlgn="base" hangingPunct="0">
                    <a:lnSpc>
                      <a:spcPct val="130000"/>
                    </a:lnSpc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0000CC"/>
                    </a:buClr>
                    <a:buSzPct val="80000"/>
                    <a:buFont typeface="Wingdings" panose="05000000000000000000" pitchFamily="2" charset="2"/>
                    <a:buChar char="o"/>
                    <a:defRPr sz="2800" b="1">
                      <a:solidFill>
                        <a:srgbClr val="0000FF"/>
                      </a:solidFill>
                      <a:latin typeface="Arial Narrow" panose="020B0606020202030204" pitchFamily="34" charset="0"/>
                      <a:ea typeface="楷体_GB2312" charset="-122"/>
                      <a:cs typeface="楷体_GB2312" charset="-122"/>
                    </a:defRPr>
                  </a:lvl4pPr>
                  <a:lvl5pPr marL="2057400" indent="-228600" algn="l" rtl="0" eaLnBrk="0" fontAlgn="base" hangingPunct="0">
                    <a:lnSpc>
                      <a:spcPct val="130000"/>
                    </a:lnSpc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0000CC"/>
                    </a:buClr>
                    <a:buSzPct val="80000"/>
                    <a:buFont typeface="Wingdings" panose="05000000000000000000" pitchFamily="2" charset="2"/>
                    <a:buChar char="o"/>
                    <a:defRPr sz="2800" b="1">
                      <a:solidFill>
                        <a:srgbClr val="0000FF"/>
                      </a:solidFill>
                      <a:latin typeface="Arial Narrow" panose="020B0606020202030204" pitchFamily="34" charset="0"/>
                      <a:ea typeface="楷体_GB2312" charset="-122"/>
                      <a:cs typeface="楷体_GB2312" charset="-122"/>
                    </a:defRPr>
                  </a:lvl5pPr>
                </a:lstStyle>
                <a:p>
                  <a:pPr marL="0" lvl="0" indent="0" eaLnBrk="1" hangingPunct="1">
                    <a:lnSpc>
                      <a:spcPct val="100000"/>
                    </a:lnSpc>
                    <a:spcBef>
                      <a:spcPct val="0"/>
                    </a:spcBef>
                  </a:pPr>
                  <a:r>
                    <a:rPr lang="en-US" altLang="zh-CN" sz="2000" b="1" dirty="0"/>
                    <a:t>1</a:t>
                  </a:r>
                  <a:endParaRPr lang="en-US" altLang="zh-CN" sz="2000" b="1" dirty="0">
                    <a:ea typeface="Times New Roman" panose="02020603050405020304" pitchFamily="18" charset="0"/>
                  </a:endParaRPr>
                </a:p>
              </p:txBody>
            </p:sp>
            <p:sp>
              <p:nvSpPr>
                <p:cNvPr id="203894" name="Rectangle 51"/>
                <p:cNvSpPr/>
                <p:nvPr/>
              </p:nvSpPr>
              <p:spPr>
                <a:xfrm>
                  <a:off x="6034570" y="3275900"/>
                  <a:ext cx="312762" cy="400247"/>
                </a:xfrm>
                <a:prstGeom prst="rect">
                  <a:avLst/>
                </a:prstGeom>
                <a:noFill/>
                <a:ln w="9525">
                  <a:noFill/>
                </a:ln>
              </p:spPr>
              <p:txBody>
                <a:bodyPr wrap="none">
                  <a:spAutoFit/>
                </a:bodyPr>
                <a:lstStyle>
                  <a:lvl1pPr marL="342900" indent="-342900" algn="l" rtl="0" eaLnBrk="0" fontAlgn="base" hangingPunct="0">
                    <a:lnSpc>
                      <a:spcPct val="130000"/>
                    </a:lnSpc>
                    <a:spcBef>
                      <a:spcPct val="20000"/>
                    </a:spcBef>
                    <a:spcAft>
                      <a:spcPct val="0"/>
                    </a:spcAft>
                    <a:defRPr sz="2400">
                      <a:solidFill>
                        <a:srgbClr val="0000FF"/>
                      </a:solidFill>
                      <a:latin typeface="Times New Roman" panose="02020603050405020304" pitchFamily="18" charset="0"/>
                      <a:ea typeface="+mn-ea"/>
                      <a:cs typeface="+mn-cs"/>
                    </a:defRPr>
                  </a:lvl1pPr>
                  <a:lvl2pPr marL="742950" indent="-285750" algn="l" rtl="0" eaLnBrk="0" fontAlgn="base" hangingPunct="0">
                    <a:lnSpc>
                      <a:spcPct val="130000"/>
                    </a:lnSpc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0000CC"/>
                    </a:buClr>
                    <a:buSzPct val="80000"/>
                    <a:buFont typeface="Wingdings" panose="05000000000000000000" pitchFamily="2" charset="2"/>
                    <a:buChar char="o"/>
                    <a:defRPr sz="3000" b="1">
                      <a:solidFill>
                        <a:srgbClr val="0000FF"/>
                      </a:solidFill>
                      <a:latin typeface="Arial Narrow" panose="020B0606020202030204" pitchFamily="34" charset="0"/>
                      <a:ea typeface="楷体_GB2312" charset="-122"/>
                      <a:cs typeface="楷体_GB2312" charset="-122"/>
                    </a:defRPr>
                  </a:lvl2pPr>
                  <a:lvl3pPr marL="1143000" indent="-228600" algn="l" rtl="0" eaLnBrk="0" fontAlgn="base" hangingPunct="0">
                    <a:lnSpc>
                      <a:spcPct val="130000"/>
                    </a:lnSpc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0000CC"/>
                    </a:buClr>
                    <a:buSzPct val="80000"/>
                    <a:buFont typeface="Wingdings" panose="05000000000000000000" pitchFamily="2" charset="2"/>
                    <a:buChar char="n"/>
                    <a:defRPr sz="3000" b="1">
                      <a:solidFill>
                        <a:srgbClr val="0000FF"/>
                      </a:solidFill>
                      <a:latin typeface="Arial Narrow" panose="020B0606020202030204" pitchFamily="34" charset="0"/>
                      <a:ea typeface="楷体_GB2312" charset="-122"/>
                      <a:cs typeface="楷体_GB2312" charset="-122"/>
                    </a:defRPr>
                  </a:lvl3pPr>
                  <a:lvl4pPr marL="1600200" indent="-228600" algn="l" rtl="0" eaLnBrk="0" fontAlgn="base" hangingPunct="0">
                    <a:lnSpc>
                      <a:spcPct val="130000"/>
                    </a:lnSpc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0000CC"/>
                    </a:buClr>
                    <a:buSzPct val="80000"/>
                    <a:buFont typeface="Wingdings" panose="05000000000000000000" pitchFamily="2" charset="2"/>
                    <a:buChar char="o"/>
                    <a:defRPr sz="2800" b="1">
                      <a:solidFill>
                        <a:srgbClr val="0000FF"/>
                      </a:solidFill>
                      <a:latin typeface="Arial Narrow" panose="020B0606020202030204" pitchFamily="34" charset="0"/>
                      <a:ea typeface="楷体_GB2312" charset="-122"/>
                      <a:cs typeface="楷体_GB2312" charset="-122"/>
                    </a:defRPr>
                  </a:lvl4pPr>
                  <a:lvl5pPr marL="2057400" indent="-228600" algn="l" rtl="0" eaLnBrk="0" fontAlgn="base" hangingPunct="0">
                    <a:lnSpc>
                      <a:spcPct val="130000"/>
                    </a:lnSpc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0000CC"/>
                    </a:buClr>
                    <a:buSzPct val="80000"/>
                    <a:buFont typeface="Wingdings" panose="05000000000000000000" pitchFamily="2" charset="2"/>
                    <a:buChar char="o"/>
                    <a:defRPr sz="2800" b="1">
                      <a:solidFill>
                        <a:srgbClr val="0000FF"/>
                      </a:solidFill>
                      <a:latin typeface="Arial Narrow" panose="020B0606020202030204" pitchFamily="34" charset="0"/>
                      <a:ea typeface="楷体_GB2312" charset="-122"/>
                      <a:cs typeface="楷体_GB2312" charset="-122"/>
                    </a:defRPr>
                  </a:lvl5pPr>
                </a:lstStyle>
                <a:p>
                  <a:pPr marL="0" lvl="0" indent="0" eaLnBrk="1" hangingPunct="1">
                    <a:lnSpc>
                      <a:spcPct val="100000"/>
                    </a:lnSpc>
                    <a:spcBef>
                      <a:spcPct val="0"/>
                    </a:spcBef>
                  </a:pPr>
                  <a:r>
                    <a:rPr lang="en-US" altLang="zh-CN" sz="2000" b="1" dirty="0"/>
                    <a:t>0</a:t>
                  </a:r>
                  <a:endParaRPr lang="en-US" altLang="zh-CN" sz="2000" b="1" dirty="0">
                    <a:ea typeface="Times New Roman" panose="02020603050405020304" pitchFamily="18" charset="0"/>
                  </a:endParaRPr>
                </a:p>
              </p:txBody>
            </p:sp>
            <p:sp>
              <p:nvSpPr>
                <p:cNvPr id="203895" name="Rectangle 51"/>
                <p:cNvSpPr/>
                <p:nvPr/>
              </p:nvSpPr>
              <p:spPr>
                <a:xfrm>
                  <a:off x="6440436" y="3269108"/>
                  <a:ext cx="312851" cy="400224"/>
                </a:xfrm>
                <a:prstGeom prst="rect">
                  <a:avLst/>
                </a:prstGeom>
                <a:noFill/>
                <a:ln w="9525">
                  <a:noFill/>
                </a:ln>
              </p:spPr>
              <p:txBody>
                <a:bodyPr wrap="none">
                  <a:spAutoFit/>
                </a:bodyPr>
                <a:lstStyle>
                  <a:lvl1pPr marL="342900" indent="-342900" algn="l" rtl="0" eaLnBrk="0" fontAlgn="base" hangingPunct="0">
                    <a:lnSpc>
                      <a:spcPct val="130000"/>
                    </a:lnSpc>
                    <a:spcBef>
                      <a:spcPct val="20000"/>
                    </a:spcBef>
                    <a:spcAft>
                      <a:spcPct val="0"/>
                    </a:spcAft>
                    <a:defRPr sz="2400">
                      <a:solidFill>
                        <a:srgbClr val="0000FF"/>
                      </a:solidFill>
                      <a:latin typeface="Times New Roman" panose="02020603050405020304" pitchFamily="18" charset="0"/>
                      <a:ea typeface="+mn-ea"/>
                      <a:cs typeface="+mn-cs"/>
                    </a:defRPr>
                  </a:lvl1pPr>
                  <a:lvl2pPr marL="742950" indent="-285750" algn="l" rtl="0" eaLnBrk="0" fontAlgn="base" hangingPunct="0">
                    <a:lnSpc>
                      <a:spcPct val="130000"/>
                    </a:lnSpc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0000CC"/>
                    </a:buClr>
                    <a:buSzPct val="80000"/>
                    <a:buFont typeface="Wingdings" panose="05000000000000000000" pitchFamily="2" charset="2"/>
                    <a:buChar char="o"/>
                    <a:defRPr sz="3000" b="1">
                      <a:solidFill>
                        <a:srgbClr val="0000FF"/>
                      </a:solidFill>
                      <a:latin typeface="Arial Narrow" panose="020B0606020202030204" pitchFamily="34" charset="0"/>
                      <a:ea typeface="楷体_GB2312" charset="-122"/>
                      <a:cs typeface="楷体_GB2312" charset="-122"/>
                    </a:defRPr>
                  </a:lvl2pPr>
                  <a:lvl3pPr marL="1143000" indent="-228600" algn="l" rtl="0" eaLnBrk="0" fontAlgn="base" hangingPunct="0">
                    <a:lnSpc>
                      <a:spcPct val="130000"/>
                    </a:lnSpc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0000CC"/>
                    </a:buClr>
                    <a:buSzPct val="80000"/>
                    <a:buFont typeface="Wingdings" panose="05000000000000000000" pitchFamily="2" charset="2"/>
                    <a:buChar char="n"/>
                    <a:defRPr sz="3000" b="1">
                      <a:solidFill>
                        <a:srgbClr val="0000FF"/>
                      </a:solidFill>
                      <a:latin typeface="Arial Narrow" panose="020B0606020202030204" pitchFamily="34" charset="0"/>
                      <a:ea typeface="楷体_GB2312" charset="-122"/>
                      <a:cs typeface="楷体_GB2312" charset="-122"/>
                    </a:defRPr>
                  </a:lvl3pPr>
                  <a:lvl4pPr marL="1600200" indent="-228600" algn="l" rtl="0" eaLnBrk="0" fontAlgn="base" hangingPunct="0">
                    <a:lnSpc>
                      <a:spcPct val="130000"/>
                    </a:lnSpc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0000CC"/>
                    </a:buClr>
                    <a:buSzPct val="80000"/>
                    <a:buFont typeface="Wingdings" panose="05000000000000000000" pitchFamily="2" charset="2"/>
                    <a:buChar char="o"/>
                    <a:defRPr sz="2800" b="1">
                      <a:solidFill>
                        <a:srgbClr val="0000FF"/>
                      </a:solidFill>
                      <a:latin typeface="Arial Narrow" panose="020B0606020202030204" pitchFamily="34" charset="0"/>
                      <a:ea typeface="楷体_GB2312" charset="-122"/>
                      <a:cs typeface="楷体_GB2312" charset="-122"/>
                    </a:defRPr>
                  </a:lvl4pPr>
                  <a:lvl5pPr marL="2057400" indent="-228600" algn="l" rtl="0" eaLnBrk="0" fontAlgn="base" hangingPunct="0">
                    <a:lnSpc>
                      <a:spcPct val="130000"/>
                    </a:lnSpc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0000CC"/>
                    </a:buClr>
                    <a:buSzPct val="80000"/>
                    <a:buFont typeface="Wingdings" panose="05000000000000000000" pitchFamily="2" charset="2"/>
                    <a:buChar char="o"/>
                    <a:defRPr sz="2800" b="1">
                      <a:solidFill>
                        <a:srgbClr val="0000FF"/>
                      </a:solidFill>
                      <a:latin typeface="Arial Narrow" panose="020B0606020202030204" pitchFamily="34" charset="0"/>
                      <a:ea typeface="楷体_GB2312" charset="-122"/>
                      <a:cs typeface="楷体_GB2312" charset="-122"/>
                    </a:defRPr>
                  </a:lvl5pPr>
                </a:lstStyle>
                <a:p>
                  <a:pPr marL="0" lvl="0" indent="0" eaLnBrk="1" hangingPunct="1">
                    <a:lnSpc>
                      <a:spcPct val="100000"/>
                    </a:lnSpc>
                    <a:spcBef>
                      <a:spcPct val="0"/>
                    </a:spcBef>
                  </a:pPr>
                  <a:r>
                    <a:rPr lang="en-US" altLang="zh-CN" sz="2000" b="1" dirty="0"/>
                    <a:t>0</a:t>
                  </a:r>
                  <a:endParaRPr lang="en-US" altLang="zh-CN" sz="2000" b="1" dirty="0">
                    <a:ea typeface="Times New Roman" panose="02020603050405020304" pitchFamily="18" charset="0"/>
                  </a:endParaRPr>
                </a:p>
              </p:txBody>
            </p:sp>
            <p:sp>
              <p:nvSpPr>
                <p:cNvPr id="203896" name="Rectangle 51"/>
                <p:cNvSpPr/>
                <p:nvPr/>
              </p:nvSpPr>
              <p:spPr>
                <a:xfrm>
                  <a:off x="6832812" y="3275820"/>
                  <a:ext cx="312759" cy="400224"/>
                </a:xfrm>
                <a:prstGeom prst="rect">
                  <a:avLst/>
                </a:prstGeom>
                <a:noFill/>
                <a:ln w="9525">
                  <a:noFill/>
                </a:ln>
              </p:spPr>
              <p:txBody>
                <a:bodyPr wrap="none">
                  <a:spAutoFit/>
                </a:bodyPr>
                <a:lstStyle>
                  <a:lvl1pPr marL="342900" indent="-342900" algn="l" rtl="0" eaLnBrk="0" fontAlgn="base" hangingPunct="0">
                    <a:lnSpc>
                      <a:spcPct val="130000"/>
                    </a:lnSpc>
                    <a:spcBef>
                      <a:spcPct val="20000"/>
                    </a:spcBef>
                    <a:spcAft>
                      <a:spcPct val="0"/>
                    </a:spcAft>
                    <a:defRPr sz="2400">
                      <a:solidFill>
                        <a:srgbClr val="0000FF"/>
                      </a:solidFill>
                      <a:latin typeface="Times New Roman" panose="02020603050405020304" pitchFamily="18" charset="0"/>
                      <a:ea typeface="+mn-ea"/>
                      <a:cs typeface="+mn-cs"/>
                    </a:defRPr>
                  </a:lvl1pPr>
                  <a:lvl2pPr marL="742950" indent="-285750" algn="l" rtl="0" eaLnBrk="0" fontAlgn="base" hangingPunct="0">
                    <a:lnSpc>
                      <a:spcPct val="130000"/>
                    </a:lnSpc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0000CC"/>
                    </a:buClr>
                    <a:buSzPct val="80000"/>
                    <a:buFont typeface="Wingdings" panose="05000000000000000000" pitchFamily="2" charset="2"/>
                    <a:buChar char="o"/>
                    <a:defRPr sz="3000" b="1">
                      <a:solidFill>
                        <a:srgbClr val="0000FF"/>
                      </a:solidFill>
                      <a:latin typeface="Arial Narrow" panose="020B0606020202030204" pitchFamily="34" charset="0"/>
                      <a:ea typeface="楷体_GB2312" charset="-122"/>
                      <a:cs typeface="楷体_GB2312" charset="-122"/>
                    </a:defRPr>
                  </a:lvl2pPr>
                  <a:lvl3pPr marL="1143000" indent="-228600" algn="l" rtl="0" eaLnBrk="0" fontAlgn="base" hangingPunct="0">
                    <a:lnSpc>
                      <a:spcPct val="130000"/>
                    </a:lnSpc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0000CC"/>
                    </a:buClr>
                    <a:buSzPct val="80000"/>
                    <a:buFont typeface="Wingdings" panose="05000000000000000000" pitchFamily="2" charset="2"/>
                    <a:buChar char="n"/>
                    <a:defRPr sz="3000" b="1">
                      <a:solidFill>
                        <a:srgbClr val="0000FF"/>
                      </a:solidFill>
                      <a:latin typeface="Arial Narrow" panose="020B0606020202030204" pitchFamily="34" charset="0"/>
                      <a:ea typeface="楷体_GB2312" charset="-122"/>
                      <a:cs typeface="楷体_GB2312" charset="-122"/>
                    </a:defRPr>
                  </a:lvl3pPr>
                  <a:lvl4pPr marL="1600200" indent="-228600" algn="l" rtl="0" eaLnBrk="0" fontAlgn="base" hangingPunct="0">
                    <a:lnSpc>
                      <a:spcPct val="130000"/>
                    </a:lnSpc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0000CC"/>
                    </a:buClr>
                    <a:buSzPct val="80000"/>
                    <a:buFont typeface="Wingdings" panose="05000000000000000000" pitchFamily="2" charset="2"/>
                    <a:buChar char="o"/>
                    <a:defRPr sz="2800" b="1">
                      <a:solidFill>
                        <a:srgbClr val="0000FF"/>
                      </a:solidFill>
                      <a:latin typeface="Arial Narrow" panose="020B0606020202030204" pitchFamily="34" charset="0"/>
                      <a:ea typeface="楷体_GB2312" charset="-122"/>
                      <a:cs typeface="楷体_GB2312" charset="-122"/>
                    </a:defRPr>
                  </a:lvl4pPr>
                  <a:lvl5pPr marL="2057400" indent="-228600" algn="l" rtl="0" eaLnBrk="0" fontAlgn="base" hangingPunct="0">
                    <a:lnSpc>
                      <a:spcPct val="130000"/>
                    </a:lnSpc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0000CC"/>
                    </a:buClr>
                    <a:buSzPct val="80000"/>
                    <a:buFont typeface="Wingdings" panose="05000000000000000000" pitchFamily="2" charset="2"/>
                    <a:buChar char="o"/>
                    <a:defRPr sz="2800" b="1">
                      <a:solidFill>
                        <a:srgbClr val="0000FF"/>
                      </a:solidFill>
                      <a:latin typeface="Arial Narrow" panose="020B0606020202030204" pitchFamily="34" charset="0"/>
                      <a:ea typeface="楷体_GB2312" charset="-122"/>
                      <a:cs typeface="楷体_GB2312" charset="-122"/>
                    </a:defRPr>
                  </a:lvl5pPr>
                </a:lstStyle>
                <a:p>
                  <a:pPr marL="0" lvl="0" indent="0" eaLnBrk="1" hangingPunct="1">
                    <a:lnSpc>
                      <a:spcPct val="100000"/>
                    </a:lnSpc>
                    <a:spcBef>
                      <a:spcPct val="0"/>
                    </a:spcBef>
                  </a:pPr>
                  <a:r>
                    <a:rPr lang="en-US" altLang="zh-CN" sz="2000" b="1" dirty="0"/>
                    <a:t>1</a:t>
                  </a:r>
                  <a:endParaRPr lang="en-US" altLang="zh-CN" sz="2000" b="1" dirty="0">
                    <a:ea typeface="Times New Roman" panose="02020603050405020304" pitchFamily="18" charset="0"/>
                  </a:endParaRPr>
                </a:p>
              </p:txBody>
            </p:sp>
          </p:grpSp>
          <p:sp>
            <p:nvSpPr>
              <p:cNvPr id="203886" name="Rectangle 5"/>
              <p:cNvSpPr/>
              <p:nvPr/>
            </p:nvSpPr>
            <p:spPr>
              <a:xfrm>
                <a:off x="144375" y="5681759"/>
                <a:ext cx="2994979" cy="431626"/>
              </a:xfrm>
              <a:prstGeom prst="rect">
                <a:avLst/>
              </a:prstGeom>
              <a:solidFill>
                <a:schemeClr val="accent1">
                  <a:alpha val="0"/>
                </a:schemeClr>
              </a:solidFill>
              <a:ln w="19050">
                <a:noFill/>
              </a:ln>
            </p:spPr>
            <p:txBody>
              <a:bodyPr wrap="none" anchor="ctr" anchorCtr="0"/>
              <a:lstStyle>
                <a:lvl1pPr marL="342900" indent="-342900" algn="l" rtl="0" eaLnBrk="0" fontAlgn="base" hangingPunct="0">
                  <a:lnSpc>
                    <a:spcPct val="130000"/>
                  </a:lnSpc>
                  <a:spcBef>
                    <a:spcPct val="20000"/>
                  </a:spcBef>
                  <a:spcAft>
                    <a:spcPct val="0"/>
                  </a:spcAft>
                  <a:defRPr sz="2400">
                    <a:solidFill>
                      <a:srgbClr val="0000FF"/>
                    </a:solidFill>
                    <a:latin typeface="Times New Roman" panose="02020603050405020304" pitchFamily="18" charset="0"/>
                    <a:ea typeface="+mn-ea"/>
                    <a:cs typeface="+mn-cs"/>
                  </a:defRPr>
                </a:lvl1pPr>
                <a:lvl2pPr marL="742950" indent="-285750" algn="l" rtl="0" eaLnBrk="0" fontAlgn="base" hangingPunct="0">
                  <a:lnSpc>
                    <a:spcPct val="13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0000CC"/>
                  </a:buClr>
                  <a:buSzPct val="80000"/>
                  <a:buFont typeface="Wingdings" panose="05000000000000000000" pitchFamily="2" charset="2"/>
                  <a:buChar char="o"/>
                  <a:defRPr sz="3000" b="1">
                    <a:solidFill>
                      <a:srgbClr val="0000FF"/>
                    </a:solidFill>
                    <a:latin typeface="Arial Narrow" panose="020B0606020202030204" pitchFamily="34" charset="0"/>
                    <a:ea typeface="楷体_GB2312" charset="-122"/>
                    <a:cs typeface="楷体_GB2312" charset="-122"/>
                  </a:defRPr>
                </a:lvl2pPr>
                <a:lvl3pPr marL="1143000" indent="-228600" algn="l" rtl="0" eaLnBrk="0" fontAlgn="base" hangingPunct="0">
                  <a:lnSpc>
                    <a:spcPct val="13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0000CC"/>
                  </a:buClr>
                  <a:buSzPct val="80000"/>
                  <a:buFont typeface="Wingdings" panose="05000000000000000000" pitchFamily="2" charset="2"/>
                  <a:buChar char="n"/>
                  <a:defRPr sz="3000" b="1">
                    <a:solidFill>
                      <a:srgbClr val="0000FF"/>
                    </a:solidFill>
                    <a:latin typeface="Arial Narrow" panose="020B0606020202030204" pitchFamily="34" charset="0"/>
                    <a:ea typeface="楷体_GB2312" charset="-122"/>
                    <a:cs typeface="楷体_GB2312" charset="-122"/>
                  </a:defRPr>
                </a:lvl3pPr>
                <a:lvl4pPr marL="1600200" indent="-228600" algn="l" rtl="0" eaLnBrk="0" fontAlgn="base" hangingPunct="0">
                  <a:lnSpc>
                    <a:spcPct val="13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0000CC"/>
                  </a:buClr>
                  <a:buSzPct val="80000"/>
                  <a:buFont typeface="Wingdings" panose="05000000000000000000" pitchFamily="2" charset="2"/>
                  <a:buChar char="o"/>
                  <a:defRPr sz="2800" b="1">
                    <a:solidFill>
                      <a:srgbClr val="0000FF"/>
                    </a:solidFill>
                    <a:latin typeface="Arial Narrow" panose="020B0606020202030204" pitchFamily="34" charset="0"/>
                    <a:ea typeface="楷体_GB2312" charset="-122"/>
                    <a:cs typeface="楷体_GB2312" charset="-122"/>
                  </a:defRPr>
                </a:lvl4pPr>
                <a:lvl5pPr marL="2057400" indent="-228600" algn="l" rtl="0" eaLnBrk="0" fontAlgn="base" hangingPunct="0">
                  <a:lnSpc>
                    <a:spcPct val="13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0000CC"/>
                  </a:buClr>
                  <a:buSzPct val="80000"/>
                  <a:buFont typeface="Wingdings" panose="05000000000000000000" pitchFamily="2" charset="2"/>
                  <a:buChar char="o"/>
                  <a:defRPr sz="2800" b="1">
                    <a:solidFill>
                      <a:srgbClr val="0000FF"/>
                    </a:solidFill>
                    <a:latin typeface="Arial Narrow" panose="020B0606020202030204" pitchFamily="34" charset="0"/>
                    <a:ea typeface="楷体_GB2312" charset="-122"/>
                    <a:cs typeface="楷体_GB2312" charset="-122"/>
                  </a:defRPr>
                </a:lvl5pPr>
              </a:lstStyle>
              <a:p>
                <a:pPr marL="0" lvl="0" indent="669925" algn="r" eaLnBrk="1" hangingPunct="1">
                  <a:lnSpc>
                    <a:spcPct val="120000"/>
                  </a:lnSpc>
                  <a:spcBef>
                    <a:spcPct val="50000"/>
                  </a:spcBef>
                </a:pPr>
                <a:r>
                  <a:rPr lang="en-US" altLang="zh-CN" sz="1800" b="1" i="1" dirty="0">
                    <a:solidFill>
                      <a:srgbClr val="003300"/>
                    </a:solidFill>
                  </a:rPr>
                  <a:t>Q</a:t>
                </a:r>
                <a:r>
                  <a:rPr lang="en-US" altLang="zh-CN" sz="1800" b="1" baseline="-25000" dirty="0">
                    <a:solidFill>
                      <a:srgbClr val="003300"/>
                    </a:solidFill>
                  </a:rPr>
                  <a:t>2</a:t>
                </a:r>
                <a:r>
                  <a:rPr lang="en-US" altLang="zh-CN" sz="1800" b="1" i="1" dirty="0">
                    <a:solidFill>
                      <a:srgbClr val="003300"/>
                    </a:solidFill>
                  </a:rPr>
                  <a:t>= q</a:t>
                </a:r>
                <a:r>
                  <a:rPr lang="en-US" altLang="zh-CN" sz="1800" b="1" baseline="-25000" dirty="0">
                    <a:solidFill>
                      <a:srgbClr val="003300"/>
                    </a:solidFill>
                  </a:rPr>
                  <a:t>2</a:t>
                </a:r>
                <a:r>
                  <a:rPr lang="en-US" altLang="zh-CN" sz="1800" b="1" i="1" dirty="0">
                    <a:solidFill>
                      <a:srgbClr val="003300"/>
                    </a:solidFill>
                  </a:rPr>
                  <a:t>q'</a:t>
                </a:r>
                <a:r>
                  <a:rPr lang="en-US" altLang="zh-CN" sz="1800" b="1" baseline="-25000" dirty="0">
                    <a:solidFill>
                      <a:srgbClr val="003300"/>
                    </a:solidFill>
                  </a:rPr>
                  <a:t>1</a:t>
                </a:r>
                <a:r>
                  <a:rPr lang="en-US" altLang="zh-CN" sz="1800" b="1" i="1" dirty="0">
                    <a:solidFill>
                      <a:srgbClr val="003300"/>
                    </a:solidFill>
                  </a:rPr>
                  <a:t>+q</a:t>
                </a:r>
                <a:r>
                  <a:rPr lang="en-US" altLang="zh-CN" sz="1800" b="1" baseline="-25000" dirty="0">
                    <a:solidFill>
                      <a:srgbClr val="003300"/>
                    </a:solidFill>
                  </a:rPr>
                  <a:t>2</a:t>
                </a:r>
                <a:r>
                  <a:rPr lang="en-US" altLang="zh-CN" sz="1800" b="1" i="1" dirty="0">
                    <a:solidFill>
                      <a:srgbClr val="003300"/>
                    </a:solidFill>
                  </a:rPr>
                  <a:t>q'</a:t>
                </a:r>
                <a:r>
                  <a:rPr lang="en-US" altLang="zh-CN" sz="1800" b="1" baseline="-25000" dirty="0">
                    <a:solidFill>
                      <a:srgbClr val="003300"/>
                    </a:solidFill>
                  </a:rPr>
                  <a:t>0</a:t>
                </a:r>
                <a:r>
                  <a:rPr lang="en-US" altLang="zh-CN" sz="1800" b="1" i="1" dirty="0">
                    <a:solidFill>
                      <a:srgbClr val="003300"/>
                    </a:solidFill>
                  </a:rPr>
                  <a:t>+w'q</a:t>
                </a:r>
                <a:r>
                  <a:rPr lang="en-US" altLang="zh-CN" sz="1800" b="1" baseline="-25000" dirty="0">
                    <a:solidFill>
                      <a:srgbClr val="003300"/>
                    </a:solidFill>
                  </a:rPr>
                  <a:t>2</a:t>
                </a:r>
                <a:r>
                  <a:rPr lang="en-US" altLang="zh-CN" sz="1800" b="1" dirty="0">
                    <a:solidFill>
                      <a:srgbClr val="003300"/>
                    </a:solidFill>
                  </a:rPr>
                  <a:t>+</a:t>
                </a:r>
                <a:r>
                  <a:rPr lang="en-US" altLang="zh-CN" sz="1800" b="1" i="1" dirty="0">
                    <a:solidFill>
                      <a:srgbClr val="003300"/>
                    </a:solidFill>
                  </a:rPr>
                  <a:t>wq'</a:t>
                </a:r>
                <a:r>
                  <a:rPr lang="en-US" altLang="zh-CN" sz="1800" b="1" baseline="-25000" dirty="0">
                    <a:solidFill>
                      <a:srgbClr val="003300"/>
                    </a:solidFill>
                  </a:rPr>
                  <a:t>2</a:t>
                </a:r>
                <a:r>
                  <a:rPr lang="en-US" altLang="zh-CN" sz="1800" b="1" i="1" dirty="0">
                    <a:solidFill>
                      <a:srgbClr val="003300"/>
                    </a:solidFill>
                  </a:rPr>
                  <a:t>q</a:t>
                </a:r>
                <a:r>
                  <a:rPr lang="en-US" altLang="zh-CN" sz="1800" b="1" baseline="-25000" dirty="0">
                    <a:solidFill>
                      <a:srgbClr val="003300"/>
                    </a:solidFill>
                  </a:rPr>
                  <a:t>1</a:t>
                </a:r>
                <a:r>
                  <a:rPr lang="en-US" altLang="zh-CN" sz="1800" b="1" i="1" dirty="0">
                    <a:solidFill>
                      <a:srgbClr val="003300"/>
                    </a:solidFill>
                  </a:rPr>
                  <a:t>q</a:t>
                </a:r>
                <a:r>
                  <a:rPr lang="en-US" altLang="zh-CN" sz="1800" b="1" baseline="-25000" dirty="0">
                    <a:solidFill>
                      <a:srgbClr val="003300"/>
                    </a:solidFill>
                  </a:rPr>
                  <a:t>0</a:t>
                </a:r>
                <a:endParaRPr lang="en-US" altLang="zh-CN" sz="1800" b="1" dirty="0">
                  <a:solidFill>
                    <a:srgbClr val="0000CC"/>
                  </a:solidFill>
                </a:endParaRPr>
              </a:p>
            </p:txBody>
          </p:sp>
        </p:grpSp>
        <p:sp>
          <p:nvSpPr>
            <p:cNvPr id="203880" name="矩形: 圆角 40"/>
            <p:cNvSpPr/>
            <p:nvPr/>
          </p:nvSpPr>
          <p:spPr>
            <a:xfrm>
              <a:off x="2662459" y="2640587"/>
              <a:ext cx="264845" cy="1495425"/>
            </a:xfrm>
            <a:prstGeom prst="roundRect">
              <a:avLst>
                <a:gd name="adj" fmla="val 16667"/>
              </a:avLst>
            </a:prstGeom>
            <a:solidFill>
              <a:srgbClr val="069E0A">
                <a:alpha val="39999"/>
              </a:srgbClr>
            </a:solidFill>
            <a:ln w="12700">
              <a:noFill/>
            </a:ln>
          </p:spPr>
          <p:txBody>
            <a:bodyPr/>
            <a:lstStyle>
              <a:lvl1pPr marL="342900" indent="-342900" algn="l" rtl="0" eaLnBrk="0" fontAlgn="base" hangingPunct="0">
                <a:lnSpc>
                  <a:spcPct val="130000"/>
                </a:lnSpc>
                <a:spcBef>
                  <a:spcPct val="20000"/>
                </a:spcBef>
                <a:spcAft>
                  <a:spcPct val="0"/>
                </a:spcAft>
                <a:defRPr sz="2400">
                  <a:solidFill>
                    <a:srgbClr val="0000FF"/>
                  </a:solidFill>
                  <a:latin typeface="Times New Roman" panose="02020603050405020304" pitchFamily="18" charset="0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lnSpc>
                  <a:spcPct val="13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0000CC"/>
                </a:buClr>
                <a:buSzPct val="80000"/>
                <a:buFont typeface="Wingdings" panose="05000000000000000000" pitchFamily="2" charset="2"/>
                <a:buChar char="o"/>
                <a:defRPr sz="3000" b="1">
                  <a:solidFill>
                    <a:srgbClr val="0000FF"/>
                  </a:solidFill>
                  <a:latin typeface="Arial Narrow" panose="020B0606020202030204" pitchFamily="34" charset="0"/>
                  <a:ea typeface="楷体_GB2312" charset="-122"/>
                  <a:cs typeface="楷体_GB2312" charset="-122"/>
                </a:defRPr>
              </a:lvl2pPr>
              <a:lvl3pPr marL="1143000" indent="-228600" algn="l" rtl="0" eaLnBrk="0" fontAlgn="base" hangingPunct="0">
                <a:lnSpc>
                  <a:spcPct val="13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0000CC"/>
                </a:buClr>
                <a:buSzPct val="80000"/>
                <a:buFont typeface="Wingdings" panose="05000000000000000000" pitchFamily="2" charset="2"/>
                <a:buChar char="n"/>
                <a:defRPr sz="3000" b="1">
                  <a:solidFill>
                    <a:srgbClr val="0000FF"/>
                  </a:solidFill>
                  <a:latin typeface="Arial Narrow" panose="020B0606020202030204" pitchFamily="34" charset="0"/>
                  <a:ea typeface="楷体_GB2312" charset="-122"/>
                  <a:cs typeface="楷体_GB2312" charset="-122"/>
                </a:defRPr>
              </a:lvl3pPr>
              <a:lvl4pPr marL="1600200" indent="-228600" algn="l" rtl="0" eaLnBrk="0" fontAlgn="base" hangingPunct="0">
                <a:lnSpc>
                  <a:spcPct val="13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0000CC"/>
                </a:buClr>
                <a:buSzPct val="80000"/>
                <a:buFont typeface="Wingdings" panose="05000000000000000000" pitchFamily="2" charset="2"/>
                <a:buChar char="o"/>
                <a:defRPr sz="2800" b="1">
                  <a:solidFill>
                    <a:srgbClr val="0000FF"/>
                  </a:solidFill>
                  <a:latin typeface="Arial Narrow" panose="020B0606020202030204" pitchFamily="34" charset="0"/>
                  <a:ea typeface="楷体_GB2312" charset="-122"/>
                  <a:cs typeface="楷体_GB2312" charset="-122"/>
                </a:defRPr>
              </a:lvl4pPr>
              <a:lvl5pPr marL="2057400" indent="-228600" algn="l" rtl="0" eaLnBrk="0" fontAlgn="base" hangingPunct="0">
                <a:lnSpc>
                  <a:spcPct val="13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0000CC"/>
                </a:buClr>
                <a:buSzPct val="80000"/>
                <a:buFont typeface="Wingdings" panose="05000000000000000000" pitchFamily="2" charset="2"/>
                <a:buChar char="o"/>
                <a:defRPr sz="2800" b="1">
                  <a:solidFill>
                    <a:srgbClr val="0000FF"/>
                  </a:solidFill>
                  <a:latin typeface="Arial Narrow" panose="020B0606020202030204" pitchFamily="34" charset="0"/>
                  <a:ea typeface="楷体_GB2312" charset="-122"/>
                  <a:cs typeface="楷体_GB2312" charset="-122"/>
                </a:defRPr>
              </a:lvl5pPr>
            </a:lstStyle>
            <a:p>
              <a:pPr marL="0" lvl="0" indent="0">
                <a:lnSpc>
                  <a:spcPct val="100000"/>
                </a:lnSpc>
                <a:spcBef>
                  <a:spcPct val="0"/>
                </a:spcBef>
              </a:pPr>
              <a:endParaRPr lang="zh-CN" altLang="en-US" sz="1800" dirty="0">
                <a:solidFill>
                  <a:srgbClr val="007A77"/>
                </a:solidFill>
                <a:latin typeface="Arial" panose="020B0604020202020204" pitchFamily="34" charset="0"/>
              </a:endParaRPr>
            </a:p>
          </p:txBody>
        </p:sp>
        <p:sp>
          <p:nvSpPr>
            <p:cNvPr id="203881" name="AutoShape 47"/>
            <p:cNvSpPr/>
            <p:nvPr/>
          </p:nvSpPr>
          <p:spPr>
            <a:xfrm rot="-5400000" flipH="1" flipV="1">
              <a:off x="2456314" y="3673556"/>
              <a:ext cx="302568" cy="652225"/>
            </a:xfrm>
            <a:prstGeom prst="leftBracket">
              <a:avLst>
                <a:gd name="adj" fmla="val 28961"/>
              </a:avLst>
            </a:prstGeom>
            <a:solidFill>
              <a:srgbClr val="FFC000">
                <a:alpha val="39999"/>
              </a:srgbClr>
            </a:solidFill>
            <a:ln w="12700" cap="flat" cmpd="sng">
              <a:solidFill>
                <a:srgbClr val="003300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lnSpc>
                  <a:spcPct val="130000"/>
                </a:lnSpc>
                <a:spcBef>
                  <a:spcPct val="20000"/>
                </a:spcBef>
                <a:spcAft>
                  <a:spcPct val="0"/>
                </a:spcAft>
                <a:defRPr sz="2400">
                  <a:solidFill>
                    <a:srgbClr val="0000FF"/>
                  </a:solidFill>
                  <a:latin typeface="Times New Roman" panose="02020603050405020304" pitchFamily="18" charset="0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lnSpc>
                  <a:spcPct val="13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0000CC"/>
                </a:buClr>
                <a:buSzPct val="80000"/>
                <a:buFont typeface="Wingdings" panose="05000000000000000000" pitchFamily="2" charset="2"/>
                <a:buChar char="o"/>
                <a:defRPr sz="3000" b="1">
                  <a:solidFill>
                    <a:srgbClr val="0000FF"/>
                  </a:solidFill>
                  <a:latin typeface="Arial Narrow" panose="020B0606020202030204" pitchFamily="34" charset="0"/>
                  <a:ea typeface="楷体_GB2312" charset="-122"/>
                  <a:cs typeface="楷体_GB2312" charset="-122"/>
                </a:defRPr>
              </a:lvl2pPr>
              <a:lvl3pPr marL="1143000" indent="-228600" algn="l" rtl="0" eaLnBrk="0" fontAlgn="base" hangingPunct="0">
                <a:lnSpc>
                  <a:spcPct val="13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0000CC"/>
                </a:buClr>
                <a:buSzPct val="80000"/>
                <a:buFont typeface="Wingdings" panose="05000000000000000000" pitchFamily="2" charset="2"/>
                <a:buChar char="n"/>
                <a:defRPr sz="3000" b="1">
                  <a:solidFill>
                    <a:srgbClr val="0000FF"/>
                  </a:solidFill>
                  <a:latin typeface="Arial Narrow" panose="020B0606020202030204" pitchFamily="34" charset="0"/>
                  <a:ea typeface="楷体_GB2312" charset="-122"/>
                  <a:cs typeface="楷体_GB2312" charset="-122"/>
                </a:defRPr>
              </a:lvl3pPr>
              <a:lvl4pPr marL="1600200" indent="-228600" algn="l" rtl="0" eaLnBrk="0" fontAlgn="base" hangingPunct="0">
                <a:lnSpc>
                  <a:spcPct val="13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0000CC"/>
                </a:buClr>
                <a:buSzPct val="80000"/>
                <a:buFont typeface="Wingdings" panose="05000000000000000000" pitchFamily="2" charset="2"/>
                <a:buChar char="o"/>
                <a:defRPr sz="2800" b="1">
                  <a:solidFill>
                    <a:srgbClr val="0000FF"/>
                  </a:solidFill>
                  <a:latin typeface="Arial Narrow" panose="020B0606020202030204" pitchFamily="34" charset="0"/>
                  <a:ea typeface="楷体_GB2312" charset="-122"/>
                  <a:cs typeface="楷体_GB2312" charset="-122"/>
                </a:defRPr>
              </a:lvl4pPr>
              <a:lvl5pPr marL="2057400" indent="-228600" algn="l" rtl="0" eaLnBrk="0" fontAlgn="base" hangingPunct="0">
                <a:lnSpc>
                  <a:spcPct val="13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0000CC"/>
                </a:buClr>
                <a:buSzPct val="80000"/>
                <a:buFont typeface="Wingdings" panose="05000000000000000000" pitchFamily="2" charset="2"/>
                <a:buChar char="o"/>
                <a:defRPr sz="2800" b="1">
                  <a:solidFill>
                    <a:srgbClr val="0000FF"/>
                  </a:solidFill>
                  <a:latin typeface="Arial Narrow" panose="020B0606020202030204" pitchFamily="34" charset="0"/>
                  <a:ea typeface="楷体_GB2312" charset="-122"/>
                  <a:cs typeface="楷体_GB2312" charset="-122"/>
                </a:defRPr>
              </a:lvl5pPr>
            </a:lstStyle>
            <a:p>
              <a:pPr marL="0" lvl="0" indent="0" eaLnBrk="1" hangingPunct="1">
                <a:lnSpc>
                  <a:spcPct val="120000"/>
                </a:lnSpc>
                <a:spcBef>
                  <a:spcPct val="50000"/>
                </a:spcBef>
              </a:pPr>
              <a:endParaRPr lang="zh-CN" altLang="en-US" sz="2000" b="1" dirty="0">
                <a:solidFill>
                  <a:srgbClr val="003300"/>
                </a:solidFill>
              </a:endParaRPr>
            </a:p>
          </p:txBody>
        </p:sp>
        <p:sp>
          <p:nvSpPr>
            <p:cNvPr id="203882" name="AutoShape 47"/>
            <p:cNvSpPr/>
            <p:nvPr/>
          </p:nvSpPr>
          <p:spPr>
            <a:xfrm rot="-5400000" flipV="1">
              <a:off x="2477909" y="2460996"/>
              <a:ext cx="280002" cy="652225"/>
            </a:xfrm>
            <a:prstGeom prst="leftBracket">
              <a:avLst>
                <a:gd name="adj" fmla="val 28944"/>
              </a:avLst>
            </a:prstGeom>
            <a:solidFill>
              <a:srgbClr val="FFC000">
                <a:alpha val="39999"/>
              </a:srgbClr>
            </a:solidFill>
            <a:ln w="12700" cap="flat" cmpd="sng">
              <a:solidFill>
                <a:srgbClr val="003300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lnSpc>
                  <a:spcPct val="130000"/>
                </a:lnSpc>
                <a:spcBef>
                  <a:spcPct val="20000"/>
                </a:spcBef>
                <a:spcAft>
                  <a:spcPct val="0"/>
                </a:spcAft>
                <a:defRPr sz="2400">
                  <a:solidFill>
                    <a:srgbClr val="0000FF"/>
                  </a:solidFill>
                  <a:latin typeface="Times New Roman" panose="02020603050405020304" pitchFamily="18" charset="0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lnSpc>
                  <a:spcPct val="13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0000CC"/>
                </a:buClr>
                <a:buSzPct val="80000"/>
                <a:buFont typeface="Wingdings" panose="05000000000000000000" pitchFamily="2" charset="2"/>
                <a:buChar char="o"/>
                <a:defRPr sz="3000" b="1">
                  <a:solidFill>
                    <a:srgbClr val="0000FF"/>
                  </a:solidFill>
                  <a:latin typeface="Arial Narrow" panose="020B0606020202030204" pitchFamily="34" charset="0"/>
                  <a:ea typeface="楷体_GB2312" charset="-122"/>
                  <a:cs typeface="楷体_GB2312" charset="-122"/>
                </a:defRPr>
              </a:lvl2pPr>
              <a:lvl3pPr marL="1143000" indent="-228600" algn="l" rtl="0" eaLnBrk="0" fontAlgn="base" hangingPunct="0">
                <a:lnSpc>
                  <a:spcPct val="13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0000CC"/>
                </a:buClr>
                <a:buSzPct val="80000"/>
                <a:buFont typeface="Wingdings" panose="05000000000000000000" pitchFamily="2" charset="2"/>
                <a:buChar char="n"/>
                <a:defRPr sz="3000" b="1">
                  <a:solidFill>
                    <a:srgbClr val="0000FF"/>
                  </a:solidFill>
                  <a:latin typeface="Arial Narrow" panose="020B0606020202030204" pitchFamily="34" charset="0"/>
                  <a:ea typeface="楷体_GB2312" charset="-122"/>
                  <a:cs typeface="楷体_GB2312" charset="-122"/>
                </a:defRPr>
              </a:lvl3pPr>
              <a:lvl4pPr marL="1600200" indent="-228600" algn="l" rtl="0" eaLnBrk="0" fontAlgn="base" hangingPunct="0">
                <a:lnSpc>
                  <a:spcPct val="13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0000CC"/>
                </a:buClr>
                <a:buSzPct val="80000"/>
                <a:buFont typeface="Wingdings" panose="05000000000000000000" pitchFamily="2" charset="2"/>
                <a:buChar char="o"/>
                <a:defRPr sz="2800" b="1">
                  <a:solidFill>
                    <a:srgbClr val="0000FF"/>
                  </a:solidFill>
                  <a:latin typeface="Arial Narrow" panose="020B0606020202030204" pitchFamily="34" charset="0"/>
                  <a:ea typeface="楷体_GB2312" charset="-122"/>
                  <a:cs typeface="楷体_GB2312" charset="-122"/>
                </a:defRPr>
              </a:lvl4pPr>
              <a:lvl5pPr marL="2057400" indent="-228600" algn="l" rtl="0" eaLnBrk="0" fontAlgn="base" hangingPunct="0">
                <a:lnSpc>
                  <a:spcPct val="13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0000CC"/>
                </a:buClr>
                <a:buSzPct val="80000"/>
                <a:buFont typeface="Wingdings" panose="05000000000000000000" pitchFamily="2" charset="2"/>
                <a:buChar char="o"/>
                <a:defRPr sz="2800" b="1">
                  <a:solidFill>
                    <a:srgbClr val="0000FF"/>
                  </a:solidFill>
                  <a:latin typeface="Arial Narrow" panose="020B0606020202030204" pitchFamily="34" charset="0"/>
                  <a:ea typeface="楷体_GB2312" charset="-122"/>
                  <a:cs typeface="楷体_GB2312" charset="-122"/>
                </a:defRPr>
              </a:lvl5pPr>
            </a:lstStyle>
            <a:p>
              <a:pPr marL="0" lvl="0" indent="0" eaLnBrk="1" hangingPunct="1">
                <a:lnSpc>
                  <a:spcPct val="120000"/>
                </a:lnSpc>
                <a:spcBef>
                  <a:spcPct val="50000"/>
                </a:spcBef>
              </a:pPr>
              <a:endParaRPr lang="zh-CN" altLang="en-US" sz="2000" b="1" dirty="0">
                <a:solidFill>
                  <a:srgbClr val="003300"/>
                </a:solidFill>
              </a:endParaRPr>
            </a:p>
          </p:txBody>
        </p:sp>
        <p:sp>
          <p:nvSpPr>
            <p:cNvPr id="203883" name="矩形: 圆角 40"/>
            <p:cNvSpPr/>
            <p:nvPr/>
          </p:nvSpPr>
          <p:spPr>
            <a:xfrm>
              <a:off x="1844998" y="3440078"/>
              <a:ext cx="310032" cy="320930"/>
            </a:xfrm>
            <a:prstGeom prst="roundRect">
              <a:avLst>
                <a:gd name="adj" fmla="val 16667"/>
              </a:avLst>
            </a:prstGeom>
            <a:solidFill>
              <a:srgbClr val="F20EDC">
                <a:alpha val="39999"/>
              </a:srgbClr>
            </a:solidFill>
            <a:ln w="9525">
              <a:noFill/>
            </a:ln>
          </p:spPr>
          <p:txBody>
            <a:bodyPr/>
            <a:lstStyle>
              <a:lvl1pPr marL="342900" indent="-342900" algn="l" rtl="0" eaLnBrk="0" fontAlgn="base" hangingPunct="0">
                <a:lnSpc>
                  <a:spcPct val="130000"/>
                </a:lnSpc>
                <a:spcBef>
                  <a:spcPct val="20000"/>
                </a:spcBef>
                <a:spcAft>
                  <a:spcPct val="0"/>
                </a:spcAft>
                <a:defRPr sz="2400">
                  <a:solidFill>
                    <a:srgbClr val="0000FF"/>
                  </a:solidFill>
                  <a:latin typeface="Times New Roman" panose="02020603050405020304" pitchFamily="18" charset="0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lnSpc>
                  <a:spcPct val="13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0000CC"/>
                </a:buClr>
                <a:buSzPct val="80000"/>
                <a:buFont typeface="Wingdings" panose="05000000000000000000" pitchFamily="2" charset="2"/>
                <a:buChar char="o"/>
                <a:defRPr sz="3000" b="1">
                  <a:solidFill>
                    <a:srgbClr val="0000FF"/>
                  </a:solidFill>
                  <a:latin typeface="Arial Narrow" panose="020B0606020202030204" pitchFamily="34" charset="0"/>
                  <a:ea typeface="楷体_GB2312" charset="-122"/>
                  <a:cs typeface="楷体_GB2312" charset="-122"/>
                </a:defRPr>
              </a:lvl2pPr>
              <a:lvl3pPr marL="1143000" indent="-228600" algn="l" rtl="0" eaLnBrk="0" fontAlgn="base" hangingPunct="0">
                <a:lnSpc>
                  <a:spcPct val="13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0000CC"/>
                </a:buClr>
                <a:buSzPct val="80000"/>
                <a:buFont typeface="Wingdings" panose="05000000000000000000" pitchFamily="2" charset="2"/>
                <a:buChar char="n"/>
                <a:defRPr sz="3000" b="1">
                  <a:solidFill>
                    <a:srgbClr val="0000FF"/>
                  </a:solidFill>
                  <a:latin typeface="Arial Narrow" panose="020B0606020202030204" pitchFamily="34" charset="0"/>
                  <a:ea typeface="楷体_GB2312" charset="-122"/>
                  <a:cs typeface="楷体_GB2312" charset="-122"/>
                </a:defRPr>
              </a:lvl3pPr>
              <a:lvl4pPr marL="1600200" indent="-228600" algn="l" rtl="0" eaLnBrk="0" fontAlgn="base" hangingPunct="0">
                <a:lnSpc>
                  <a:spcPct val="13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0000CC"/>
                </a:buClr>
                <a:buSzPct val="80000"/>
                <a:buFont typeface="Wingdings" panose="05000000000000000000" pitchFamily="2" charset="2"/>
                <a:buChar char="o"/>
                <a:defRPr sz="2800" b="1">
                  <a:solidFill>
                    <a:srgbClr val="0000FF"/>
                  </a:solidFill>
                  <a:latin typeface="Arial Narrow" panose="020B0606020202030204" pitchFamily="34" charset="0"/>
                  <a:ea typeface="楷体_GB2312" charset="-122"/>
                  <a:cs typeface="楷体_GB2312" charset="-122"/>
                </a:defRPr>
              </a:lvl4pPr>
              <a:lvl5pPr marL="2057400" indent="-228600" algn="l" rtl="0" eaLnBrk="0" fontAlgn="base" hangingPunct="0">
                <a:lnSpc>
                  <a:spcPct val="13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0000CC"/>
                </a:buClr>
                <a:buSzPct val="80000"/>
                <a:buFont typeface="Wingdings" panose="05000000000000000000" pitchFamily="2" charset="2"/>
                <a:buChar char="o"/>
                <a:defRPr sz="2800" b="1">
                  <a:solidFill>
                    <a:srgbClr val="0000FF"/>
                  </a:solidFill>
                  <a:latin typeface="Arial Narrow" panose="020B0606020202030204" pitchFamily="34" charset="0"/>
                  <a:ea typeface="楷体_GB2312" charset="-122"/>
                  <a:cs typeface="楷体_GB2312" charset="-122"/>
                </a:defRPr>
              </a:lvl5pPr>
            </a:lstStyle>
            <a:p>
              <a:pPr marL="0" lvl="0" indent="0">
                <a:lnSpc>
                  <a:spcPct val="100000"/>
                </a:lnSpc>
                <a:spcBef>
                  <a:spcPct val="0"/>
                </a:spcBef>
              </a:pPr>
              <a:endParaRPr lang="zh-CN" altLang="en-US" sz="1800" dirty="0">
                <a:solidFill>
                  <a:srgbClr val="007A77"/>
                </a:solidFill>
                <a:latin typeface="Arial" panose="020B0604020202020204" pitchFamily="34" charset="0"/>
              </a:endParaRPr>
            </a:p>
          </p:txBody>
        </p:sp>
      </p:grpSp>
      <p:grpSp>
        <p:nvGrpSpPr>
          <p:cNvPr id="203800" name="组合 49"/>
          <p:cNvGrpSpPr/>
          <p:nvPr/>
        </p:nvGrpSpPr>
        <p:grpSpPr>
          <a:xfrm>
            <a:off x="3362325" y="3971925"/>
            <a:ext cx="2776538" cy="2598738"/>
            <a:chOff x="3157538" y="1980807"/>
            <a:chExt cx="2776468" cy="2598950"/>
          </a:xfrm>
        </p:grpSpPr>
        <p:grpSp>
          <p:nvGrpSpPr>
            <p:cNvPr id="203839" name="组合 151"/>
            <p:cNvGrpSpPr/>
            <p:nvPr/>
          </p:nvGrpSpPr>
          <p:grpSpPr>
            <a:xfrm>
              <a:off x="3157538" y="1980807"/>
              <a:ext cx="2776468" cy="2598950"/>
              <a:chOff x="107880" y="3513909"/>
              <a:chExt cx="2775979" cy="2599295"/>
            </a:xfrm>
          </p:grpSpPr>
          <p:grpSp>
            <p:nvGrpSpPr>
              <p:cNvPr id="203845" name="组合 125"/>
              <p:cNvGrpSpPr/>
              <p:nvPr/>
            </p:nvGrpSpPr>
            <p:grpSpPr>
              <a:xfrm>
                <a:off x="107880" y="3513909"/>
                <a:ext cx="2353847" cy="2211939"/>
                <a:chOff x="5308530" y="1480702"/>
                <a:chExt cx="2353847" cy="2211939"/>
              </a:xfrm>
            </p:grpSpPr>
            <p:grpSp>
              <p:nvGrpSpPr>
                <p:cNvPr id="203847" name="组合 2"/>
                <p:cNvGrpSpPr/>
                <p:nvPr/>
              </p:nvGrpSpPr>
              <p:grpSpPr>
                <a:xfrm>
                  <a:off x="5308530" y="1480702"/>
                  <a:ext cx="2353847" cy="2211939"/>
                  <a:chOff x="4681304" y="4036948"/>
                  <a:chExt cx="1933176" cy="1774427"/>
                </a:xfrm>
              </p:grpSpPr>
              <p:grpSp>
                <p:nvGrpSpPr>
                  <p:cNvPr id="203857" name="Group 85"/>
                  <p:cNvGrpSpPr/>
                  <p:nvPr/>
                </p:nvGrpSpPr>
                <p:grpSpPr>
                  <a:xfrm>
                    <a:off x="4681304" y="4036948"/>
                    <a:ext cx="1933176" cy="1774427"/>
                    <a:chOff x="1820" y="393"/>
                    <a:chExt cx="2033" cy="1780"/>
                  </a:xfrm>
                </p:grpSpPr>
                <p:sp>
                  <p:nvSpPr>
                    <p:cNvPr id="203859" name="Rectangle 51"/>
                    <p:cNvSpPr/>
                    <p:nvPr/>
                  </p:nvSpPr>
                  <p:spPr>
                    <a:xfrm>
                      <a:off x="3477" y="1841"/>
                      <a:ext cx="270" cy="322"/>
                    </a:xfrm>
                    <a:prstGeom prst="rect">
                      <a:avLst/>
                    </a:prstGeom>
                    <a:noFill/>
                    <a:ln w="9525">
                      <a:noFill/>
                    </a:ln>
                  </p:spPr>
                  <p:txBody>
                    <a:bodyPr wrap="none">
                      <a:spAutoFit/>
                    </a:bodyPr>
                    <a:lstStyle>
                      <a:lvl1pPr marL="342900" indent="-342900" algn="l" rtl="0" eaLnBrk="0" fontAlgn="base" hangingPunct="0">
                        <a:lnSpc>
                          <a:spcPct val="13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defRPr sz="2400">
                          <a:solidFill>
                            <a:srgbClr val="0000FF"/>
                          </a:solidFill>
                          <a:latin typeface="Times New Roman" panose="02020603050405020304" pitchFamily="18" charset="0"/>
                          <a:ea typeface="+mn-ea"/>
                          <a:cs typeface="+mn-cs"/>
                        </a:defRPr>
                      </a:lvl1pPr>
                      <a:lvl2pPr marL="742950" indent="-285750" algn="l" rtl="0" eaLnBrk="0" fontAlgn="base" hangingPunct="0">
                        <a:lnSpc>
                          <a:spcPct val="13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CC"/>
                        </a:buClr>
                        <a:buSzPct val="80000"/>
                        <a:buFont typeface="Wingdings" panose="05000000000000000000" pitchFamily="2" charset="2"/>
                        <a:buChar char="o"/>
                        <a:defRPr sz="3000" b="1">
                          <a:solidFill>
                            <a:srgbClr val="0000FF"/>
                          </a:solidFill>
                          <a:latin typeface="Arial Narrow" panose="020B0606020202030204" pitchFamily="34" charset="0"/>
                          <a:ea typeface="楷体_GB2312" charset="-122"/>
                          <a:cs typeface="楷体_GB2312" charset="-122"/>
                        </a:defRPr>
                      </a:lvl2pPr>
                      <a:lvl3pPr marL="1143000" indent="-228600" algn="l" rtl="0" eaLnBrk="0" fontAlgn="base" hangingPunct="0">
                        <a:lnSpc>
                          <a:spcPct val="13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CC"/>
                        </a:buClr>
                        <a:buSzPct val="80000"/>
                        <a:buFont typeface="Wingdings" panose="05000000000000000000" pitchFamily="2" charset="2"/>
                        <a:buChar char="n"/>
                        <a:defRPr sz="3000" b="1">
                          <a:solidFill>
                            <a:srgbClr val="0000FF"/>
                          </a:solidFill>
                          <a:latin typeface="Arial Narrow" panose="020B0606020202030204" pitchFamily="34" charset="0"/>
                          <a:ea typeface="楷体_GB2312" charset="-122"/>
                          <a:cs typeface="楷体_GB2312" charset="-122"/>
                        </a:defRPr>
                      </a:lvl3pPr>
                      <a:lvl4pPr marL="1600200" indent="-228600" algn="l" rtl="0" eaLnBrk="0" fontAlgn="base" hangingPunct="0">
                        <a:lnSpc>
                          <a:spcPct val="13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CC"/>
                        </a:buClr>
                        <a:buSzPct val="80000"/>
                        <a:buFont typeface="Wingdings" panose="05000000000000000000" pitchFamily="2" charset="2"/>
                        <a:buChar char="o"/>
                        <a:defRPr sz="2800" b="1">
                          <a:solidFill>
                            <a:srgbClr val="0000FF"/>
                          </a:solidFill>
                          <a:latin typeface="Arial Narrow" panose="020B0606020202030204" pitchFamily="34" charset="0"/>
                          <a:ea typeface="楷体_GB2312" charset="-122"/>
                          <a:cs typeface="楷体_GB2312" charset="-122"/>
                        </a:defRPr>
                      </a:lvl4pPr>
                      <a:lvl5pPr marL="2057400" indent="-228600" algn="l" rtl="0" eaLnBrk="0" fontAlgn="base" hangingPunct="0">
                        <a:lnSpc>
                          <a:spcPct val="13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CC"/>
                        </a:buClr>
                        <a:buSzPct val="80000"/>
                        <a:buFont typeface="Wingdings" panose="05000000000000000000" pitchFamily="2" charset="2"/>
                        <a:buChar char="o"/>
                        <a:defRPr sz="2800" b="1">
                          <a:solidFill>
                            <a:srgbClr val="0000FF"/>
                          </a:solidFill>
                          <a:latin typeface="Arial Narrow" panose="020B0606020202030204" pitchFamily="34" charset="0"/>
                          <a:ea typeface="楷体_GB2312" charset="-122"/>
                          <a:cs typeface="楷体_GB2312" charset="-122"/>
                        </a:defRPr>
                      </a:lvl5pPr>
                    </a:lstStyle>
                    <a:p>
                      <a:pPr marL="0" lvl="0" indent="0" ea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</a:pPr>
                      <a:r>
                        <a:rPr lang="en-US" altLang="zh-CN" sz="2000" b="1" dirty="0">
                          <a:solidFill>
                            <a:srgbClr val="003300"/>
                          </a:solidFill>
                        </a:rPr>
                        <a:t>0</a:t>
                      </a:r>
                      <a:endParaRPr lang="en-US" altLang="zh-CN" sz="2000" b="1" dirty="0">
                        <a:solidFill>
                          <a:srgbClr val="003300"/>
                        </a:solidFill>
                        <a:ea typeface="Times New Roman" panose="02020603050405020304" pitchFamily="18" charset="0"/>
                      </a:endParaRPr>
                    </a:p>
                  </p:txBody>
                </p:sp>
                <p:sp>
                  <p:nvSpPr>
                    <p:cNvPr id="203860" name="Line 52"/>
                    <p:cNvSpPr/>
                    <p:nvPr/>
                  </p:nvSpPr>
                  <p:spPr>
                    <a:xfrm>
                      <a:off x="2414" y="1192"/>
                      <a:ext cx="1368" cy="0"/>
                    </a:xfrm>
                    <a:prstGeom prst="line">
                      <a:avLst/>
                    </a:prstGeom>
                    <a:ln w="28575" cap="flat" cmpd="sng">
                      <a:solidFill>
                        <a:srgbClr val="0000CC"/>
                      </a:solidFill>
                      <a:prstDash val="solid"/>
                      <a:headEnd type="none" w="med" len="med"/>
                      <a:tailEnd type="none" w="med" len="med"/>
                    </a:ln>
                  </p:spPr>
                </p:sp>
                <p:sp>
                  <p:nvSpPr>
                    <p:cNvPr id="203861" name="Text Box 53"/>
                    <p:cNvSpPr txBox="1"/>
                    <p:nvPr/>
                  </p:nvSpPr>
                  <p:spPr>
                    <a:xfrm>
                      <a:off x="2374" y="619"/>
                      <a:ext cx="1474" cy="297"/>
                    </a:xfrm>
                    <a:prstGeom prst="rect">
                      <a:avLst/>
                    </a:prstGeom>
                    <a:noFill/>
                    <a:ln w="9525">
                      <a:noFill/>
                    </a:ln>
                  </p:spPr>
                  <p:txBody>
                    <a:bodyPr>
                      <a:spAutoFit/>
                    </a:bodyPr>
                    <a:lstStyle>
                      <a:lvl1pPr marL="342900" indent="-342900" algn="l" rtl="0" eaLnBrk="0" fontAlgn="base" hangingPunct="0">
                        <a:lnSpc>
                          <a:spcPct val="13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defRPr sz="2400">
                          <a:solidFill>
                            <a:srgbClr val="0000FF"/>
                          </a:solidFill>
                          <a:latin typeface="Times New Roman" panose="02020603050405020304" pitchFamily="18" charset="0"/>
                          <a:ea typeface="+mn-ea"/>
                          <a:cs typeface="+mn-cs"/>
                        </a:defRPr>
                      </a:lvl1pPr>
                      <a:lvl2pPr marL="742950" indent="-285750" algn="l" rtl="0" eaLnBrk="0" fontAlgn="base" hangingPunct="0">
                        <a:lnSpc>
                          <a:spcPct val="13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CC"/>
                        </a:buClr>
                        <a:buSzPct val="80000"/>
                        <a:buFont typeface="Wingdings" panose="05000000000000000000" pitchFamily="2" charset="2"/>
                        <a:buChar char="o"/>
                        <a:defRPr sz="3000" b="1">
                          <a:solidFill>
                            <a:srgbClr val="0000FF"/>
                          </a:solidFill>
                          <a:latin typeface="Arial Narrow" panose="020B0606020202030204" pitchFamily="34" charset="0"/>
                          <a:ea typeface="楷体_GB2312" charset="-122"/>
                          <a:cs typeface="楷体_GB2312" charset="-122"/>
                        </a:defRPr>
                      </a:lvl2pPr>
                      <a:lvl3pPr marL="1143000" indent="-228600" algn="l" rtl="0" eaLnBrk="0" fontAlgn="base" hangingPunct="0">
                        <a:lnSpc>
                          <a:spcPct val="13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CC"/>
                        </a:buClr>
                        <a:buSzPct val="80000"/>
                        <a:buFont typeface="Wingdings" panose="05000000000000000000" pitchFamily="2" charset="2"/>
                        <a:buChar char="n"/>
                        <a:defRPr sz="3000" b="1">
                          <a:solidFill>
                            <a:srgbClr val="0000FF"/>
                          </a:solidFill>
                          <a:latin typeface="Arial Narrow" panose="020B0606020202030204" pitchFamily="34" charset="0"/>
                          <a:ea typeface="楷体_GB2312" charset="-122"/>
                          <a:cs typeface="楷体_GB2312" charset="-122"/>
                        </a:defRPr>
                      </a:lvl3pPr>
                      <a:lvl4pPr marL="1600200" indent="-228600" algn="l" rtl="0" eaLnBrk="0" fontAlgn="base" hangingPunct="0">
                        <a:lnSpc>
                          <a:spcPct val="13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CC"/>
                        </a:buClr>
                        <a:buSzPct val="80000"/>
                        <a:buFont typeface="Wingdings" panose="05000000000000000000" pitchFamily="2" charset="2"/>
                        <a:buChar char="o"/>
                        <a:defRPr sz="2800" b="1">
                          <a:solidFill>
                            <a:srgbClr val="0000FF"/>
                          </a:solidFill>
                          <a:latin typeface="Arial Narrow" panose="020B0606020202030204" pitchFamily="34" charset="0"/>
                          <a:ea typeface="楷体_GB2312" charset="-122"/>
                          <a:cs typeface="楷体_GB2312" charset="-122"/>
                        </a:defRPr>
                      </a:lvl4pPr>
                      <a:lvl5pPr marL="2057400" indent="-228600" algn="l" rtl="0" eaLnBrk="0" fontAlgn="base" hangingPunct="0">
                        <a:lnSpc>
                          <a:spcPct val="13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CC"/>
                        </a:buClr>
                        <a:buSzPct val="80000"/>
                        <a:buFont typeface="Wingdings" panose="05000000000000000000" pitchFamily="2" charset="2"/>
                        <a:buChar char="o"/>
                        <a:defRPr sz="2800" b="1">
                          <a:solidFill>
                            <a:srgbClr val="0000FF"/>
                          </a:solidFill>
                          <a:latin typeface="Arial Narrow" panose="020B0606020202030204" pitchFamily="34" charset="0"/>
                          <a:ea typeface="楷体_GB2312" charset="-122"/>
                          <a:cs typeface="楷体_GB2312" charset="-122"/>
                        </a:defRPr>
                      </a:lvl5pPr>
                    </a:lstStyle>
                    <a:p>
                      <a:pPr marL="0" lvl="0" indent="0" defTabSz="914400" ea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tabLst>
                          <a:tab pos="758825" algn="l"/>
                        </a:tabLst>
                      </a:pPr>
                      <a:r>
                        <a:rPr lang="en-US" altLang="zh-CN" sz="1600" b="1" dirty="0">
                          <a:solidFill>
                            <a:srgbClr val="003300"/>
                          </a:solidFill>
                        </a:rPr>
                        <a:t> </a:t>
                      </a:r>
                      <a:r>
                        <a:rPr lang="en-US" altLang="zh-CN" sz="1800" b="1" dirty="0">
                          <a:solidFill>
                            <a:srgbClr val="003300"/>
                          </a:solidFill>
                        </a:rPr>
                        <a:t>00   01   11   10</a:t>
                      </a:r>
                      <a:endParaRPr lang="en-US" altLang="zh-CN" sz="1800" b="1" dirty="0">
                        <a:solidFill>
                          <a:srgbClr val="003300"/>
                        </a:solidFill>
                      </a:endParaRPr>
                    </a:p>
                  </p:txBody>
                </p:sp>
                <p:sp>
                  <p:nvSpPr>
                    <p:cNvPr id="203862" name="Text Box 54"/>
                    <p:cNvSpPr txBox="1"/>
                    <p:nvPr/>
                  </p:nvSpPr>
                  <p:spPr>
                    <a:xfrm>
                      <a:off x="2096" y="863"/>
                      <a:ext cx="536" cy="1288"/>
                    </a:xfrm>
                    <a:prstGeom prst="rect">
                      <a:avLst/>
                    </a:prstGeom>
                    <a:noFill/>
                    <a:ln w="9525">
                      <a:noFill/>
                    </a:ln>
                  </p:spPr>
                  <p:txBody>
                    <a:bodyPr>
                      <a:spAutoFit/>
                    </a:bodyPr>
                    <a:lstStyle>
                      <a:lvl1pPr marL="342900" indent="-342900" algn="l" rtl="0" eaLnBrk="0" fontAlgn="base" hangingPunct="0">
                        <a:lnSpc>
                          <a:spcPct val="13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defRPr sz="2400">
                          <a:solidFill>
                            <a:srgbClr val="0000FF"/>
                          </a:solidFill>
                          <a:latin typeface="Times New Roman" panose="02020603050405020304" pitchFamily="18" charset="0"/>
                          <a:ea typeface="+mn-ea"/>
                          <a:cs typeface="+mn-cs"/>
                        </a:defRPr>
                      </a:lvl1pPr>
                      <a:lvl2pPr marL="742950" indent="-285750" algn="l" rtl="0" eaLnBrk="0" fontAlgn="base" hangingPunct="0">
                        <a:lnSpc>
                          <a:spcPct val="13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CC"/>
                        </a:buClr>
                        <a:buSzPct val="80000"/>
                        <a:buFont typeface="Wingdings" panose="05000000000000000000" pitchFamily="2" charset="2"/>
                        <a:buChar char="o"/>
                        <a:defRPr sz="3000" b="1">
                          <a:solidFill>
                            <a:srgbClr val="0000FF"/>
                          </a:solidFill>
                          <a:latin typeface="Arial Narrow" panose="020B0606020202030204" pitchFamily="34" charset="0"/>
                          <a:ea typeface="楷体_GB2312" charset="-122"/>
                          <a:cs typeface="楷体_GB2312" charset="-122"/>
                        </a:defRPr>
                      </a:lvl2pPr>
                      <a:lvl3pPr marL="1143000" indent="-228600" algn="l" rtl="0" eaLnBrk="0" fontAlgn="base" hangingPunct="0">
                        <a:lnSpc>
                          <a:spcPct val="13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CC"/>
                        </a:buClr>
                        <a:buSzPct val="80000"/>
                        <a:buFont typeface="Wingdings" panose="05000000000000000000" pitchFamily="2" charset="2"/>
                        <a:buChar char="n"/>
                        <a:defRPr sz="3000" b="1">
                          <a:solidFill>
                            <a:srgbClr val="0000FF"/>
                          </a:solidFill>
                          <a:latin typeface="Arial Narrow" panose="020B0606020202030204" pitchFamily="34" charset="0"/>
                          <a:ea typeface="楷体_GB2312" charset="-122"/>
                          <a:cs typeface="楷体_GB2312" charset="-122"/>
                        </a:defRPr>
                      </a:lvl3pPr>
                      <a:lvl4pPr marL="1600200" indent="-228600" algn="l" rtl="0" eaLnBrk="0" fontAlgn="base" hangingPunct="0">
                        <a:lnSpc>
                          <a:spcPct val="13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CC"/>
                        </a:buClr>
                        <a:buSzPct val="80000"/>
                        <a:buFont typeface="Wingdings" panose="05000000000000000000" pitchFamily="2" charset="2"/>
                        <a:buChar char="o"/>
                        <a:defRPr sz="2800" b="1">
                          <a:solidFill>
                            <a:srgbClr val="0000FF"/>
                          </a:solidFill>
                          <a:latin typeface="Arial Narrow" panose="020B0606020202030204" pitchFamily="34" charset="0"/>
                          <a:ea typeface="楷体_GB2312" charset="-122"/>
                          <a:cs typeface="楷体_GB2312" charset="-122"/>
                        </a:defRPr>
                      </a:lvl4pPr>
                      <a:lvl5pPr marL="2057400" indent="-228600" algn="l" rtl="0" eaLnBrk="0" fontAlgn="base" hangingPunct="0">
                        <a:lnSpc>
                          <a:spcPct val="13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CC"/>
                        </a:buClr>
                        <a:buSzPct val="80000"/>
                        <a:buFont typeface="Wingdings" panose="05000000000000000000" pitchFamily="2" charset="2"/>
                        <a:buChar char="o"/>
                        <a:defRPr sz="2800" b="1">
                          <a:solidFill>
                            <a:srgbClr val="0000FF"/>
                          </a:solidFill>
                          <a:latin typeface="Arial Narrow" panose="020B0606020202030204" pitchFamily="34" charset="0"/>
                          <a:ea typeface="楷体_GB2312" charset="-122"/>
                          <a:cs typeface="楷体_GB2312" charset="-122"/>
                        </a:defRPr>
                      </a:lvl5pPr>
                    </a:lstStyle>
                    <a:p>
                      <a:pPr marL="0" lvl="0" indent="0" defTabSz="914400" eaLnBrk="1" hangingPunct="1">
                        <a:lnSpc>
                          <a:spcPct val="140000"/>
                        </a:lnSpc>
                        <a:spcBef>
                          <a:spcPct val="0"/>
                        </a:spcBef>
                        <a:tabLst>
                          <a:tab pos="758825" algn="l"/>
                        </a:tabLst>
                      </a:pPr>
                      <a:r>
                        <a:rPr lang="en-US" altLang="zh-CN" sz="1800" b="1" dirty="0">
                          <a:solidFill>
                            <a:srgbClr val="003300"/>
                          </a:solidFill>
                        </a:rPr>
                        <a:t>00</a:t>
                      </a:r>
                      <a:endParaRPr lang="en-US" altLang="zh-CN" sz="1800" b="1" dirty="0">
                        <a:solidFill>
                          <a:srgbClr val="003300"/>
                        </a:solidFill>
                      </a:endParaRPr>
                    </a:p>
                    <a:p>
                      <a:pPr marL="0" lvl="0" indent="0" defTabSz="914400" eaLnBrk="1" hangingPunct="1">
                        <a:lnSpc>
                          <a:spcPct val="140000"/>
                        </a:lnSpc>
                        <a:spcBef>
                          <a:spcPct val="0"/>
                        </a:spcBef>
                        <a:tabLst>
                          <a:tab pos="758825" algn="l"/>
                        </a:tabLst>
                      </a:pPr>
                      <a:r>
                        <a:rPr lang="en-US" altLang="zh-CN" sz="1800" b="1" dirty="0">
                          <a:solidFill>
                            <a:srgbClr val="003300"/>
                          </a:solidFill>
                        </a:rPr>
                        <a:t>01</a:t>
                      </a:r>
                      <a:endParaRPr lang="en-US" altLang="zh-CN" sz="1800" b="1" dirty="0">
                        <a:solidFill>
                          <a:srgbClr val="003300"/>
                        </a:solidFill>
                      </a:endParaRPr>
                    </a:p>
                    <a:p>
                      <a:pPr marL="0" lvl="0" indent="0" defTabSz="914400" eaLnBrk="1" hangingPunct="1">
                        <a:lnSpc>
                          <a:spcPct val="140000"/>
                        </a:lnSpc>
                        <a:spcBef>
                          <a:spcPct val="0"/>
                        </a:spcBef>
                        <a:tabLst>
                          <a:tab pos="758825" algn="l"/>
                        </a:tabLst>
                      </a:pPr>
                      <a:r>
                        <a:rPr lang="en-US" altLang="zh-CN" sz="1800" b="1" dirty="0">
                          <a:solidFill>
                            <a:srgbClr val="003300"/>
                          </a:solidFill>
                        </a:rPr>
                        <a:t>11</a:t>
                      </a:r>
                      <a:endParaRPr lang="en-US" altLang="zh-CN" sz="1800" b="1" dirty="0">
                        <a:solidFill>
                          <a:srgbClr val="003300"/>
                        </a:solidFill>
                      </a:endParaRPr>
                    </a:p>
                    <a:p>
                      <a:pPr marL="0" lvl="0" indent="0" defTabSz="914400" eaLnBrk="1" hangingPunct="1">
                        <a:lnSpc>
                          <a:spcPct val="140000"/>
                        </a:lnSpc>
                        <a:spcBef>
                          <a:spcPct val="0"/>
                        </a:spcBef>
                        <a:tabLst>
                          <a:tab pos="758825" algn="l"/>
                        </a:tabLst>
                      </a:pPr>
                      <a:r>
                        <a:rPr lang="en-US" altLang="zh-CN" sz="1800" b="1" dirty="0">
                          <a:solidFill>
                            <a:srgbClr val="003300"/>
                          </a:solidFill>
                        </a:rPr>
                        <a:t>10</a:t>
                      </a:r>
                      <a:endParaRPr lang="en-US" altLang="zh-CN" sz="1800" b="1" dirty="0">
                        <a:solidFill>
                          <a:srgbClr val="003300"/>
                        </a:solidFill>
                      </a:endParaRPr>
                    </a:p>
                  </p:txBody>
                </p:sp>
                <p:sp>
                  <p:nvSpPr>
                    <p:cNvPr id="203863" name="Text Box 55"/>
                    <p:cNvSpPr txBox="1"/>
                    <p:nvPr/>
                  </p:nvSpPr>
                  <p:spPr>
                    <a:xfrm>
                      <a:off x="2075" y="393"/>
                      <a:ext cx="528" cy="322"/>
                    </a:xfrm>
                    <a:prstGeom prst="rect">
                      <a:avLst/>
                    </a:prstGeom>
                    <a:noFill/>
                    <a:ln w="9525">
                      <a:noFill/>
                    </a:ln>
                  </p:spPr>
                  <p:txBody>
                    <a:bodyPr wrap="none">
                      <a:spAutoFit/>
                    </a:bodyPr>
                    <a:lstStyle>
                      <a:lvl1pPr marL="342900" indent="-342900" algn="l" rtl="0" eaLnBrk="0" fontAlgn="base" hangingPunct="0">
                        <a:lnSpc>
                          <a:spcPct val="13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defRPr sz="2400">
                          <a:solidFill>
                            <a:srgbClr val="0000FF"/>
                          </a:solidFill>
                          <a:latin typeface="Times New Roman" panose="02020603050405020304" pitchFamily="18" charset="0"/>
                          <a:ea typeface="+mn-ea"/>
                          <a:cs typeface="+mn-cs"/>
                        </a:defRPr>
                      </a:lvl1pPr>
                      <a:lvl2pPr marL="742950" indent="-285750" algn="l" rtl="0" eaLnBrk="0" fontAlgn="base" hangingPunct="0">
                        <a:lnSpc>
                          <a:spcPct val="13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CC"/>
                        </a:buClr>
                        <a:buSzPct val="80000"/>
                        <a:buFont typeface="Wingdings" panose="05000000000000000000" pitchFamily="2" charset="2"/>
                        <a:buChar char="o"/>
                        <a:defRPr sz="3000" b="1">
                          <a:solidFill>
                            <a:srgbClr val="0000FF"/>
                          </a:solidFill>
                          <a:latin typeface="Arial Narrow" panose="020B0606020202030204" pitchFamily="34" charset="0"/>
                          <a:ea typeface="楷体_GB2312" charset="-122"/>
                          <a:cs typeface="楷体_GB2312" charset="-122"/>
                        </a:defRPr>
                      </a:lvl2pPr>
                      <a:lvl3pPr marL="1143000" indent="-228600" algn="l" rtl="0" eaLnBrk="0" fontAlgn="base" hangingPunct="0">
                        <a:lnSpc>
                          <a:spcPct val="13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CC"/>
                        </a:buClr>
                        <a:buSzPct val="80000"/>
                        <a:buFont typeface="Wingdings" panose="05000000000000000000" pitchFamily="2" charset="2"/>
                        <a:buChar char="n"/>
                        <a:defRPr sz="3000" b="1">
                          <a:solidFill>
                            <a:srgbClr val="0000FF"/>
                          </a:solidFill>
                          <a:latin typeface="Arial Narrow" panose="020B0606020202030204" pitchFamily="34" charset="0"/>
                          <a:ea typeface="楷体_GB2312" charset="-122"/>
                          <a:cs typeface="楷体_GB2312" charset="-122"/>
                        </a:defRPr>
                      </a:lvl3pPr>
                      <a:lvl4pPr marL="1600200" indent="-228600" algn="l" rtl="0" eaLnBrk="0" fontAlgn="base" hangingPunct="0">
                        <a:lnSpc>
                          <a:spcPct val="13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CC"/>
                        </a:buClr>
                        <a:buSzPct val="80000"/>
                        <a:buFont typeface="Wingdings" panose="05000000000000000000" pitchFamily="2" charset="2"/>
                        <a:buChar char="o"/>
                        <a:defRPr sz="2800" b="1">
                          <a:solidFill>
                            <a:srgbClr val="0000FF"/>
                          </a:solidFill>
                          <a:latin typeface="Arial Narrow" panose="020B0606020202030204" pitchFamily="34" charset="0"/>
                          <a:ea typeface="楷体_GB2312" charset="-122"/>
                          <a:cs typeface="楷体_GB2312" charset="-122"/>
                        </a:defRPr>
                      </a:lvl4pPr>
                      <a:lvl5pPr marL="2057400" indent="-228600" algn="l" rtl="0" eaLnBrk="0" fontAlgn="base" hangingPunct="0">
                        <a:lnSpc>
                          <a:spcPct val="13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CC"/>
                        </a:buClr>
                        <a:buSzPct val="80000"/>
                        <a:buFont typeface="Wingdings" panose="05000000000000000000" pitchFamily="2" charset="2"/>
                        <a:buChar char="o"/>
                        <a:defRPr sz="2800" b="1">
                          <a:solidFill>
                            <a:srgbClr val="0000FF"/>
                          </a:solidFill>
                          <a:latin typeface="Arial Narrow" panose="020B0606020202030204" pitchFamily="34" charset="0"/>
                          <a:ea typeface="楷体_GB2312" charset="-122"/>
                          <a:cs typeface="楷体_GB2312" charset="-122"/>
                        </a:defRPr>
                      </a:lvl5pPr>
                    </a:lstStyle>
                    <a:p>
                      <a:pPr marL="0" lvl="0" indent="0" ea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</a:pPr>
                      <a:r>
                        <a:rPr lang="en-US" altLang="zh-CN" sz="2000" b="1" i="1" dirty="0">
                          <a:solidFill>
                            <a:srgbClr val="003300"/>
                          </a:solidFill>
                        </a:rPr>
                        <a:t>q</a:t>
                      </a:r>
                      <a:r>
                        <a:rPr lang="en-US" altLang="zh-CN" sz="2000" b="1" baseline="-25000" dirty="0">
                          <a:solidFill>
                            <a:srgbClr val="003300"/>
                          </a:solidFill>
                        </a:rPr>
                        <a:t>2</a:t>
                      </a:r>
                      <a:r>
                        <a:rPr lang="en-US" altLang="zh-CN" sz="2000" b="1" i="1" dirty="0">
                          <a:solidFill>
                            <a:srgbClr val="003300"/>
                          </a:solidFill>
                        </a:rPr>
                        <a:t>q</a:t>
                      </a:r>
                      <a:r>
                        <a:rPr lang="en-US" altLang="zh-CN" sz="2000" b="1" baseline="-25000" dirty="0">
                          <a:solidFill>
                            <a:srgbClr val="003300"/>
                          </a:solidFill>
                        </a:rPr>
                        <a:t>1</a:t>
                      </a:r>
                      <a:endParaRPr lang="en-US" altLang="zh-CN" sz="2000" b="1" baseline="-25000" dirty="0">
                        <a:solidFill>
                          <a:srgbClr val="003300"/>
                        </a:solidFill>
                      </a:endParaRPr>
                    </a:p>
                  </p:txBody>
                </p:sp>
                <p:sp>
                  <p:nvSpPr>
                    <p:cNvPr id="203864" name="Text Box 56"/>
                    <p:cNvSpPr txBox="1"/>
                    <p:nvPr/>
                  </p:nvSpPr>
                  <p:spPr>
                    <a:xfrm>
                      <a:off x="1820" y="643"/>
                      <a:ext cx="492" cy="322"/>
                    </a:xfrm>
                    <a:prstGeom prst="rect">
                      <a:avLst/>
                    </a:prstGeom>
                    <a:noFill/>
                    <a:ln w="9525">
                      <a:noFill/>
                    </a:ln>
                  </p:spPr>
                  <p:txBody>
                    <a:bodyPr wrap="none">
                      <a:spAutoFit/>
                    </a:bodyPr>
                    <a:lstStyle>
                      <a:lvl1pPr marL="342900" indent="-342900" algn="l" rtl="0" eaLnBrk="0" fontAlgn="base" hangingPunct="0">
                        <a:lnSpc>
                          <a:spcPct val="13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defRPr sz="2400">
                          <a:solidFill>
                            <a:srgbClr val="0000FF"/>
                          </a:solidFill>
                          <a:latin typeface="Times New Roman" panose="02020603050405020304" pitchFamily="18" charset="0"/>
                          <a:ea typeface="+mn-ea"/>
                          <a:cs typeface="+mn-cs"/>
                        </a:defRPr>
                      </a:lvl1pPr>
                      <a:lvl2pPr marL="742950" indent="-285750" algn="l" rtl="0" eaLnBrk="0" fontAlgn="base" hangingPunct="0">
                        <a:lnSpc>
                          <a:spcPct val="13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CC"/>
                        </a:buClr>
                        <a:buSzPct val="80000"/>
                        <a:buFont typeface="Wingdings" panose="05000000000000000000" pitchFamily="2" charset="2"/>
                        <a:buChar char="o"/>
                        <a:defRPr sz="3000" b="1">
                          <a:solidFill>
                            <a:srgbClr val="0000FF"/>
                          </a:solidFill>
                          <a:latin typeface="Arial Narrow" panose="020B0606020202030204" pitchFamily="34" charset="0"/>
                          <a:ea typeface="楷体_GB2312" charset="-122"/>
                          <a:cs typeface="楷体_GB2312" charset="-122"/>
                        </a:defRPr>
                      </a:lvl2pPr>
                      <a:lvl3pPr marL="1143000" indent="-228600" algn="l" rtl="0" eaLnBrk="0" fontAlgn="base" hangingPunct="0">
                        <a:lnSpc>
                          <a:spcPct val="13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CC"/>
                        </a:buClr>
                        <a:buSzPct val="80000"/>
                        <a:buFont typeface="Wingdings" panose="05000000000000000000" pitchFamily="2" charset="2"/>
                        <a:buChar char="n"/>
                        <a:defRPr sz="3000" b="1">
                          <a:solidFill>
                            <a:srgbClr val="0000FF"/>
                          </a:solidFill>
                          <a:latin typeface="Arial Narrow" panose="020B0606020202030204" pitchFamily="34" charset="0"/>
                          <a:ea typeface="楷体_GB2312" charset="-122"/>
                          <a:cs typeface="楷体_GB2312" charset="-122"/>
                        </a:defRPr>
                      </a:lvl3pPr>
                      <a:lvl4pPr marL="1600200" indent="-228600" algn="l" rtl="0" eaLnBrk="0" fontAlgn="base" hangingPunct="0">
                        <a:lnSpc>
                          <a:spcPct val="13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CC"/>
                        </a:buClr>
                        <a:buSzPct val="80000"/>
                        <a:buFont typeface="Wingdings" panose="05000000000000000000" pitchFamily="2" charset="2"/>
                        <a:buChar char="o"/>
                        <a:defRPr sz="2800" b="1">
                          <a:solidFill>
                            <a:srgbClr val="0000FF"/>
                          </a:solidFill>
                          <a:latin typeface="Arial Narrow" panose="020B0606020202030204" pitchFamily="34" charset="0"/>
                          <a:ea typeface="楷体_GB2312" charset="-122"/>
                          <a:cs typeface="楷体_GB2312" charset="-122"/>
                        </a:defRPr>
                      </a:lvl4pPr>
                      <a:lvl5pPr marL="2057400" indent="-228600" algn="l" rtl="0" eaLnBrk="0" fontAlgn="base" hangingPunct="0">
                        <a:lnSpc>
                          <a:spcPct val="13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CC"/>
                        </a:buClr>
                        <a:buSzPct val="80000"/>
                        <a:buFont typeface="Wingdings" panose="05000000000000000000" pitchFamily="2" charset="2"/>
                        <a:buChar char="o"/>
                        <a:defRPr sz="2800" b="1">
                          <a:solidFill>
                            <a:srgbClr val="0000FF"/>
                          </a:solidFill>
                          <a:latin typeface="Arial Narrow" panose="020B0606020202030204" pitchFamily="34" charset="0"/>
                          <a:ea typeface="楷体_GB2312" charset="-122"/>
                          <a:cs typeface="楷体_GB2312" charset="-122"/>
                        </a:defRPr>
                      </a:lvl5pPr>
                    </a:lstStyle>
                    <a:p>
                      <a:pPr marL="0" lvl="0" indent="0" ea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</a:pPr>
                      <a:r>
                        <a:rPr lang="en-US" altLang="zh-CN" sz="2000" b="1" i="1" dirty="0">
                          <a:solidFill>
                            <a:srgbClr val="003300"/>
                          </a:solidFill>
                        </a:rPr>
                        <a:t>q</a:t>
                      </a:r>
                      <a:r>
                        <a:rPr lang="en-US" altLang="zh-CN" sz="2000" b="1" baseline="-25000" dirty="0">
                          <a:solidFill>
                            <a:srgbClr val="003300"/>
                          </a:solidFill>
                        </a:rPr>
                        <a:t>0</a:t>
                      </a:r>
                      <a:r>
                        <a:rPr lang="en-US" altLang="zh-CN" sz="2000" b="1" i="1" dirty="0">
                          <a:solidFill>
                            <a:srgbClr val="003300"/>
                          </a:solidFill>
                        </a:rPr>
                        <a:t>w</a:t>
                      </a:r>
                      <a:endParaRPr lang="en-US" altLang="zh-CN" sz="2000" b="1" baseline="-25000" dirty="0">
                        <a:solidFill>
                          <a:srgbClr val="003300"/>
                        </a:solidFill>
                      </a:endParaRPr>
                    </a:p>
                  </p:txBody>
                </p:sp>
                <p:grpSp>
                  <p:nvGrpSpPr>
                    <p:cNvPr id="203865" name="Group 58"/>
                    <p:cNvGrpSpPr/>
                    <p:nvPr/>
                  </p:nvGrpSpPr>
                  <p:grpSpPr>
                    <a:xfrm>
                      <a:off x="2408" y="870"/>
                      <a:ext cx="1369" cy="1303"/>
                      <a:chOff x="520" y="702"/>
                      <a:chExt cx="949" cy="1083"/>
                    </a:xfrm>
                  </p:grpSpPr>
                  <p:sp>
                    <p:nvSpPr>
                      <p:cNvPr id="203874" name="Rectangle 59"/>
                      <p:cNvSpPr/>
                      <p:nvPr/>
                    </p:nvSpPr>
                    <p:spPr>
                      <a:xfrm>
                        <a:off x="520" y="702"/>
                        <a:ext cx="949" cy="1083"/>
                      </a:xfrm>
                      <a:prstGeom prst="rect">
                        <a:avLst/>
                      </a:prstGeom>
                      <a:noFill/>
                      <a:ln w="28575" cap="flat" cmpd="sng">
                        <a:solidFill>
                          <a:srgbClr val="0000CC"/>
                        </a:solidFill>
                        <a:prstDash val="solid"/>
                        <a:miter/>
                        <a:headEnd type="none" w="med" len="med"/>
                        <a:tailEnd type="none" w="med" len="med"/>
                      </a:ln>
                    </p:spPr>
                    <p:txBody>
                      <a:bodyPr wrap="none" anchor="ctr" anchorCtr="0"/>
                      <a:lstStyle>
                        <a:lvl1pPr marL="342900" indent="-342900" algn="l" rtl="0" eaLnBrk="0" fontAlgn="base" hangingPunct="0">
                          <a:lnSpc>
                            <a:spcPct val="130000"/>
                          </a:lnSpc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defRPr sz="2400">
                            <a:solidFill>
                              <a:srgbClr val="0000FF"/>
                            </a:solidFill>
                            <a:latin typeface="Times New Roman" panose="02020603050405020304" pitchFamily="18" charset="0"/>
                            <a:ea typeface="+mn-ea"/>
                            <a:cs typeface="+mn-cs"/>
                          </a:defRPr>
                        </a:lvl1pPr>
                        <a:lvl2pPr marL="742950" indent="-285750" algn="l" rtl="0" eaLnBrk="0" fontAlgn="base" hangingPunct="0">
                          <a:lnSpc>
                            <a:spcPct val="130000"/>
                          </a:lnSpc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Clr>
                            <a:srgbClr val="0000CC"/>
                          </a:buClr>
                          <a:buSzPct val="80000"/>
                          <a:buFont typeface="Wingdings" panose="05000000000000000000" pitchFamily="2" charset="2"/>
                          <a:buChar char="o"/>
                          <a:defRPr sz="3000" b="1">
                            <a:solidFill>
                              <a:srgbClr val="0000FF"/>
                            </a:solidFill>
                            <a:latin typeface="Arial Narrow" panose="020B0606020202030204" pitchFamily="34" charset="0"/>
                            <a:ea typeface="楷体_GB2312" charset="-122"/>
                            <a:cs typeface="楷体_GB2312" charset="-122"/>
                          </a:defRPr>
                        </a:lvl2pPr>
                        <a:lvl3pPr marL="1143000" indent="-228600" algn="l" rtl="0" eaLnBrk="0" fontAlgn="base" hangingPunct="0">
                          <a:lnSpc>
                            <a:spcPct val="130000"/>
                          </a:lnSpc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Clr>
                            <a:srgbClr val="0000CC"/>
                          </a:buClr>
                          <a:buSzPct val="80000"/>
                          <a:buFont typeface="Wingdings" panose="05000000000000000000" pitchFamily="2" charset="2"/>
                          <a:buChar char="n"/>
                          <a:defRPr sz="3000" b="1">
                            <a:solidFill>
                              <a:srgbClr val="0000FF"/>
                            </a:solidFill>
                            <a:latin typeface="Arial Narrow" panose="020B0606020202030204" pitchFamily="34" charset="0"/>
                            <a:ea typeface="楷体_GB2312" charset="-122"/>
                            <a:cs typeface="楷体_GB2312" charset="-122"/>
                          </a:defRPr>
                        </a:lvl3pPr>
                        <a:lvl4pPr marL="1600200" indent="-228600" algn="l" rtl="0" eaLnBrk="0" fontAlgn="base" hangingPunct="0">
                          <a:lnSpc>
                            <a:spcPct val="130000"/>
                          </a:lnSpc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Clr>
                            <a:srgbClr val="0000CC"/>
                          </a:buClr>
                          <a:buSzPct val="80000"/>
                          <a:buFont typeface="Wingdings" panose="05000000000000000000" pitchFamily="2" charset="2"/>
                          <a:buChar char="o"/>
                          <a:defRPr sz="2800" b="1">
                            <a:solidFill>
                              <a:srgbClr val="0000FF"/>
                            </a:solidFill>
                            <a:latin typeface="Arial Narrow" panose="020B0606020202030204" pitchFamily="34" charset="0"/>
                            <a:ea typeface="楷体_GB2312" charset="-122"/>
                            <a:cs typeface="楷体_GB2312" charset="-122"/>
                          </a:defRPr>
                        </a:lvl4pPr>
                        <a:lvl5pPr marL="2057400" indent="-228600" algn="l" rtl="0" eaLnBrk="0" fontAlgn="base" hangingPunct="0">
                          <a:lnSpc>
                            <a:spcPct val="130000"/>
                          </a:lnSpc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Clr>
                            <a:srgbClr val="0000CC"/>
                          </a:buClr>
                          <a:buSzPct val="80000"/>
                          <a:buFont typeface="Wingdings" panose="05000000000000000000" pitchFamily="2" charset="2"/>
                          <a:buChar char="o"/>
                          <a:defRPr sz="2800" b="1">
                            <a:solidFill>
                              <a:srgbClr val="0000FF"/>
                            </a:solidFill>
                            <a:latin typeface="Arial Narrow" panose="020B0606020202030204" pitchFamily="34" charset="0"/>
                            <a:ea typeface="楷体_GB2312" charset="-122"/>
                            <a:cs typeface="楷体_GB2312" charset="-122"/>
                          </a:defRPr>
                        </a:lvl5pPr>
                      </a:lstStyle>
                      <a:p>
                        <a:pPr marL="0" lvl="0" indent="0" eaLnBrk="1" hangingPunct="1">
                          <a:lnSpc>
                            <a:spcPct val="120000"/>
                          </a:lnSpc>
                          <a:spcBef>
                            <a:spcPct val="50000"/>
                          </a:spcBef>
                        </a:pPr>
                        <a:endParaRPr lang="zh-CN" altLang="en-US" sz="2000" b="1" dirty="0">
                          <a:solidFill>
                            <a:srgbClr val="003300"/>
                          </a:solidFill>
                        </a:endParaRPr>
                      </a:p>
                    </p:txBody>
                  </p:sp>
                  <p:grpSp>
                    <p:nvGrpSpPr>
                      <p:cNvPr id="203875" name="Group 60"/>
                      <p:cNvGrpSpPr/>
                      <p:nvPr/>
                    </p:nvGrpSpPr>
                    <p:grpSpPr>
                      <a:xfrm>
                        <a:off x="761" y="710"/>
                        <a:ext cx="478" cy="1064"/>
                        <a:chOff x="761" y="710"/>
                        <a:chExt cx="478" cy="1042"/>
                      </a:xfrm>
                    </p:grpSpPr>
                    <p:sp>
                      <p:nvSpPr>
                        <p:cNvPr id="203876" name="Line 61"/>
                        <p:cNvSpPr/>
                        <p:nvPr/>
                      </p:nvSpPr>
                      <p:spPr>
                        <a:xfrm>
                          <a:off x="761" y="710"/>
                          <a:ext cx="0" cy="1037"/>
                        </a:xfrm>
                        <a:prstGeom prst="line">
                          <a:avLst/>
                        </a:prstGeom>
                        <a:ln w="28575" cap="flat" cmpd="sng">
                          <a:solidFill>
                            <a:srgbClr val="0000CC"/>
                          </a:solidFill>
                          <a:prstDash val="solid"/>
                          <a:headEnd type="none" w="med" len="med"/>
                          <a:tailEnd type="none" w="med" len="med"/>
                        </a:ln>
                      </p:spPr>
                    </p:sp>
                    <p:sp>
                      <p:nvSpPr>
                        <p:cNvPr id="203877" name="Line 62"/>
                        <p:cNvSpPr/>
                        <p:nvPr/>
                      </p:nvSpPr>
                      <p:spPr>
                        <a:xfrm>
                          <a:off x="994" y="711"/>
                          <a:ext cx="0" cy="1041"/>
                        </a:xfrm>
                        <a:prstGeom prst="line">
                          <a:avLst/>
                        </a:prstGeom>
                        <a:ln w="28575" cap="flat" cmpd="sng">
                          <a:solidFill>
                            <a:srgbClr val="0000CC"/>
                          </a:solidFill>
                          <a:prstDash val="solid"/>
                          <a:headEnd type="none" w="med" len="med"/>
                          <a:tailEnd type="none" w="med" len="med"/>
                        </a:ln>
                      </p:spPr>
                    </p:sp>
                    <p:sp>
                      <p:nvSpPr>
                        <p:cNvPr id="203878" name="Line 63"/>
                        <p:cNvSpPr/>
                        <p:nvPr/>
                      </p:nvSpPr>
                      <p:spPr>
                        <a:xfrm>
                          <a:off x="1239" y="710"/>
                          <a:ext cx="0" cy="1041"/>
                        </a:xfrm>
                        <a:prstGeom prst="line">
                          <a:avLst/>
                        </a:prstGeom>
                        <a:ln w="28575" cap="flat" cmpd="sng">
                          <a:solidFill>
                            <a:srgbClr val="0000CC"/>
                          </a:solidFill>
                          <a:prstDash val="solid"/>
                          <a:headEnd type="none" w="med" len="med"/>
                          <a:tailEnd type="none" w="med" len="med"/>
                        </a:ln>
                      </p:spPr>
                    </p:sp>
                  </p:grpSp>
                </p:grpSp>
                <p:sp>
                  <p:nvSpPr>
                    <p:cNvPr id="203866" name="Line 64"/>
                    <p:cNvSpPr/>
                    <p:nvPr/>
                  </p:nvSpPr>
                  <p:spPr>
                    <a:xfrm>
                      <a:off x="2401" y="1528"/>
                      <a:ext cx="1368" cy="0"/>
                    </a:xfrm>
                    <a:prstGeom prst="line">
                      <a:avLst/>
                    </a:prstGeom>
                    <a:ln w="28575" cap="flat" cmpd="sng">
                      <a:solidFill>
                        <a:srgbClr val="0000CC"/>
                      </a:solidFill>
                      <a:prstDash val="solid"/>
                      <a:headEnd type="none" w="med" len="med"/>
                      <a:tailEnd type="none" w="med" len="med"/>
                    </a:ln>
                  </p:spPr>
                </p:sp>
                <p:sp>
                  <p:nvSpPr>
                    <p:cNvPr id="203867" name="Line 65"/>
                    <p:cNvSpPr/>
                    <p:nvPr/>
                  </p:nvSpPr>
                  <p:spPr>
                    <a:xfrm>
                      <a:off x="2409" y="1859"/>
                      <a:ext cx="1368" cy="0"/>
                    </a:xfrm>
                    <a:prstGeom prst="line">
                      <a:avLst/>
                    </a:prstGeom>
                    <a:ln w="28575" cap="flat" cmpd="sng">
                      <a:solidFill>
                        <a:srgbClr val="0000CC"/>
                      </a:solidFill>
                      <a:prstDash val="solid"/>
                      <a:headEnd type="none" w="med" len="med"/>
                      <a:tailEnd type="none" w="med" len="med"/>
                    </a:ln>
                  </p:spPr>
                </p:sp>
                <p:sp>
                  <p:nvSpPr>
                    <p:cNvPr id="203868" name="Rectangle 67"/>
                    <p:cNvSpPr/>
                    <p:nvPr/>
                  </p:nvSpPr>
                  <p:spPr>
                    <a:xfrm>
                      <a:off x="3129" y="888"/>
                      <a:ext cx="270" cy="322"/>
                    </a:xfrm>
                    <a:prstGeom prst="rect">
                      <a:avLst/>
                    </a:prstGeom>
                    <a:noFill/>
                    <a:ln w="9525">
                      <a:noFill/>
                    </a:ln>
                  </p:spPr>
                  <p:txBody>
                    <a:bodyPr wrap="none">
                      <a:spAutoFit/>
                    </a:bodyPr>
                    <a:lstStyle>
                      <a:lvl1pPr marL="342900" indent="-342900" algn="l" rtl="0" eaLnBrk="0" fontAlgn="base" hangingPunct="0">
                        <a:lnSpc>
                          <a:spcPct val="13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defRPr sz="2400">
                          <a:solidFill>
                            <a:srgbClr val="0000FF"/>
                          </a:solidFill>
                          <a:latin typeface="Times New Roman" panose="02020603050405020304" pitchFamily="18" charset="0"/>
                          <a:ea typeface="+mn-ea"/>
                          <a:cs typeface="+mn-cs"/>
                        </a:defRPr>
                      </a:lvl1pPr>
                      <a:lvl2pPr marL="742950" indent="-285750" algn="l" rtl="0" eaLnBrk="0" fontAlgn="base" hangingPunct="0">
                        <a:lnSpc>
                          <a:spcPct val="13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CC"/>
                        </a:buClr>
                        <a:buSzPct val="80000"/>
                        <a:buFont typeface="Wingdings" panose="05000000000000000000" pitchFamily="2" charset="2"/>
                        <a:buChar char="o"/>
                        <a:defRPr sz="3000" b="1">
                          <a:solidFill>
                            <a:srgbClr val="0000FF"/>
                          </a:solidFill>
                          <a:latin typeface="Arial Narrow" panose="020B0606020202030204" pitchFamily="34" charset="0"/>
                          <a:ea typeface="楷体_GB2312" charset="-122"/>
                          <a:cs typeface="楷体_GB2312" charset="-122"/>
                        </a:defRPr>
                      </a:lvl2pPr>
                      <a:lvl3pPr marL="1143000" indent="-228600" algn="l" rtl="0" eaLnBrk="0" fontAlgn="base" hangingPunct="0">
                        <a:lnSpc>
                          <a:spcPct val="13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CC"/>
                        </a:buClr>
                        <a:buSzPct val="80000"/>
                        <a:buFont typeface="Wingdings" panose="05000000000000000000" pitchFamily="2" charset="2"/>
                        <a:buChar char="n"/>
                        <a:defRPr sz="3000" b="1">
                          <a:solidFill>
                            <a:srgbClr val="0000FF"/>
                          </a:solidFill>
                          <a:latin typeface="Arial Narrow" panose="020B0606020202030204" pitchFamily="34" charset="0"/>
                          <a:ea typeface="楷体_GB2312" charset="-122"/>
                          <a:cs typeface="楷体_GB2312" charset="-122"/>
                        </a:defRPr>
                      </a:lvl3pPr>
                      <a:lvl4pPr marL="1600200" indent="-228600" algn="l" rtl="0" eaLnBrk="0" fontAlgn="base" hangingPunct="0">
                        <a:lnSpc>
                          <a:spcPct val="13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CC"/>
                        </a:buClr>
                        <a:buSzPct val="80000"/>
                        <a:buFont typeface="Wingdings" panose="05000000000000000000" pitchFamily="2" charset="2"/>
                        <a:buChar char="o"/>
                        <a:defRPr sz="2800" b="1">
                          <a:solidFill>
                            <a:srgbClr val="0000FF"/>
                          </a:solidFill>
                          <a:latin typeface="Arial Narrow" panose="020B0606020202030204" pitchFamily="34" charset="0"/>
                          <a:ea typeface="楷体_GB2312" charset="-122"/>
                          <a:cs typeface="楷体_GB2312" charset="-122"/>
                        </a:defRPr>
                      </a:lvl4pPr>
                      <a:lvl5pPr marL="2057400" indent="-228600" algn="l" rtl="0" eaLnBrk="0" fontAlgn="base" hangingPunct="0">
                        <a:lnSpc>
                          <a:spcPct val="13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CC"/>
                        </a:buClr>
                        <a:buSzPct val="80000"/>
                        <a:buFont typeface="Wingdings" panose="05000000000000000000" pitchFamily="2" charset="2"/>
                        <a:buChar char="o"/>
                        <a:defRPr sz="2800" b="1">
                          <a:solidFill>
                            <a:srgbClr val="0000FF"/>
                          </a:solidFill>
                          <a:latin typeface="Arial Narrow" panose="020B0606020202030204" pitchFamily="34" charset="0"/>
                          <a:ea typeface="楷体_GB2312" charset="-122"/>
                          <a:cs typeface="楷体_GB2312" charset="-122"/>
                        </a:defRPr>
                      </a:lvl5pPr>
                    </a:lstStyle>
                    <a:p>
                      <a:pPr marL="0" lvl="0" indent="0" ea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</a:pPr>
                      <a:r>
                        <a:rPr lang="en-US" altLang="zh-CN" sz="2000" b="1" dirty="0">
                          <a:solidFill>
                            <a:srgbClr val="C00000"/>
                          </a:solidFill>
                        </a:rPr>
                        <a:t>1</a:t>
                      </a:r>
                      <a:endParaRPr lang="en-US" altLang="zh-CN" sz="2000" b="1" dirty="0">
                        <a:solidFill>
                          <a:srgbClr val="C00000"/>
                        </a:solidFill>
                        <a:ea typeface="Times New Roman" panose="02020603050405020304" pitchFamily="18" charset="0"/>
                      </a:endParaRPr>
                    </a:p>
                  </p:txBody>
                </p:sp>
                <p:sp>
                  <p:nvSpPr>
                    <p:cNvPr id="203869" name="Text Box 70"/>
                    <p:cNvSpPr txBox="1"/>
                    <p:nvPr/>
                  </p:nvSpPr>
                  <p:spPr>
                    <a:xfrm>
                      <a:off x="3130" y="1508"/>
                      <a:ext cx="279" cy="322"/>
                    </a:xfrm>
                    <a:prstGeom prst="rect">
                      <a:avLst/>
                    </a:prstGeom>
                    <a:noFill/>
                    <a:ln w="9525">
                      <a:noFill/>
                    </a:ln>
                  </p:spPr>
                  <p:txBody>
                    <a:bodyPr>
                      <a:spAutoFit/>
                    </a:bodyPr>
                    <a:lstStyle>
                      <a:lvl1pPr marL="342900" indent="-342900" algn="l" rtl="0" eaLnBrk="0" fontAlgn="base" hangingPunct="0">
                        <a:lnSpc>
                          <a:spcPct val="13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defRPr sz="2400">
                          <a:solidFill>
                            <a:srgbClr val="0000FF"/>
                          </a:solidFill>
                          <a:latin typeface="Times New Roman" panose="02020603050405020304" pitchFamily="18" charset="0"/>
                          <a:ea typeface="+mn-ea"/>
                          <a:cs typeface="+mn-cs"/>
                        </a:defRPr>
                      </a:lvl1pPr>
                      <a:lvl2pPr marL="742950" indent="-285750" algn="l" rtl="0" eaLnBrk="0" fontAlgn="base" hangingPunct="0">
                        <a:lnSpc>
                          <a:spcPct val="13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CC"/>
                        </a:buClr>
                        <a:buSzPct val="80000"/>
                        <a:buFont typeface="Wingdings" panose="05000000000000000000" pitchFamily="2" charset="2"/>
                        <a:buChar char="o"/>
                        <a:defRPr sz="3000" b="1">
                          <a:solidFill>
                            <a:srgbClr val="0000FF"/>
                          </a:solidFill>
                          <a:latin typeface="Arial Narrow" panose="020B0606020202030204" pitchFamily="34" charset="0"/>
                          <a:ea typeface="楷体_GB2312" charset="-122"/>
                          <a:cs typeface="楷体_GB2312" charset="-122"/>
                        </a:defRPr>
                      </a:lvl2pPr>
                      <a:lvl3pPr marL="1143000" indent="-228600" algn="l" rtl="0" eaLnBrk="0" fontAlgn="base" hangingPunct="0">
                        <a:lnSpc>
                          <a:spcPct val="13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CC"/>
                        </a:buClr>
                        <a:buSzPct val="80000"/>
                        <a:buFont typeface="Wingdings" panose="05000000000000000000" pitchFamily="2" charset="2"/>
                        <a:buChar char="n"/>
                        <a:defRPr sz="3000" b="1">
                          <a:solidFill>
                            <a:srgbClr val="0000FF"/>
                          </a:solidFill>
                          <a:latin typeface="Arial Narrow" panose="020B0606020202030204" pitchFamily="34" charset="0"/>
                          <a:ea typeface="楷体_GB2312" charset="-122"/>
                          <a:cs typeface="楷体_GB2312" charset="-122"/>
                        </a:defRPr>
                      </a:lvl3pPr>
                      <a:lvl4pPr marL="1600200" indent="-228600" algn="l" rtl="0" eaLnBrk="0" fontAlgn="base" hangingPunct="0">
                        <a:lnSpc>
                          <a:spcPct val="13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CC"/>
                        </a:buClr>
                        <a:buSzPct val="80000"/>
                        <a:buFont typeface="Wingdings" panose="05000000000000000000" pitchFamily="2" charset="2"/>
                        <a:buChar char="o"/>
                        <a:defRPr sz="2800" b="1">
                          <a:solidFill>
                            <a:srgbClr val="0000FF"/>
                          </a:solidFill>
                          <a:latin typeface="Arial Narrow" panose="020B0606020202030204" pitchFamily="34" charset="0"/>
                          <a:ea typeface="楷体_GB2312" charset="-122"/>
                          <a:cs typeface="楷体_GB2312" charset="-122"/>
                        </a:defRPr>
                      </a:lvl4pPr>
                      <a:lvl5pPr marL="2057400" indent="-228600" algn="l" rtl="0" eaLnBrk="0" fontAlgn="base" hangingPunct="0">
                        <a:lnSpc>
                          <a:spcPct val="13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CC"/>
                        </a:buClr>
                        <a:buSzPct val="80000"/>
                        <a:buFont typeface="Wingdings" panose="05000000000000000000" pitchFamily="2" charset="2"/>
                        <a:buChar char="o"/>
                        <a:defRPr sz="2800" b="1">
                          <a:solidFill>
                            <a:srgbClr val="0000FF"/>
                          </a:solidFill>
                          <a:latin typeface="Arial Narrow" panose="020B0606020202030204" pitchFamily="34" charset="0"/>
                          <a:ea typeface="楷体_GB2312" charset="-122"/>
                          <a:cs typeface="楷体_GB2312" charset="-122"/>
                        </a:defRPr>
                      </a:lvl5pPr>
                    </a:lstStyle>
                    <a:p>
                      <a:pPr marL="0" lvl="0" indent="0" ea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</a:pPr>
                      <a:r>
                        <a:rPr lang="en-US" altLang="zh-CN" sz="2000" b="1" dirty="0">
                          <a:solidFill>
                            <a:srgbClr val="000000"/>
                          </a:solidFill>
                        </a:rPr>
                        <a:t>0</a:t>
                      </a:r>
                      <a:endParaRPr lang="en-US" altLang="zh-CN" sz="2000" b="1" dirty="0">
                        <a:solidFill>
                          <a:srgbClr val="000000"/>
                        </a:solidFill>
                        <a:ea typeface="Times New Roman" panose="02020603050405020304" pitchFamily="18" charset="0"/>
                      </a:endParaRPr>
                    </a:p>
                  </p:txBody>
                </p:sp>
                <p:sp>
                  <p:nvSpPr>
                    <p:cNvPr id="203870" name="Rectangle 73"/>
                    <p:cNvSpPr/>
                    <p:nvPr/>
                  </p:nvSpPr>
                  <p:spPr>
                    <a:xfrm>
                      <a:off x="3135" y="1177"/>
                      <a:ext cx="270" cy="322"/>
                    </a:xfrm>
                    <a:prstGeom prst="rect">
                      <a:avLst/>
                    </a:prstGeom>
                    <a:noFill/>
                    <a:ln w="9525">
                      <a:noFill/>
                    </a:ln>
                  </p:spPr>
                  <p:txBody>
                    <a:bodyPr wrap="none">
                      <a:spAutoFit/>
                    </a:bodyPr>
                    <a:lstStyle>
                      <a:lvl1pPr marL="342900" indent="-342900" algn="l" rtl="0" eaLnBrk="0" fontAlgn="base" hangingPunct="0">
                        <a:lnSpc>
                          <a:spcPct val="13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defRPr sz="2400">
                          <a:solidFill>
                            <a:srgbClr val="0000FF"/>
                          </a:solidFill>
                          <a:latin typeface="Times New Roman" panose="02020603050405020304" pitchFamily="18" charset="0"/>
                          <a:ea typeface="+mn-ea"/>
                          <a:cs typeface="+mn-cs"/>
                        </a:defRPr>
                      </a:lvl1pPr>
                      <a:lvl2pPr marL="742950" indent="-285750" algn="l" rtl="0" eaLnBrk="0" fontAlgn="base" hangingPunct="0">
                        <a:lnSpc>
                          <a:spcPct val="13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CC"/>
                        </a:buClr>
                        <a:buSzPct val="80000"/>
                        <a:buFont typeface="Wingdings" panose="05000000000000000000" pitchFamily="2" charset="2"/>
                        <a:buChar char="o"/>
                        <a:defRPr sz="3000" b="1">
                          <a:solidFill>
                            <a:srgbClr val="0000FF"/>
                          </a:solidFill>
                          <a:latin typeface="Arial Narrow" panose="020B0606020202030204" pitchFamily="34" charset="0"/>
                          <a:ea typeface="楷体_GB2312" charset="-122"/>
                          <a:cs typeface="楷体_GB2312" charset="-122"/>
                        </a:defRPr>
                      </a:lvl2pPr>
                      <a:lvl3pPr marL="1143000" indent="-228600" algn="l" rtl="0" eaLnBrk="0" fontAlgn="base" hangingPunct="0">
                        <a:lnSpc>
                          <a:spcPct val="13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CC"/>
                        </a:buClr>
                        <a:buSzPct val="80000"/>
                        <a:buFont typeface="Wingdings" panose="05000000000000000000" pitchFamily="2" charset="2"/>
                        <a:buChar char="n"/>
                        <a:defRPr sz="3000" b="1">
                          <a:solidFill>
                            <a:srgbClr val="0000FF"/>
                          </a:solidFill>
                          <a:latin typeface="Arial Narrow" panose="020B0606020202030204" pitchFamily="34" charset="0"/>
                          <a:ea typeface="楷体_GB2312" charset="-122"/>
                          <a:cs typeface="楷体_GB2312" charset="-122"/>
                        </a:defRPr>
                      </a:lvl3pPr>
                      <a:lvl4pPr marL="1600200" indent="-228600" algn="l" rtl="0" eaLnBrk="0" fontAlgn="base" hangingPunct="0">
                        <a:lnSpc>
                          <a:spcPct val="13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CC"/>
                        </a:buClr>
                        <a:buSzPct val="80000"/>
                        <a:buFont typeface="Wingdings" panose="05000000000000000000" pitchFamily="2" charset="2"/>
                        <a:buChar char="o"/>
                        <a:defRPr sz="2800" b="1">
                          <a:solidFill>
                            <a:srgbClr val="0000FF"/>
                          </a:solidFill>
                          <a:latin typeface="Arial Narrow" panose="020B0606020202030204" pitchFamily="34" charset="0"/>
                          <a:ea typeface="楷体_GB2312" charset="-122"/>
                          <a:cs typeface="楷体_GB2312" charset="-122"/>
                        </a:defRPr>
                      </a:lvl4pPr>
                      <a:lvl5pPr marL="2057400" indent="-228600" algn="l" rtl="0" eaLnBrk="0" fontAlgn="base" hangingPunct="0">
                        <a:lnSpc>
                          <a:spcPct val="13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CC"/>
                        </a:buClr>
                        <a:buSzPct val="80000"/>
                        <a:buFont typeface="Wingdings" panose="05000000000000000000" pitchFamily="2" charset="2"/>
                        <a:buChar char="o"/>
                        <a:defRPr sz="2800" b="1">
                          <a:solidFill>
                            <a:srgbClr val="0000FF"/>
                          </a:solidFill>
                          <a:latin typeface="Arial Narrow" panose="020B0606020202030204" pitchFamily="34" charset="0"/>
                          <a:ea typeface="楷体_GB2312" charset="-122"/>
                          <a:cs typeface="楷体_GB2312" charset="-122"/>
                        </a:defRPr>
                      </a:lvl5pPr>
                    </a:lstStyle>
                    <a:p>
                      <a:pPr marL="0" lvl="0" indent="0" ea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</a:pPr>
                      <a:r>
                        <a:rPr lang="en-US" altLang="zh-CN" sz="2000" b="1" dirty="0">
                          <a:solidFill>
                            <a:srgbClr val="C00000"/>
                          </a:solidFill>
                        </a:rPr>
                        <a:t>1</a:t>
                      </a:r>
                      <a:endParaRPr lang="en-US" altLang="zh-CN" sz="2000" b="1" dirty="0">
                        <a:solidFill>
                          <a:srgbClr val="C00000"/>
                        </a:solidFill>
                        <a:ea typeface="Times New Roman" panose="02020603050405020304" pitchFamily="18" charset="0"/>
                      </a:endParaRPr>
                    </a:p>
                  </p:txBody>
                </p:sp>
                <p:sp>
                  <p:nvSpPr>
                    <p:cNvPr id="203871" name="Text Box 76"/>
                    <p:cNvSpPr txBox="1"/>
                    <p:nvPr/>
                  </p:nvSpPr>
                  <p:spPr>
                    <a:xfrm>
                      <a:off x="3487" y="851"/>
                      <a:ext cx="366" cy="346"/>
                    </a:xfrm>
                    <a:prstGeom prst="rect">
                      <a:avLst/>
                    </a:prstGeom>
                    <a:noFill/>
                    <a:ln w="9525">
                      <a:noFill/>
                    </a:ln>
                  </p:spPr>
                  <p:txBody>
                    <a:bodyPr>
                      <a:spAutoFit/>
                    </a:bodyPr>
                    <a:lstStyle>
                      <a:lvl1pPr marL="342900" indent="-342900" algn="l" rtl="0" eaLnBrk="0" fontAlgn="base" hangingPunct="0">
                        <a:lnSpc>
                          <a:spcPct val="13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defRPr sz="2400">
                          <a:solidFill>
                            <a:srgbClr val="0000FF"/>
                          </a:solidFill>
                          <a:latin typeface="Times New Roman" panose="02020603050405020304" pitchFamily="18" charset="0"/>
                          <a:ea typeface="+mn-ea"/>
                          <a:cs typeface="+mn-cs"/>
                        </a:defRPr>
                      </a:lvl1pPr>
                      <a:lvl2pPr marL="742950" indent="-285750" algn="l" rtl="0" eaLnBrk="0" fontAlgn="base" hangingPunct="0">
                        <a:lnSpc>
                          <a:spcPct val="13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CC"/>
                        </a:buClr>
                        <a:buSzPct val="80000"/>
                        <a:buFont typeface="Wingdings" panose="05000000000000000000" pitchFamily="2" charset="2"/>
                        <a:buChar char="o"/>
                        <a:defRPr sz="3000" b="1">
                          <a:solidFill>
                            <a:srgbClr val="0000FF"/>
                          </a:solidFill>
                          <a:latin typeface="Arial Narrow" panose="020B0606020202030204" pitchFamily="34" charset="0"/>
                          <a:ea typeface="楷体_GB2312" charset="-122"/>
                          <a:cs typeface="楷体_GB2312" charset="-122"/>
                        </a:defRPr>
                      </a:lvl2pPr>
                      <a:lvl3pPr marL="1143000" indent="-228600" algn="l" rtl="0" eaLnBrk="0" fontAlgn="base" hangingPunct="0">
                        <a:lnSpc>
                          <a:spcPct val="13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CC"/>
                        </a:buClr>
                        <a:buSzPct val="80000"/>
                        <a:buFont typeface="Wingdings" panose="05000000000000000000" pitchFamily="2" charset="2"/>
                        <a:buChar char="n"/>
                        <a:defRPr sz="3000" b="1">
                          <a:solidFill>
                            <a:srgbClr val="0000FF"/>
                          </a:solidFill>
                          <a:latin typeface="Arial Narrow" panose="020B0606020202030204" pitchFamily="34" charset="0"/>
                          <a:ea typeface="楷体_GB2312" charset="-122"/>
                          <a:cs typeface="楷体_GB2312" charset="-122"/>
                        </a:defRPr>
                      </a:lvl3pPr>
                      <a:lvl4pPr marL="1600200" indent="-228600" algn="l" rtl="0" eaLnBrk="0" fontAlgn="base" hangingPunct="0">
                        <a:lnSpc>
                          <a:spcPct val="13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CC"/>
                        </a:buClr>
                        <a:buSzPct val="80000"/>
                        <a:buFont typeface="Wingdings" panose="05000000000000000000" pitchFamily="2" charset="2"/>
                        <a:buChar char="o"/>
                        <a:defRPr sz="2800" b="1">
                          <a:solidFill>
                            <a:srgbClr val="0000FF"/>
                          </a:solidFill>
                          <a:latin typeface="Arial Narrow" panose="020B0606020202030204" pitchFamily="34" charset="0"/>
                          <a:ea typeface="楷体_GB2312" charset="-122"/>
                          <a:cs typeface="楷体_GB2312" charset="-122"/>
                        </a:defRPr>
                      </a:lvl4pPr>
                      <a:lvl5pPr marL="2057400" indent="-228600" algn="l" rtl="0" eaLnBrk="0" fontAlgn="base" hangingPunct="0">
                        <a:lnSpc>
                          <a:spcPct val="13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CC"/>
                        </a:buClr>
                        <a:buSzPct val="80000"/>
                        <a:buFont typeface="Wingdings" panose="05000000000000000000" pitchFamily="2" charset="2"/>
                        <a:buChar char="o"/>
                        <a:defRPr sz="2800" b="1">
                          <a:solidFill>
                            <a:srgbClr val="0000FF"/>
                          </a:solidFill>
                          <a:latin typeface="Arial Narrow" panose="020B0606020202030204" pitchFamily="34" charset="0"/>
                          <a:ea typeface="楷体_GB2312" charset="-122"/>
                          <a:cs typeface="楷体_GB2312" charset="-122"/>
                        </a:defRPr>
                      </a:lvl5pPr>
                    </a:lstStyle>
                    <a:p>
                      <a:pPr marL="0" lvl="0" indent="0" eaLnBrk="1" hangingPunct="1">
                        <a:lnSpc>
                          <a:spcPct val="120000"/>
                        </a:lnSpc>
                        <a:spcBef>
                          <a:spcPct val="0"/>
                        </a:spcBef>
                      </a:pPr>
                      <a:r>
                        <a:rPr lang="en-US" altLang="zh-CN" sz="2000" b="1" dirty="0">
                          <a:solidFill>
                            <a:srgbClr val="000000"/>
                          </a:solidFill>
                        </a:rPr>
                        <a:t>0</a:t>
                      </a:r>
                      <a:endParaRPr lang="en-US" altLang="zh-CN" sz="2000" b="1" dirty="0">
                        <a:solidFill>
                          <a:srgbClr val="000000"/>
                        </a:solidFill>
                      </a:endParaRPr>
                    </a:p>
                  </p:txBody>
                </p:sp>
                <p:sp>
                  <p:nvSpPr>
                    <p:cNvPr id="203872" name="Line 79"/>
                    <p:cNvSpPr/>
                    <p:nvPr/>
                  </p:nvSpPr>
                  <p:spPr>
                    <a:xfrm>
                      <a:off x="2010" y="587"/>
                      <a:ext cx="396" cy="297"/>
                    </a:xfrm>
                    <a:prstGeom prst="line">
                      <a:avLst/>
                    </a:prstGeom>
                    <a:ln w="28575" cap="flat" cmpd="sng">
                      <a:solidFill>
                        <a:srgbClr val="0000CC"/>
                      </a:solidFill>
                      <a:prstDash val="solid"/>
                      <a:headEnd type="none" w="med" len="med"/>
                      <a:tailEnd type="none" w="med" len="med"/>
                    </a:ln>
                  </p:spPr>
                </p:sp>
                <p:sp>
                  <p:nvSpPr>
                    <p:cNvPr id="203873" name="Text Box 80"/>
                    <p:cNvSpPr txBox="1"/>
                    <p:nvPr/>
                  </p:nvSpPr>
                  <p:spPr>
                    <a:xfrm>
                      <a:off x="2458" y="890"/>
                      <a:ext cx="263" cy="322"/>
                    </a:xfrm>
                    <a:prstGeom prst="rect">
                      <a:avLst/>
                    </a:prstGeom>
                    <a:noFill/>
                    <a:ln w="9525">
                      <a:noFill/>
                    </a:ln>
                  </p:spPr>
                  <p:txBody>
                    <a:bodyPr>
                      <a:spAutoFit/>
                    </a:bodyPr>
                    <a:lstStyle>
                      <a:lvl1pPr marL="342900" indent="-342900" algn="l" rtl="0" eaLnBrk="0" fontAlgn="base" hangingPunct="0">
                        <a:lnSpc>
                          <a:spcPct val="13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defRPr sz="2400">
                          <a:solidFill>
                            <a:srgbClr val="0000FF"/>
                          </a:solidFill>
                          <a:latin typeface="Times New Roman" panose="02020603050405020304" pitchFamily="18" charset="0"/>
                          <a:ea typeface="+mn-ea"/>
                          <a:cs typeface="+mn-cs"/>
                        </a:defRPr>
                      </a:lvl1pPr>
                      <a:lvl2pPr marL="742950" indent="-285750" algn="l" rtl="0" eaLnBrk="0" fontAlgn="base" hangingPunct="0">
                        <a:lnSpc>
                          <a:spcPct val="13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CC"/>
                        </a:buClr>
                        <a:buSzPct val="80000"/>
                        <a:buFont typeface="Wingdings" panose="05000000000000000000" pitchFamily="2" charset="2"/>
                        <a:buChar char="o"/>
                        <a:defRPr sz="3000" b="1">
                          <a:solidFill>
                            <a:srgbClr val="0000FF"/>
                          </a:solidFill>
                          <a:latin typeface="Arial Narrow" panose="020B0606020202030204" pitchFamily="34" charset="0"/>
                          <a:ea typeface="楷体_GB2312" charset="-122"/>
                          <a:cs typeface="楷体_GB2312" charset="-122"/>
                        </a:defRPr>
                      </a:lvl2pPr>
                      <a:lvl3pPr marL="1143000" indent="-228600" algn="l" rtl="0" eaLnBrk="0" fontAlgn="base" hangingPunct="0">
                        <a:lnSpc>
                          <a:spcPct val="13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CC"/>
                        </a:buClr>
                        <a:buSzPct val="80000"/>
                        <a:buFont typeface="Wingdings" panose="05000000000000000000" pitchFamily="2" charset="2"/>
                        <a:buChar char="n"/>
                        <a:defRPr sz="3000" b="1">
                          <a:solidFill>
                            <a:srgbClr val="0000FF"/>
                          </a:solidFill>
                          <a:latin typeface="Arial Narrow" panose="020B0606020202030204" pitchFamily="34" charset="0"/>
                          <a:ea typeface="楷体_GB2312" charset="-122"/>
                          <a:cs typeface="楷体_GB2312" charset="-122"/>
                        </a:defRPr>
                      </a:lvl3pPr>
                      <a:lvl4pPr marL="1600200" indent="-228600" algn="l" rtl="0" eaLnBrk="0" fontAlgn="base" hangingPunct="0">
                        <a:lnSpc>
                          <a:spcPct val="13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CC"/>
                        </a:buClr>
                        <a:buSzPct val="80000"/>
                        <a:buFont typeface="Wingdings" panose="05000000000000000000" pitchFamily="2" charset="2"/>
                        <a:buChar char="o"/>
                        <a:defRPr sz="2800" b="1">
                          <a:solidFill>
                            <a:srgbClr val="0000FF"/>
                          </a:solidFill>
                          <a:latin typeface="Arial Narrow" panose="020B0606020202030204" pitchFamily="34" charset="0"/>
                          <a:ea typeface="楷体_GB2312" charset="-122"/>
                          <a:cs typeface="楷体_GB2312" charset="-122"/>
                        </a:defRPr>
                      </a:lvl4pPr>
                      <a:lvl5pPr marL="2057400" indent="-228600" algn="l" rtl="0" eaLnBrk="0" fontAlgn="base" hangingPunct="0">
                        <a:lnSpc>
                          <a:spcPct val="13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CC"/>
                        </a:buClr>
                        <a:buSzPct val="80000"/>
                        <a:buFont typeface="Wingdings" panose="05000000000000000000" pitchFamily="2" charset="2"/>
                        <a:buChar char="o"/>
                        <a:defRPr sz="2800" b="1">
                          <a:solidFill>
                            <a:srgbClr val="0000FF"/>
                          </a:solidFill>
                          <a:latin typeface="Arial Narrow" panose="020B0606020202030204" pitchFamily="34" charset="0"/>
                          <a:ea typeface="楷体_GB2312" charset="-122"/>
                          <a:cs typeface="楷体_GB2312" charset="-122"/>
                        </a:defRPr>
                      </a:lvl5pPr>
                    </a:lstStyle>
                    <a:p>
                      <a:pPr marL="0" lvl="0" indent="0" ea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</a:pPr>
                      <a:r>
                        <a:rPr lang="en-US" altLang="zh-CN" sz="2000" b="1" dirty="0">
                          <a:solidFill>
                            <a:srgbClr val="003300"/>
                          </a:solidFill>
                        </a:rPr>
                        <a:t>0</a:t>
                      </a:r>
                      <a:endParaRPr lang="en-US" altLang="zh-CN" sz="2000" b="1" dirty="0">
                        <a:solidFill>
                          <a:srgbClr val="003300"/>
                        </a:solidFill>
                        <a:ea typeface="Times New Roman" panose="02020603050405020304" pitchFamily="18" charset="0"/>
                      </a:endParaRPr>
                    </a:p>
                  </p:txBody>
                </p:sp>
              </p:grpSp>
              <p:sp>
                <p:nvSpPr>
                  <p:cNvPr id="203858" name="Rectangle 51"/>
                  <p:cNvSpPr/>
                  <p:nvPr/>
                </p:nvSpPr>
                <p:spPr>
                  <a:xfrm>
                    <a:off x="6258516" y="5152607"/>
                    <a:ext cx="256939" cy="320865"/>
                  </a:xfrm>
                  <a:prstGeom prst="rect">
                    <a:avLst/>
                  </a:prstGeom>
                  <a:noFill/>
                  <a:ln w="9525">
                    <a:noFill/>
                  </a:ln>
                </p:spPr>
                <p:txBody>
                  <a:bodyPr wrap="none">
                    <a:spAutoFit/>
                  </a:bodyPr>
                  <a:lstStyle>
                    <a:lvl1pPr marL="342900" indent="-342900" algn="l" rtl="0" eaLnBrk="0" fontAlgn="base" hangingPunct="0">
                      <a:lnSpc>
                        <a:spcPct val="130000"/>
                      </a:lnSpc>
                      <a:spcBef>
                        <a:spcPct val="20000"/>
                      </a:spcBef>
                      <a:spcAft>
                        <a:spcPct val="0"/>
                      </a:spcAft>
                      <a:defRPr sz="2400">
                        <a:solidFill>
                          <a:srgbClr val="0000FF"/>
                        </a:solidFill>
                        <a:latin typeface="Times New Roman" panose="02020603050405020304" pitchFamily="18" charset="0"/>
                        <a:ea typeface="+mn-ea"/>
                        <a:cs typeface="+mn-cs"/>
                      </a:defRPr>
                    </a:lvl1pPr>
                    <a:lvl2pPr marL="742950" indent="-285750" algn="l" rtl="0" eaLnBrk="0" fontAlgn="base" hangingPunct="0">
                      <a:lnSpc>
                        <a:spcPct val="130000"/>
                      </a:lnSpc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0000CC"/>
                      </a:buClr>
                      <a:buSzPct val="80000"/>
                      <a:buFont typeface="Wingdings" panose="05000000000000000000" pitchFamily="2" charset="2"/>
                      <a:buChar char="o"/>
                      <a:defRPr sz="3000" b="1">
                        <a:solidFill>
                          <a:srgbClr val="0000FF"/>
                        </a:solidFill>
                        <a:latin typeface="Arial Narrow" panose="020B0606020202030204" pitchFamily="34" charset="0"/>
                        <a:ea typeface="楷体_GB2312" charset="-122"/>
                        <a:cs typeface="楷体_GB2312" charset="-122"/>
                      </a:defRPr>
                    </a:lvl2pPr>
                    <a:lvl3pPr marL="1143000" indent="-228600" algn="l" rtl="0" eaLnBrk="0" fontAlgn="base" hangingPunct="0">
                      <a:lnSpc>
                        <a:spcPct val="130000"/>
                      </a:lnSpc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0000CC"/>
                      </a:buClr>
                      <a:buSzPct val="80000"/>
                      <a:buFont typeface="Wingdings" panose="05000000000000000000" pitchFamily="2" charset="2"/>
                      <a:buChar char="n"/>
                      <a:defRPr sz="3000" b="1">
                        <a:solidFill>
                          <a:srgbClr val="0000FF"/>
                        </a:solidFill>
                        <a:latin typeface="Arial Narrow" panose="020B0606020202030204" pitchFamily="34" charset="0"/>
                        <a:ea typeface="楷体_GB2312" charset="-122"/>
                        <a:cs typeface="楷体_GB2312" charset="-122"/>
                      </a:defRPr>
                    </a:lvl3pPr>
                    <a:lvl4pPr marL="1600200" indent="-228600" algn="l" rtl="0" eaLnBrk="0" fontAlgn="base" hangingPunct="0">
                      <a:lnSpc>
                        <a:spcPct val="130000"/>
                      </a:lnSpc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0000CC"/>
                      </a:buClr>
                      <a:buSzPct val="80000"/>
                      <a:buFont typeface="Wingdings" panose="05000000000000000000" pitchFamily="2" charset="2"/>
                      <a:buChar char="o"/>
                      <a:defRPr sz="2800" b="1">
                        <a:solidFill>
                          <a:srgbClr val="0000FF"/>
                        </a:solidFill>
                        <a:latin typeface="Arial Narrow" panose="020B0606020202030204" pitchFamily="34" charset="0"/>
                        <a:ea typeface="楷体_GB2312" charset="-122"/>
                        <a:cs typeface="楷体_GB2312" charset="-122"/>
                      </a:defRPr>
                    </a:lvl4pPr>
                    <a:lvl5pPr marL="2057400" indent="-228600" algn="l" rtl="0" eaLnBrk="0" fontAlgn="base" hangingPunct="0">
                      <a:lnSpc>
                        <a:spcPct val="130000"/>
                      </a:lnSpc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0000CC"/>
                      </a:buClr>
                      <a:buSzPct val="80000"/>
                      <a:buFont typeface="Wingdings" panose="05000000000000000000" pitchFamily="2" charset="2"/>
                      <a:buChar char="o"/>
                      <a:defRPr sz="2800" b="1">
                        <a:solidFill>
                          <a:srgbClr val="0000FF"/>
                        </a:solidFill>
                        <a:latin typeface="Arial Narrow" panose="020B0606020202030204" pitchFamily="34" charset="0"/>
                        <a:ea typeface="楷体_GB2312" charset="-122"/>
                        <a:cs typeface="楷体_GB2312" charset="-122"/>
                      </a:defRPr>
                    </a:lvl5pPr>
                  </a:lstStyle>
                  <a:p>
                    <a:pPr marL="0" lvl="0" indent="0" eaLnBrk="1" hangingPunct="1">
                      <a:lnSpc>
                        <a:spcPct val="100000"/>
                      </a:lnSpc>
                      <a:spcBef>
                        <a:spcPct val="0"/>
                      </a:spcBef>
                    </a:pPr>
                    <a:r>
                      <a:rPr lang="en-US" altLang="zh-CN" sz="2000" b="1" dirty="0">
                        <a:solidFill>
                          <a:srgbClr val="C00000"/>
                        </a:solidFill>
                      </a:rPr>
                      <a:t>1</a:t>
                    </a:r>
                    <a:endParaRPr lang="en-US" altLang="zh-CN" sz="2000" b="1" dirty="0">
                      <a:solidFill>
                        <a:srgbClr val="C00000"/>
                      </a:solidFill>
                      <a:ea typeface="Times New Roman" panose="02020603050405020304" pitchFamily="18" charset="0"/>
                    </a:endParaRPr>
                  </a:p>
                </p:txBody>
              </p:sp>
            </p:grpSp>
            <p:sp>
              <p:nvSpPr>
                <p:cNvPr id="203848" name="Text Box 80"/>
                <p:cNvSpPr txBox="1"/>
                <p:nvPr/>
              </p:nvSpPr>
              <p:spPr>
                <a:xfrm>
                  <a:off x="6438950" y="2063877"/>
                  <a:ext cx="288925" cy="430213"/>
                </a:xfrm>
                <a:prstGeom prst="rect">
                  <a:avLst/>
                </a:prstGeom>
                <a:noFill/>
                <a:ln w="9525">
                  <a:noFill/>
                </a:ln>
              </p:spPr>
              <p:txBody>
                <a:bodyPr>
                  <a:spAutoFit/>
                </a:bodyPr>
                <a:lstStyle>
                  <a:lvl1pPr marL="342900" indent="-342900" algn="l" rtl="0" eaLnBrk="0" fontAlgn="base" hangingPunct="0">
                    <a:lnSpc>
                      <a:spcPct val="130000"/>
                    </a:lnSpc>
                    <a:spcBef>
                      <a:spcPct val="20000"/>
                    </a:spcBef>
                    <a:spcAft>
                      <a:spcPct val="0"/>
                    </a:spcAft>
                    <a:defRPr sz="2400">
                      <a:solidFill>
                        <a:srgbClr val="0000FF"/>
                      </a:solidFill>
                      <a:latin typeface="Times New Roman" panose="02020603050405020304" pitchFamily="18" charset="0"/>
                      <a:ea typeface="+mn-ea"/>
                      <a:cs typeface="+mn-cs"/>
                    </a:defRPr>
                  </a:lvl1pPr>
                  <a:lvl2pPr marL="742950" indent="-285750" algn="l" rtl="0" eaLnBrk="0" fontAlgn="base" hangingPunct="0">
                    <a:lnSpc>
                      <a:spcPct val="130000"/>
                    </a:lnSpc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0000CC"/>
                    </a:buClr>
                    <a:buSzPct val="80000"/>
                    <a:buFont typeface="Wingdings" panose="05000000000000000000" pitchFamily="2" charset="2"/>
                    <a:buChar char="o"/>
                    <a:defRPr sz="3000" b="1">
                      <a:solidFill>
                        <a:srgbClr val="0000FF"/>
                      </a:solidFill>
                      <a:latin typeface="Arial Narrow" panose="020B0606020202030204" pitchFamily="34" charset="0"/>
                      <a:ea typeface="楷体_GB2312" charset="-122"/>
                      <a:cs typeface="楷体_GB2312" charset="-122"/>
                    </a:defRPr>
                  </a:lvl2pPr>
                  <a:lvl3pPr marL="1143000" indent="-228600" algn="l" rtl="0" eaLnBrk="0" fontAlgn="base" hangingPunct="0">
                    <a:lnSpc>
                      <a:spcPct val="130000"/>
                    </a:lnSpc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0000CC"/>
                    </a:buClr>
                    <a:buSzPct val="80000"/>
                    <a:buFont typeface="Wingdings" panose="05000000000000000000" pitchFamily="2" charset="2"/>
                    <a:buChar char="n"/>
                    <a:defRPr sz="3000" b="1">
                      <a:solidFill>
                        <a:srgbClr val="0000FF"/>
                      </a:solidFill>
                      <a:latin typeface="Arial Narrow" panose="020B0606020202030204" pitchFamily="34" charset="0"/>
                      <a:ea typeface="楷体_GB2312" charset="-122"/>
                      <a:cs typeface="楷体_GB2312" charset="-122"/>
                    </a:defRPr>
                  </a:lvl3pPr>
                  <a:lvl4pPr marL="1600200" indent="-228600" algn="l" rtl="0" eaLnBrk="0" fontAlgn="base" hangingPunct="0">
                    <a:lnSpc>
                      <a:spcPct val="130000"/>
                    </a:lnSpc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0000CC"/>
                    </a:buClr>
                    <a:buSzPct val="80000"/>
                    <a:buFont typeface="Wingdings" panose="05000000000000000000" pitchFamily="2" charset="2"/>
                    <a:buChar char="o"/>
                    <a:defRPr sz="2800" b="1">
                      <a:solidFill>
                        <a:srgbClr val="0000FF"/>
                      </a:solidFill>
                      <a:latin typeface="Arial Narrow" panose="020B0606020202030204" pitchFamily="34" charset="0"/>
                      <a:ea typeface="楷体_GB2312" charset="-122"/>
                      <a:cs typeface="楷体_GB2312" charset="-122"/>
                    </a:defRPr>
                  </a:lvl4pPr>
                  <a:lvl5pPr marL="2057400" indent="-228600" algn="l" rtl="0" eaLnBrk="0" fontAlgn="base" hangingPunct="0">
                    <a:lnSpc>
                      <a:spcPct val="130000"/>
                    </a:lnSpc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0000CC"/>
                    </a:buClr>
                    <a:buSzPct val="80000"/>
                    <a:buFont typeface="Wingdings" panose="05000000000000000000" pitchFamily="2" charset="2"/>
                    <a:buChar char="o"/>
                    <a:defRPr sz="2800" b="1">
                      <a:solidFill>
                        <a:srgbClr val="0000FF"/>
                      </a:solidFill>
                      <a:latin typeface="Arial Narrow" panose="020B0606020202030204" pitchFamily="34" charset="0"/>
                      <a:ea typeface="楷体_GB2312" charset="-122"/>
                      <a:cs typeface="楷体_GB2312" charset="-122"/>
                    </a:defRPr>
                  </a:lvl5pPr>
                </a:lstStyle>
                <a:p>
                  <a:pPr marL="0" lvl="0" indent="0" eaLnBrk="1" hangingPunct="1">
                    <a:lnSpc>
                      <a:spcPct val="120000"/>
                    </a:lnSpc>
                    <a:spcBef>
                      <a:spcPct val="0"/>
                    </a:spcBef>
                  </a:pPr>
                  <a:r>
                    <a:rPr lang="en-US" altLang="zh-CN" sz="2000" b="1" dirty="0">
                      <a:solidFill>
                        <a:srgbClr val="C00000"/>
                      </a:solidFill>
                    </a:rPr>
                    <a:t>1</a:t>
                  </a:r>
                  <a:endParaRPr lang="en-US" altLang="zh-CN" sz="2000" b="1" dirty="0">
                    <a:solidFill>
                      <a:srgbClr val="C00000"/>
                    </a:solidFill>
                    <a:ea typeface="Times New Roman" panose="02020603050405020304" pitchFamily="18" charset="0"/>
                  </a:endParaRPr>
                </a:p>
              </p:txBody>
            </p:sp>
            <p:sp>
              <p:nvSpPr>
                <p:cNvPr id="203849" name="Text Box 80"/>
                <p:cNvSpPr txBox="1"/>
                <p:nvPr/>
              </p:nvSpPr>
              <p:spPr>
                <a:xfrm>
                  <a:off x="6041013" y="2472141"/>
                  <a:ext cx="289454" cy="400110"/>
                </a:xfrm>
                <a:prstGeom prst="rect">
                  <a:avLst/>
                </a:prstGeom>
                <a:noFill/>
                <a:ln w="9525">
                  <a:noFill/>
                </a:ln>
              </p:spPr>
              <p:txBody>
                <a:bodyPr>
                  <a:spAutoFit/>
                </a:bodyPr>
                <a:lstStyle>
                  <a:lvl1pPr marL="342900" indent="-342900" algn="l" rtl="0" eaLnBrk="0" fontAlgn="base" hangingPunct="0">
                    <a:lnSpc>
                      <a:spcPct val="130000"/>
                    </a:lnSpc>
                    <a:spcBef>
                      <a:spcPct val="20000"/>
                    </a:spcBef>
                    <a:spcAft>
                      <a:spcPct val="0"/>
                    </a:spcAft>
                    <a:defRPr sz="2400">
                      <a:solidFill>
                        <a:srgbClr val="0000FF"/>
                      </a:solidFill>
                      <a:latin typeface="Times New Roman" panose="02020603050405020304" pitchFamily="18" charset="0"/>
                      <a:ea typeface="+mn-ea"/>
                      <a:cs typeface="+mn-cs"/>
                    </a:defRPr>
                  </a:lvl1pPr>
                  <a:lvl2pPr marL="742950" indent="-285750" algn="l" rtl="0" eaLnBrk="0" fontAlgn="base" hangingPunct="0">
                    <a:lnSpc>
                      <a:spcPct val="130000"/>
                    </a:lnSpc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0000CC"/>
                    </a:buClr>
                    <a:buSzPct val="80000"/>
                    <a:buFont typeface="Wingdings" panose="05000000000000000000" pitchFamily="2" charset="2"/>
                    <a:buChar char="o"/>
                    <a:defRPr sz="3000" b="1">
                      <a:solidFill>
                        <a:srgbClr val="0000FF"/>
                      </a:solidFill>
                      <a:latin typeface="Arial Narrow" panose="020B0606020202030204" pitchFamily="34" charset="0"/>
                      <a:ea typeface="楷体_GB2312" charset="-122"/>
                      <a:cs typeface="楷体_GB2312" charset="-122"/>
                    </a:defRPr>
                  </a:lvl2pPr>
                  <a:lvl3pPr marL="1143000" indent="-228600" algn="l" rtl="0" eaLnBrk="0" fontAlgn="base" hangingPunct="0">
                    <a:lnSpc>
                      <a:spcPct val="130000"/>
                    </a:lnSpc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0000CC"/>
                    </a:buClr>
                    <a:buSzPct val="80000"/>
                    <a:buFont typeface="Wingdings" panose="05000000000000000000" pitchFamily="2" charset="2"/>
                    <a:buChar char="n"/>
                    <a:defRPr sz="3000" b="1">
                      <a:solidFill>
                        <a:srgbClr val="0000FF"/>
                      </a:solidFill>
                      <a:latin typeface="Arial Narrow" panose="020B0606020202030204" pitchFamily="34" charset="0"/>
                      <a:ea typeface="楷体_GB2312" charset="-122"/>
                      <a:cs typeface="楷体_GB2312" charset="-122"/>
                    </a:defRPr>
                  </a:lvl3pPr>
                  <a:lvl4pPr marL="1600200" indent="-228600" algn="l" rtl="0" eaLnBrk="0" fontAlgn="base" hangingPunct="0">
                    <a:lnSpc>
                      <a:spcPct val="130000"/>
                    </a:lnSpc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0000CC"/>
                    </a:buClr>
                    <a:buSzPct val="80000"/>
                    <a:buFont typeface="Wingdings" panose="05000000000000000000" pitchFamily="2" charset="2"/>
                    <a:buChar char="o"/>
                    <a:defRPr sz="2800" b="1">
                      <a:solidFill>
                        <a:srgbClr val="0000FF"/>
                      </a:solidFill>
                      <a:latin typeface="Arial Narrow" panose="020B0606020202030204" pitchFamily="34" charset="0"/>
                      <a:ea typeface="楷体_GB2312" charset="-122"/>
                      <a:cs typeface="楷体_GB2312" charset="-122"/>
                    </a:defRPr>
                  </a:lvl4pPr>
                  <a:lvl5pPr marL="2057400" indent="-228600" algn="l" rtl="0" eaLnBrk="0" fontAlgn="base" hangingPunct="0">
                    <a:lnSpc>
                      <a:spcPct val="130000"/>
                    </a:lnSpc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0000CC"/>
                    </a:buClr>
                    <a:buSzPct val="80000"/>
                    <a:buFont typeface="Wingdings" panose="05000000000000000000" pitchFamily="2" charset="2"/>
                    <a:buChar char="o"/>
                    <a:defRPr sz="2800" b="1">
                      <a:solidFill>
                        <a:srgbClr val="0000FF"/>
                      </a:solidFill>
                      <a:latin typeface="Arial Narrow" panose="020B0606020202030204" pitchFamily="34" charset="0"/>
                      <a:ea typeface="楷体_GB2312" charset="-122"/>
                      <a:cs typeface="楷体_GB2312" charset="-122"/>
                    </a:defRPr>
                  </a:lvl5pPr>
                </a:lstStyle>
                <a:p>
                  <a:pPr marL="0" lvl="0" indent="0" eaLnBrk="1" hangingPunct="1">
                    <a:lnSpc>
                      <a:spcPct val="100000"/>
                    </a:lnSpc>
                    <a:spcBef>
                      <a:spcPct val="0"/>
                    </a:spcBef>
                  </a:pPr>
                  <a:r>
                    <a:rPr lang="en-US" altLang="zh-CN" sz="2000" b="1" dirty="0">
                      <a:solidFill>
                        <a:srgbClr val="000000"/>
                      </a:solidFill>
                    </a:rPr>
                    <a:t>0</a:t>
                  </a:r>
                  <a:endParaRPr lang="en-US" altLang="zh-CN" sz="2000" b="1" dirty="0">
                    <a:solidFill>
                      <a:srgbClr val="000000"/>
                    </a:solidFill>
                    <a:ea typeface="Times New Roman" panose="02020603050405020304" pitchFamily="18" charset="0"/>
                  </a:endParaRPr>
                </a:p>
              </p:txBody>
            </p:sp>
            <p:sp>
              <p:nvSpPr>
                <p:cNvPr id="203850" name="Text Box 80"/>
                <p:cNvSpPr txBox="1"/>
                <p:nvPr/>
              </p:nvSpPr>
              <p:spPr>
                <a:xfrm>
                  <a:off x="7244364" y="2429729"/>
                  <a:ext cx="289454" cy="446115"/>
                </a:xfrm>
                <a:prstGeom prst="rect">
                  <a:avLst/>
                </a:prstGeom>
                <a:noFill/>
                <a:ln w="9525">
                  <a:noFill/>
                </a:ln>
              </p:spPr>
              <p:txBody>
                <a:bodyPr>
                  <a:spAutoFit/>
                </a:bodyPr>
                <a:lstStyle>
                  <a:lvl1pPr marL="342900" indent="-342900" algn="l" rtl="0" eaLnBrk="0" fontAlgn="base" hangingPunct="0">
                    <a:lnSpc>
                      <a:spcPct val="130000"/>
                    </a:lnSpc>
                    <a:spcBef>
                      <a:spcPct val="20000"/>
                    </a:spcBef>
                    <a:spcAft>
                      <a:spcPct val="0"/>
                    </a:spcAft>
                    <a:defRPr sz="2400">
                      <a:solidFill>
                        <a:srgbClr val="0000FF"/>
                      </a:solidFill>
                      <a:latin typeface="Times New Roman" panose="02020603050405020304" pitchFamily="18" charset="0"/>
                      <a:ea typeface="+mn-ea"/>
                      <a:cs typeface="+mn-cs"/>
                    </a:defRPr>
                  </a:lvl1pPr>
                  <a:lvl2pPr marL="742950" indent="-285750" algn="l" rtl="0" eaLnBrk="0" fontAlgn="base" hangingPunct="0">
                    <a:lnSpc>
                      <a:spcPct val="130000"/>
                    </a:lnSpc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0000CC"/>
                    </a:buClr>
                    <a:buSzPct val="80000"/>
                    <a:buFont typeface="Wingdings" panose="05000000000000000000" pitchFamily="2" charset="2"/>
                    <a:buChar char="o"/>
                    <a:defRPr sz="3000" b="1">
                      <a:solidFill>
                        <a:srgbClr val="0000FF"/>
                      </a:solidFill>
                      <a:latin typeface="Arial Narrow" panose="020B0606020202030204" pitchFamily="34" charset="0"/>
                      <a:ea typeface="楷体_GB2312" charset="-122"/>
                      <a:cs typeface="楷体_GB2312" charset="-122"/>
                    </a:defRPr>
                  </a:lvl2pPr>
                  <a:lvl3pPr marL="1143000" indent="-228600" algn="l" rtl="0" eaLnBrk="0" fontAlgn="base" hangingPunct="0">
                    <a:lnSpc>
                      <a:spcPct val="130000"/>
                    </a:lnSpc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0000CC"/>
                    </a:buClr>
                    <a:buSzPct val="80000"/>
                    <a:buFont typeface="Wingdings" panose="05000000000000000000" pitchFamily="2" charset="2"/>
                    <a:buChar char="n"/>
                    <a:defRPr sz="3000" b="1">
                      <a:solidFill>
                        <a:srgbClr val="0000FF"/>
                      </a:solidFill>
                      <a:latin typeface="Arial Narrow" panose="020B0606020202030204" pitchFamily="34" charset="0"/>
                      <a:ea typeface="楷体_GB2312" charset="-122"/>
                      <a:cs typeface="楷体_GB2312" charset="-122"/>
                    </a:defRPr>
                  </a:lvl3pPr>
                  <a:lvl4pPr marL="1600200" indent="-228600" algn="l" rtl="0" eaLnBrk="0" fontAlgn="base" hangingPunct="0">
                    <a:lnSpc>
                      <a:spcPct val="130000"/>
                    </a:lnSpc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0000CC"/>
                    </a:buClr>
                    <a:buSzPct val="80000"/>
                    <a:buFont typeface="Wingdings" panose="05000000000000000000" pitchFamily="2" charset="2"/>
                    <a:buChar char="o"/>
                    <a:defRPr sz="2800" b="1">
                      <a:solidFill>
                        <a:srgbClr val="0000FF"/>
                      </a:solidFill>
                      <a:latin typeface="Arial Narrow" panose="020B0606020202030204" pitchFamily="34" charset="0"/>
                      <a:ea typeface="楷体_GB2312" charset="-122"/>
                      <a:cs typeface="楷体_GB2312" charset="-122"/>
                    </a:defRPr>
                  </a:lvl4pPr>
                  <a:lvl5pPr marL="2057400" indent="-228600" algn="l" rtl="0" eaLnBrk="0" fontAlgn="base" hangingPunct="0">
                    <a:lnSpc>
                      <a:spcPct val="130000"/>
                    </a:lnSpc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0000CC"/>
                    </a:buClr>
                    <a:buSzPct val="80000"/>
                    <a:buFont typeface="Wingdings" panose="05000000000000000000" pitchFamily="2" charset="2"/>
                    <a:buChar char="o"/>
                    <a:defRPr sz="2800" b="1">
                      <a:solidFill>
                        <a:srgbClr val="0000FF"/>
                      </a:solidFill>
                      <a:latin typeface="Arial Narrow" panose="020B0606020202030204" pitchFamily="34" charset="0"/>
                      <a:ea typeface="楷体_GB2312" charset="-122"/>
                      <a:cs typeface="楷体_GB2312" charset="-122"/>
                    </a:defRPr>
                  </a:lvl5pPr>
                </a:lstStyle>
                <a:p>
                  <a:pPr marL="0" lvl="0" indent="0" eaLnBrk="1" hangingPunct="1">
                    <a:lnSpc>
                      <a:spcPct val="120000"/>
                    </a:lnSpc>
                    <a:spcBef>
                      <a:spcPct val="0"/>
                    </a:spcBef>
                  </a:pPr>
                  <a:r>
                    <a:rPr lang="en-US" altLang="zh-CN" sz="2000" b="1" dirty="0">
                      <a:solidFill>
                        <a:srgbClr val="000000"/>
                      </a:solidFill>
                    </a:rPr>
                    <a:t>0</a:t>
                  </a:r>
                  <a:endParaRPr lang="en-US" altLang="zh-CN" sz="2000" b="1" dirty="0">
                    <a:solidFill>
                      <a:srgbClr val="000000"/>
                    </a:solidFill>
                    <a:ea typeface="Times New Roman" panose="02020603050405020304" pitchFamily="18" charset="0"/>
                  </a:endParaRPr>
                </a:p>
              </p:txBody>
            </p:sp>
            <p:sp>
              <p:nvSpPr>
                <p:cNvPr id="203851" name="Rectangle 51"/>
                <p:cNvSpPr/>
                <p:nvPr/>
              </p:nvSpPr>
              <p:spPr>
                <a:xfrm>
                  <a:off x="6434539" y="2467298"/>
                  <a:ext cx="332583" cy="400247"/>
                </a:xfrm>
                <a:prstGeom prst="rect">
                  <a:avLst/>
                </a:prstGeom>
                <a:noFill/>
                <a:ln w="9525">
                  <a:noFill/>
                </a:ln>
              </p:spPr>
              <p:txBody>
                <a:bodyPr>
                  <a:spAutoFit/>
                </a:bodyPr>
                <a:lstStyle>
                  <a:lvl1pPr marL="342900" indent="-342900" algn="l" rtl="0" eaLnBrk="0" fontAlgn="base" hangingPunct="0">
                    <a:lnSpc>
                      <a:spcPct val="130000"/>
                    </a:lnSpc>
                    <a:spcBef>
                      <a:spcPct val="20000"/>
                    </a:spcBef>
                    <a:spcAft>
                      <a:spcPct val="0"/>
                    </a:spcAft>
                    <a:defRPr sz="2400">
                      <a:solidFill>
                        <a:srgbClr val="0000FF"/>
                      </a:solidFill>
                      <a:latin typeface="Times New Roman" panose="02020603050405020304" pitchFamily="18" charset="0"/>
                      <a:ea typeface="+mn-ea"/>
                      <a:cs typeface="+mn-cs"/>
                    </a:defRPr>
                  </a:lvl1pPr>
                  <a:lvl2pPr marL="742950" indent="-285750" algn="l" rtl="0" eaLnBrk="0" fontAlgn="base" hangingPunct="0">
                    <a:lnSpc>
                      <a:spcPct val="130000"/>
                    </a:lnSpc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0000CC"/>
                    </a:buClr>
                    <a:buSzPct val="80000"/>
                    <a:buFont typeface="Wingdings" panose="05000000000000000000" pitchFamily="2" charset="2"/>
                    <a:buChar char="o"/>
                    <a:defRPr sz="3000" b="1">
                      <a:solidFill>
                        <a:srgbClr val="0000FF"/>
                      </a:solidFill>
                      <a:latin typeface="Arial Narrow" panose="020B0606020202030204" pitchFamily="34" charset="0"/>
                      <a:ea typeface="楷体_GB2312" charset="-122"/>
                      <a:cs typeface="楷体_GB2312" charset="-122"/>
                    </a:defRPr>
                  </a:lvl2pPr>
                  <a:lvl3pPr marL="1143000" indent="-228600" algn="l" rtl="0" eaLnBrk="0" fontAlgn="base" hangingPunct="0">
                    <a:lnSpc>
                      <a:spcPct val="130000"/>
                    </a:lnSpc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0000CC"/>
                    </a:buClr>
                    <a:buSzPct val="80000"/>
                    <a:buFont typeface="Wingdings" panose="05000000000000000000" pitchFamily="2" charset="2"/>
                    <a:buChar char="n"/>
                    <a:defRPr sz="3000" b="1">
                      <a:solidFill>
                        <a:srgbClr val="0000FF"/>
                      </a:solidFill>
                      <a:latin typeface="Arial Narrow" panose="020B0606020202030204" pitchFamily="34" charset="0"/>
                      <a:ea typeface="楷体_GB2312" charset="-122"/>
                      <a:cs typeface="楷体_GB2312" charset="-122"/>
                    </a:defRPr>
                  </a:lvl3pPr>
                  <a:lvl4pPr marL="1600200" indent="-228600" algn="l" rtl="0" eaLnBrk="0" fontAlgn="base" hangingPunct="0">
                    <a:lnSpc>
                      <a:spcPct val="130000"/>
                    </a:lnSpc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0000CC"/>
                    </a:buClr>
                    <a:buSzPct val="80000"/>
                    <a:buFont typeface="Wingdings" panose="05000000000000000000" pitchFamily="2" charset="2"/>
                    <a:buChar char="o"/>
                    <a:defRPr sz="2800" b="1">
                      <a:solidFill>
                        <a:srgbClr val="0000FF"/>
                      </a:solidFill>
                      <a:latin typeface="Arial Narrow" panose="020B0606020202030204" pitchFamily="34" charset="0"/>
                      <a:ea typeface="楷体_GB2312" charset="-122"/>
                      <a:cs typeface="楷体_GB2312" charset="-122"/>
                    </a:defRPr>
                  </a:lvl4pPr>
                  <a:lvl5pPr marL="2057400" indent="-228600" algn="l" rtl="0" eaLnBrk="0" fontAlgn="base" hangingPunct="0">
                    <a:lnSpc>
                      <a:spcPct val="130000"/>
                    </a:lnSpc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0000CC"/>
                    </a:buClr>
                    <a:buSzPct val="80000"/>
                    <a:buFont typeface="Wingdings" panose="05000000000000000000" pitchFamily="2" charset="2"/>
                    <a:buChar char="o"/>
                    <a:defRPr sz="2800" b="1">
                      <a:solidFill>
                        <a:srgbClr val="0000FF"/>
                      </a:solidFill>
                      <a:latin typeface="Arial Narrow" panose="020B0606020202030204" pitchFamily="34" charset="0"/>
                      <a:ea typeface="楷体_GB2312" charset="-122"/>
                      <a:cs typeface="楷体_GB2312" charset="-122"/>
                    </a:defRPr>
                  </a:lvl5pPr>
                </a:lstStyle>
                <a:p>
                  <a:pPr marL="0" lvl="0" indent="0" eaLnBrk="1" hangingPunct="1">
                    <a:lnSpc>
                      <a:spcPct val="100000"/>
                    </a:lnSpc>
                    <a:spcBef>
                      <a:spcPct val="0"/>
                    </a:spcBef>
                  </a:pPr>
                  <a:r>
                    <a:rPr lang="en-US" altLang="zh-CN" sz="2000" b="1" dirty="0">
                      <a:solidFill>
                        <a:srgbClr val="C00000"/>
                      </a:solidFill>
                    </a:rPr>
                    <a:t>1</a:t>
                  </a:r>
                  <a:endParaRPr lang="en-US" altLang="zh-CN" sz="2000" b="1" dirty="0">
                    <a:solidFill>
                      <a:srgbClr val="C00000"/>
                    </a:solidFill>
                    <a:ea typeface="Times New Roman" panose="02020603050405020304" pitchFamily="18" charset="0"/>
                  </a:endParaRPr>
                </a:p>
              </p:txBody>
            </p:sp>
            <p:sp>
              <p:nvSpPr>
                <p:cNvPr id="203852" name="Rectangle 51"/>
                <p:cNvSpPr/>
                <p:nvPr/>
              </p:nvSpPr>
              <p:spPr>
                <a:xfrm>
                  <a:off x="6038530" y="2864014"/>
                  <a:ext cx="312762" cy="400247"/>
                </a:xfrm>
                <a:prstGeom prst="rect">
                  <a:avLst/>
                </a:prstGeom>
                <a:noFill/>
                <a:ln w="9525">
                  <a:noFill/>
                </a:ln>
              </p:spPr>
              <p:txBody>
                <a:bodyPr wrap="none">
                  <a:spAutoFit/>
                </a:bodyPr>
                <a:lstStyle>
                  <a:lvl1pPr marL="342900" indent="-342900" algn="l" rtl="0" eaLnBrk="0" fontAlgn="base" hangingPunct="0">
                    <a:lnSpc>
                      <a:spcPct val="130000"/>
                    </a:lnSpc>
                    <a:spcBef>
                      <a:spcPct val="20000"/>
                    </a:spcBef>
                    <a:spcAft>
                      <a:spcPct val="0"/>
                    </a:spcAft>
                    <a:defRPr sz="2400">
                      <a:solidFill>
                        <a:srgbClr val="0000FF"/>
                      </a:solidFill>
                      <a:latin typeface="Times New Roman" panose="02020603050405020304" pitchFamily="18" charset="0"/>
                      <a:ea typeface="+mn-ea"/>
                      <a:cs typeface="+mn-cs"/>
                    </a:defRPr>
                  </a:lvl1pPr>
                  <a:lvl2pPr marL="742950" indent="-285750" algn="l" rtl="0" eaLnBrk="0" fontAlgn="base" hangingPunct="0">
                    <a:lnSpc>
                      <a:spcPct val="130000"/>
                    </a:lnSpc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0000CC"/>
                    </a:buClr>
                    <a:buSzPct val="80000"/>
                    <a:buFont typeface="Wingdings" panose="05000000000000000000" pitchFamily="2" charset="2"/>
                    <a:buChar char="o"/>
                    <a:defRPr sz="3000" b="1">
                      <a:solidFill>
                        <a:srgbClr val="0000FF"/>
                      </a:solidFill>
                      <a:latin typeface="Arial Narrow" panose="020B0606020202030204" pitchFamily="34" charset="0"/>
                      <a:ea typeface="楷体_GB2312" charset="-122"/>
                      <a:cs typeface="楷体_GB2312" charset="-122"/>
                    </a:defRPr>
                  </a:lvl2pPr>
                  <a:lvl3pPr marL="1143000" indent="-228600" algn="l" rtl="0" eaLnBrk="0" fontAlgn="base" hangingPunct="0">
                    <a:lnSpc>
                      <a:spcPct val="130000"/>
                    </a:lnSpc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0000CC"/>
                    </a:buClr>
                    <a:buSzPct val="80000"/>
                    <a:buFont typeface="Wingdings" panose="05000000000000000000" pitchFamily="2" charset="2"/>
                    <a:buChar char="n"/>
                    <a:defRPr sz="3000" b="1">
                      <a:solidFill>
                        <a:srgbClr val="0000FF"/>
                      </a:solidFill>
                      <a:latin typeface="Arial Narrow" panose="020B0606020202030204" pitchFamily="34" charset="0"/>
                      <a:ea typeface="楷体_GB2312" charset="-122"/>
                      <a:cs typeface="楷体_GB2312" charset="-122"/>
                    </a:defRPr>
                  </a:lvl3pPr>
                  <a:lvl4pPr marL="1600200" indent="-228600" algn="l" rtl="0" eaLnBrk="0" fontAlgn="base" hangingPunct="0">
                    <a:lnSpc>
                      <a:spcPct val="130000"/>
                    </a:lnSpc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0000CC"/>
                    </a:buClr>
                    <a:buSzPct val="80000"/>
                    <a:buFont typeface="Wingdings" panose="05000000000000000000" pitchFamily="2" charset="2"/>
                    <a:buChar char="o"/>
                    <a:defRPr sz="2800" b="1">
                      <a:solidFill>
                        <a:srgbClr val="0000FF"/>
                      </a:solidFill>
                      <a:latin typeface="Arial Narrow" panose="020B0606020202030204" pitchFamily="34" charset="0"/>
                      <a:ea typeface="楷体_GB2312" charset="-122"/>
                      <a:cs typeface="楷体_GB2312" charset="-122"/>
                    </a:defRPr>
                  </a:lvl4pPr>
                  <a:lvl5pPr marL="2057400" indent="-228600" algn="l" rtl="0" eaLnBrk="0" fontAlgn="base" hangingPunct="0">
                    <a:lnSpc>
                      <a:spcPct val="130000"/>
                    </a:lnSpc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0000CC"/>
                    </a:buClr>
                    <a:buSzPct val="80000"/>
                    <a:buFont typeface="Wingdings" panose="05000000000000000000" pitchFamily="2" charset="2"/>
                    <a:buChar char="o"/>
                    <a:defRPr sz="2800" b="1">
                      <a:solidFill>
                        <a:srgbClr val="0000FF"/>
                      </a:solidFill>
                      <a:latin typeface="Arial Narrow" panose="020B0606020202030204" pitchFamily="34" charset="0"/>
                      <a:ea typeface="楷体_GB2312" charset="-122"/>
                      <a:cs typeface="楷体_GB2312" charset="-122"/>
                    </a:defRPr>
                  </a:lvl5pPr>
                </a:lstStyle>
                <a:p>
                  <a:pPr marL="0" lvl="0" indent="0" eaLnBrk="1" hangingPunct="1">
                    <a:lnSpc>
                      <a:spcPct val="100000"/>
                    </a:lnSpc>
                    <a:spcBef>
                      <a:spcPct val="0"/>
                    </a:spcBef>
                  </a:pPr>
                  <a:r>
                    <a:rPr lang="en-US" altLang="zh-CN" sz="2000" b="1" dirty="0">
                      <a:solidFill>
                        <a:srgbClr val="C00000"/>
                      </a:solidFill>
                    </a:rPr>
                    <a:t>1</a:t>
                  </a:r>
                  <a:endParaRPr lang="en-US" altLang="zh-CN" sz="2000" b="1" dirty="0">
                    <a:solidFill>
                      <a:srgbClr val="C00000"/>
                    </a:solidFill>
                    <a:ea typeface="Times New Roman" panose="02020603050405020304" pitchFamily="18" charset="0"/>
                  </a:endParaRPr>
                </a:p>
              </p:txBody>
            </p:sp>
            <p:sp>
              <p:nvSpPr>
                <p:cNvPr id="203853" name="Rectangle 51"/>
                <p:cNvSpPr/>
                <p:nvPr/>
              </p:nvSpPr>
              <p:spPr>
                <a:xfrm>
                  <a:off x="6425910" y="2867548"/>
                  <a:ext cx="312851" cy="399979"/>
                </a:xfrm>
                <a:prstGeom prst="rect">
                  <a:avLst/>
                </a:prstGeom>
                <a:noFill/>
                <a:ln w="9525">
                  <a:noFill/>
                </a:ln>
              </p:spPr>
              <p:txBody>
                <a:bodyPr wrap="none">
                  <a:spAutoFit/>
                </a:bodyPr>
                <a:lstStyle>
                  <a:lvl1pPr marL="342900" indent="-342900" algn="l" rtl="0" eaLnBrk="0" fontAlgn="base" hangingPunct="0">
                    <a:lnSpc>
                      <a:spcPct val="130000"/>
                    </a:lnSpc>
                    <a:spcBef>
                      <a:spcPct val="20000"/>
                    </a:spcBef>
                    <a:spcAft>
                      <a:spcPct val="0"/>
                    </a:spcAft>
                    <a:defRPr sz="2400">
                      <a:solidFill>
                        <a:srgbClr val="0000FF"/>
                      </a:solidFill>
                      <a:latin typeface="Times New Roman" panose="02020603050405020304" pitchFamily="18" charset="0"/>
                      <a:ea typeface="+mn-ea"/>
                      <a:cs typeface="+mn-cs"/>
                    </a:defRPr>
                  </a:lvl1pPr>
                  <a:lvl2pPr marL="742950" indent="-285750" algn="l" rtl="0" eaLnBrk="0" fontAlgn="base" hangingPunct="0">
                    <a:lnSpc>
                      <a:spcPct val="130000"/>
                    </a:lnSpc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0000CC"/>
                    </a:buClr>
                    <a:buSzPct val="80000"/>
                    <a:buFont typeface="Wingdings" panose="05000000000000000000" pitchFamily="2" charset="2"/>
                    <a:buChar char="o"/>
                    <a:defRPr sz="3000" b="1">
                      <a:solidFill>
                        <a:srgbClr val="0000FF"/>
                      </a:solidFill>
                      <a:latin typeface="Arial Narrow" panose="020B0606020202030204" pitchFamily="34" charset="0"/>
                      <a:ea typeface="楷体_GB2312" charset="-122"/>
                      <a:cs typeface="楷体_GB2312" charset="-122"/>
                    </a:defRPr>
                  </a:lvl2pPr>
                  <a:lvl3pPr marL="1143000" indent="-228600" algn="l" rtl="0" eaLnBrk="0" fontAlgn="base" hangingPunct="0">
                    <a:lnSpc>
                      <a:spcPct val="130000"/>
                    </a:lnSpc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0000CC"/>
                    </a:buClr>
                    <a:buSzPct val="80000"/>
                    <a:buFont typeface="Wingdings" panose="05000000000000000000" pitchFamily="2" charset="2"/>
                    <a:buChar char="n"/>
                    <a:defRPr sz="3000" b="1">
                      <a:solidFill>
                        <a:srgbClr val="0000FF"/>
                      </a:solidFill>
                      <a:latin typeface="Arial Narrow" panose="020B0606020202030204" pitchFamily="34" charset="0"/>
                      <a:ea typeface="楷体_GB2312" charset="-122"/>
                      <a:cs typeface="楷体_GB2312" charset="-122"/>
                    </a:defRPr>
                  </a:lvl3pPr>
                  <a:lvl4pPr marL="1600200" indent="-228600" algn="l" rtl="0" eaLnBrk="0" fontAlgn="base" hangingPunct="0">
                    <a:lnSpc>
                      <a:spcPct val="130000"/>
                    </a:lnSpc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0000CC"/>
                    </a:buClr>
                    <a:buSzPct val="80000"/>
                    <a:buFont typeface="Wingdings" panose="05000000000000000000" pitchFamily="2" charset="2"/>
                    <a:buChar char="o"/>
                    <a:defRPr sz="2800" b="1">
                      <a:solidFill>
                        <a:srgbClr val="0000FF"/>
                      </a:solidFill>
                      <a:latin typeface="Arial Narrow" panose="020B0606020202030204" pitchFamily="34" charset="0"/>
                      <a:ea typeface="楷体_GB2312" charset="-122"/>
                      <a:cs typeface="楷体_GB2312" charset="-122"/>
                    </a:defRPr>
                  </a:lvl4pPr>
                  <a:lvl5pPr marL="2057400" indent="-228600" algn="l" rtl="0" eaLnBrk="0" fontAlgn="base" hangingPunct="0">
                    <a:lnSpc>
                      <a:spcPct val="130000"/>
                    </a:lnSpc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0000CC"/>
                    </a:buClr>
                    <a:buSzPct val="80000"/>
                    <a:buFont typeface="Wingdings" panose="05000000000000000000" pitchFamily="2" charset="2"/>
                    <a:buChar char="o"/>
                    <a:defRPr sz="2800" b="1">
                      <a:solidFill>
                        <a:srgbClr val="0000FF"/>
                      </a:solidFill>
                      <a:latin typeface="Arial Narrow" panose="020B0606020202030204" pitchFamily="34" charset="0"/>
                      <a:ea typeface="楷体_GB2312" charset="-122"/>
                      <a:cs typeface="楷体_GB2312" charset="-122"/>
                    </a:defRPr>
                  </a:lvl5pPr>
                </a:lstStyle>
                <a:p>
                  <a:pPr marL="0" lvl="0" indent="0" eaLnBrk="1" hangingPunct="1">
                    <a:lnSpc>
                      <a:spcPct val="100000"/>
                    </a:lnSpc>
                    <a:spcBef>
                      <a:spcPct val="0"/>
                    </a:spcBef>
                  </a:pPr>
                  <a:r>
                    <a:rPr lang="en-US" altLang="zh-CN" sz="2000" b="1" dirty="0">
                      <a:solidFill>
                        <a:srgbClr val="003300"/>
                      </a:solidFill>
                    </a:rPr>
                    <a:t>0</a:t>
                  </a:r>
                  <a:endParaRPr lang="en-US" altLang="zh-CN" sz="2000" b="1" dirty="0">
                    <a:solidFill>
                      <a:srgbClr val="003300"/>
                    </a:solidFill>
                    <a:ea typeface="Times New Roman" panose="02020603050405020304" pitchFamily="18" charset="0"/>
                  </a:endParaRPr>
                </a:p>
              </p:txBody>
            </p:sp>
            <p:sp>
              <p:nvSpPr>
                <p:cNvPr id="203854" name="Rectangle 51"/>
                <p:cNvSpPr/>
                <p:nvPr/>
              </p:nvSpPr>
              <p:spPr>
                <a:xfrm>
                  <a:off x="6034570" y="3275900"/>
                  <a:ext cx="312762" cy="400247"/>
                </a:xfrm>
                <a:prstGeom prst="rect">
                  <a:avLst/>
                </a:prstGeom>
                <a:noFill/>
                <a:ln w="9525">
                  <a:noFill/>
                </a:ln>
              </p:spPr>
              <p:txBody>
                <a:bodyPr wrap="none">
                  <a:spAutoFit/>
                </a:bodyPr>
                <a:lstStyle>
                  <a:lvl1pPr marL="342900" indent="-342900" algn="l" rtl="0" eaLnBrk="0" fontAlgn="base" hangingPunct="0">
                    <a:lnSpc>
                      <a:spcPct val="130000"/>
                    </a:lnSpc>
                    <a:spcBef>
                      <a:spcPct val="20000"/>
                    </a:spcBef>
                    <a:spcAft>
                      <a:spcPct val="0"/>
                    </a:spcAft>
                    <a:defRPr sz="2400">
                      <a:solidFill>
                        <a:srgbClr val="0000FF"/>
                      </a:solidFill>
                      <a:latin typeface="Times New Roman" panose="02020603050405020304" pitchFamily="18" charset="0"/>
                      <a:ea typeface="+mn-ea"/>
                      <a:cs typeface="+mn-cs"/>
                    </a:defRPr>
                  </a:lvl1pPr>
                  <a:lvl2pPr marL="742950" indent="-285750" algn="l" rtl="0" eaLnBrk="0" fontAlgn="base" hangingPunct="0">
                    <a:lnSpc>
                      <a:spcPct val="130000"/>
                    </a:lnSpc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0000CC"/>
                    </a:buClr>
                    <a:buSzPct val="80000"/>
                    <a:buFont typeface="Wingdings" panose="05000000000000000000" pitchFamily="2" charset="2"/>
                    <a:buChar char="o"/>
                    <a:defRPr sz="3000" b="1">
                      <a:solidFill>
                        <a:srgbClr val="0000FF"/>
                      </a:solidFill>
                      <a:latin typeface="Arial Narrow" panose="020B0606020202030204" pitchFamily="34" charset="0"/>
                      <a:ea typeface="楷体_GB2312" charset="-122"/>
                      <a:cs typeface="楷体_GB2312" charset="-122"/>
                    </a:defRPr>
                  </a:lvl2pPr>
                  <a:lvl3pPr marL="1143000" indent="-228600" algn="l" rtl="0" eaLnBrk="0" fontAlgn="base" hangingPunct="0">
                    <a:lnSpc>
                      <a:spcPct val="130000"/>
                    </a:lnSpc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0000CC"/>
                    </a:buClr>
                    <a:buSzPct val="80000"/>
                    <a:buFont typeface="Wingdings" panose="05000000000000000000" pitchFamily="2" charset="2"/>
                    <a:buChar char="n"/>
                    <a:defRPr sz="3000" b="1">
                      <a:solidFill>
                        <a:srgbClr val="0000FF"/>
                      </a:solidFill>
                      <a:latin typeface="Arial Narrow" panose="020B0606020202030204" pitchFamily="34" charset="0"/>
                      <a:ea typeface="楷体_GB2312" charset="-122"/>
                      <a:cs typeface="楷体_GB2312" charset="-122"/>
                    </a:defRPr>
                  </a:lvl3pPr>
                  <a:lvl4pPr marL="1600200" indent="-228600" algn="l" rtl="0" eaLnBrk="0" fontAlgn="base" hangingPunct="0">
                    <a:lnSpc>
                      <a:spcPct val="130000"/>
                    </a:lnSpc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0000CC"/>
                    </a:buClr>
                    <a:buSzPct val="80000"/>
                    <a:buFont typeface="Wingdings" panose="05000000000000000000" pitchFamily="2" charset="2"/>
                    <a:buChar char="o"/>
                    <a:defRPr sz="2800" b="1">
                      <a:solidFill>
                        <a:srgbClr val="0000FF"/>
                      </a:solidFill>
                      <a:latin typeface="Arial Narrow" panose="020B0606020202030204" pitchFamily="34" charset="0"/>
                      <a:ea typeface="楷体_GB2312" charset="-122"/>
                      <a:cs typeface="楷体_GB2312" charset="-122"/>
                    </a:defRPr>
                  </a:lvl4pPr>
                  <a:lvl5pPr marL="2057400" indent="-228600" algn="l" rtl="0" eaLnBrk="0" fontAlgn="base" hangingPunct="0">
                    <a:lnSpc>
                      <a:spcPct val="130000"/>
                    </a:lnSpc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0000CC"/>
                    </a:buClr>
                    <a:buSzPct val="80000"/>
                    <a:buFont typeface="Wingdings" panose="05000000000000000000" pitchFamily="2" charset="2"/>
                    <a:buChar char="o"/>
                    <a:defRPr sz="2800" b="1">
                      <a:solidFill>
                        <a:srgbClr val="0000FF"/>
                      </a:solidFill>
                      <a:latin typeface="Arial Narrow" panose="020B0606020202030204" pitchFamily="34" charset="0"/>
                      <a:ea typeface="楷体_GB2312" charset="-122"/>
                      <a:cs typeface="楷体_GB2312" charset="-122"/>
                    </a:defRPr>
                  </a:lvl5pPr>
                </a:lstStyle>
                <a:p>
                  <a:pPr marL="0" lvl="0" indent="0" eaLnBrk="1" hangingPunct="1">
                    <a:lnSpc>
                      <a:spcPct val="100000"/>
                    </a:lnSpc>
                    <a:spcBef>
                      <a:spcPct val="0"/>
                    </a:spcBef>
                  </a:pPr>
                  <a:r>
                    <a:rPr lang="en-US" altLang="zh-CN" sz="2000" b="1" dirty="0">
                      <a:solidFill>
                        <a:srgbClr val="000000"/>
                      </a:solidFill>
                    </a:rPr>
                    <a:t>0</a:t>
                  </a:r>
                  <a:endParaRPr lang="en-US" altLang="zh-CN" sz="2000" b="1" dirty="0">
                    <a:solidFill>
                      <a:srgbClr val="000000"/>
                    </a:solidFill>
                    <a:ea typeface="Times New Roman" panose="02020603050405020304" pitchFamily="18" charset="0"/>
                  </a:endParaRPr>
                </a:p>
              </p:txBody>
            </p:sp>
            <p:sp>
              <p:nvSpPr>
                <p:cNvPr id="203855" name="Rectangle 51"/>
                <p:cNvSpPr/>
                <p:nvPr/>
              </p:nvSpPr>
              <p:spPr>
                <a:xfrm>
                  <a:off x="6420121" y="3269108"/>
                  <a:ext cx="312851" cy="399979"/>
                </a:xfrm>
                <a:prstGeom prst="rect">
                  <a:avLst/>
                </a:prstGeom>
                <a:noFill/>
                <a:ln w="9525">
                  <a:noFill/>
                </a:ln>
              </p:spPr>
              <p:txBody>
                <a:bodyPr wrap="none">
                  <a:spAutoFit/>
                </a:bodyPr>
                <a:lstStyle>
                  <a:lvl1pPr marL="342900" indent="-342900" algn="l" rtl="0" eaLnBrk="0" fontAlgn="base" hangingPunct="0">
                    <a:lnSpc>
                      <a:spcPct val="130000"/>
                    </a:lnSpc>
                    <a:spcBef>
                      <a:spcPct val="20000"/>
                    </a:spcBef>
                    <a:spcAft>
                      <a:spcPct val="0"/>
                    </a:spcAft>
                    <a:defRPr sz="2400">
                      <a:solidFill>
                        <a:srgbClr val="0000FF"/>
                      </a:solidFill>
                      <a:latin typeface="Times New Roman" panose="02020603050405020304" pitchFamily="18" charset="0"/>
                      <a:ea typeface="+mn-ea"/>
                      <a:cs typeface="+mn-cs"/>
                    </a:defRPr>
                  </a:lvl1pPr>
                  <a:lvl2pPr marL="742950" indent="-285750" algn="l" rtl="0" eaLnBrk="0" fontAlgn="base" hangingPunct="0">
                    <a:lnSpc>
                      <a:spcPct val="130000"/>
                    </a:lnSpc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0000CC"/>
                    </a:buClr>
                    <a:buSzPct val="80000"/>
                    <a:buFont typeface="Wingdings" panose="05000000000000000000" pitchFamily="2" charset="2"/>
                    <a:buChar char="o"/>
                    <a:defRPr sz="3000" b="1">
                      <a:solidFill>
                        <a:srgbClr val="0000FF"/>
                      </a:solidFill>
                      <a:latin typeface="Arial Narrow" panose="020B0606020202030204" pitchFamily="34" charset="0"/>
                      <a:ea typeface="楷体_GB2312" charset="-122"/>
                      <a:cs typeface="楷体_GB2312" charset="-122"/>
                    </a:defRPr>
                  </a:lvl2pPr>
                  <a:lvl3pPr marL="1143000" indent="-228600" algn="l" rtl="0" eaLnBrk="0" fontAlgn="base" hangingPunct="0">
                    <a:lnSpc>
                      <a:spcPct val="130000"/>
                    </a:lnSpc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0000CC"/>
                    </a:buClr>
                    <a:buSzPct val="80000"/>
                    <a:buFont typeface="Wingdings" panose="05000000000000000000" pitchFamily="2" charset="2"/>
                    <a:buChar char="n"/>
                    <a:defRPr sz="3000" b="1">
                      <a:solidFill>
                        <a:srgbClr val="0000FF"/>
                      </a:solidFill>
                      <a:latin typeface="Arial Narrow" panose="020B0606020202030204" pitchFamily="34" charset="0"/>
                      <a:ea typeface="楷体_GB2312" charset="-122"/>
                      <a:cs typeface="楷体_GB2312" charset="-122"/>
                    </a:defRPr>
                  </a:lvl3pPr>
                  <a:lvl4pPr marL="1600200" indent="-228600" algn="l" rtl="0" eaLnBrk="0" fontAlgn="base" hangingPunct="0">
                    <a:lnSpc>
                      <a:spcPct val="130000"/>
                    </a:lnSpc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0000CC"/>
                    </a:buClr>
                    <a:buSzPct val="80000"/>
                    <a:buFont typeface="Wingdings" panose="05000000000000000000" pitchFamily="2" charset="2"/>
                    <a:buChar char="o"/>
                    <a:defRPr sz="2800" b="1">
                      <a:solidFill>
                        <a:srgbClr val="0000FF"/>
                      </a:solidFill>
                      <a:latin typeface="Arial Narrow" panose="020B0606020202030204" pitchFamily="34" charset="0"/>
                      <a:ea typeface="楷体_GB2312" charset="-122"/>
                      <a:cs typeface="楷体_GB2312" charset="-122"/>
                    </a:defRPr>
                  </a:lvl4pPr>
                  <a:lvl5pPr marL="2057400" indent="-228600" algn="l" rtl="0" eaLnBrk="0" fontAlgn="base" hangingPunct="0">
                    <a:lnSpc>
                      <a:spcPct val="130000"/>
                    </a:lnSpc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0000CC"/>
                    </a:buClr>
                    <a:buSzPct val="80000"/>
                    <a:buFont typeface="Wingdings" panose="05000000000000000000" pitchFamily="2" charset="2"/>
                    <a:buChar char="o"/>
                    <a:defRPr sz="2800" b="1">
                      <a:solidFill>
                        <a:srgbClr val="0000FF"/>
                      </a:solidFill>
                      <a:latin typeface="Arial Narrow" panose="020B0606020202030204" pitchFamily="34" charset="0"/>
                      <a:ea typeface="楷体_GB2312" charset="-122"/>
                      <a:cs typeface="楷体_GB2312" charset="-122"/>
                    </a:defRPr>
                  </a:lvl5pPr>
                </a:lstStyle>
                <a:p>
                  <a:pPr marL="0" lvl="0" indent="0" eaLnBrk="1" hangingPunct="1">
                    <a:lnSpc>
                      <a:spcPct val="100000"/>
                    </a:lnSpc>
                    <a:spcBef>
                      <a:spcPct val="0"/>
                    </a:spcBef>
                  </a:pPr>
                  <a:r>
                    <a:rPr lang="en-US" altLang="zh-CN" sz="2000" b="1" dirty="0">
                      <a:solidFill>
                        <a:srgbClr val="C00000"/>
                      </a:solidFill>
                    </a:rPr>
                    <a:t>1</a:t>
                  </a:r>
                  <a:endParaRPr lang="en-US" altLang="zh-CN" sz="2000" b="1" dirty="0">
                    <a:solidFill>
                      <a:srgbClr val="C00000"/>
                    </a:solidFill>
                    <a:ea typeface="Times New Roman" panose="02020603050405020304" pitchFamily="18" charset="0"/>
                  </a:endParaRPr>
                </a:p>
              </p:txBody>
            </p:sp>
            <p:sp>
              <p:nvSpPr>
                <p:cNvPr id="203856" name="Rectangle 51"/>
                <p:cNvSpPr/>
                <p:nvPr/>
              </p:nvSpPr>
              <p:spPr>
                <a:xfrm>
                  <a:off x="6822726" y="3280267"/>
                  <a:ext cx="312851" cy="400163"/>
                </a:xfrm>
                <a:prstGeom prst="rect">
                  <a:avLst/>
                </a:prstGeom>
                <a:noFill/>
                <a:ln w="9525">
                  <a:noFill/>
                </a:ln>
              </p:spPr>
              <p:txBody>
                <a:bodyPr wrap="none">
                  <a:spAutoFit/>
                </a:bodyPr>
                <a:lstStyle>
                  <a:lvl1pPr marL="342900" indent="-342900" algn="l" rtl="0" eaLnBrk="0" fontAlgn="base" hangingPunct="0">
                    <a:lnSpc>
                      <a:spcPct val="130000"/>
                    </a:lnSpc>
                    <a:spcBef>
                      <a:spcPct val="20000"/>
                    </a:spcBef>
                    <a:spcAft>
                      <a:spcPct val="0"/>
                    </a:spcAft>
                    <a:defRPr sz="2400">
                      <a:solidFill>
                        <a:srgbClr val="0000FF"/>
                      </a:solidFill>
                      <a:latin typeface="Times New Roman" panose="02020603050405020304" pitchFamily="18" charset="0"/>
                      <a:ea typeface="+mn-ea"/>
                      <a:cs typeface="+mn-cs"/>
                    </a:defRPr>
                  </a:lvl1pPr>
                  <a:lvl2pPr marL="742950" indent="-285750" algn="l" rtl="0" eaLnBrk="0" fontAlgn="base" hangingPunct="0">
                    <a:lnSpc>
                      <a:spcPct val="130000"/>
                    </a:lnSpc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0000CC"/>
                    </a:buClr>
                    <a:buSzPct val="80000"/>
                    <a:buFont typeface="Wingdings" panose="05000000000000000000" pitchFamily="2" charset="2"/>
                    <a:buChar char="o"/>
                    <a:defRPr sz="3000" b="1">
                      <a:solidFill>
                        <a:srgbClr val="0000FF"/>
                      </a:solidFill>
                      <a:latin typeface="Arial Narrow" panose="020B0606020202030204" pitchFamily="34" charset="0"/>
                      <a:ea typeface="楷体_GB2312" charset="-122"/>
                      <a:cs typeface="楷体_GB2312" charset="-122"/>
                    </a:defRPr>
                  </a:lvl2pPr>
                  <a:lvl3pPr marL="1143000" indent="-228600" algn="l" rtl="0" eaLnBrk="0" fontAlgn="base" hangingPunct="0">
                    <a:lnSpc>
                      <a:spcPct val="130000"/>
                    </a:lnSpc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0000CC"/>
                    </a:buClr>
                    <a:buSzPct val="80000"/>
                    <a:buFont typeface="Wingdings" panose="05000000000000000000" pitchFamily="2" charset="2"/>
                    <a:buChar char="n"/>
                    <a:defRPr sz="3000" b="1">
                      <a:solidFill>
                        <a:srgbClr val="0000FF"/>
                      </a:solidFill>
                      <a:latin typeface="Arial Narrow" panose="020B0606020202030204" pitchFamily="34" charset="0"/>
                      <a:ea typeface="楷体_GB2312" charset="-122"/>
                      <a:cs typeface="楷体_GB2312" charset="-122"/>
                    </a:defRPr>
                  </a:lvl3pPr>
                  <a:lvl4pPr marL="1600200" indent="-228600" algn="l" rtl="0" eaLnBrk="0" fontAlgn="base" hangingPunct="0">
                    <a:lnSpc>
                      <a:spcPct val="130000"/>
                    </a:lnSpc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0000CC"/>
                    </a:buClr>
                    <a:buSzPct val="80000"/>
                    <a:buFont typeface="Wingdings" panose="05000000000000000000" pitchFamily="2" charset="2"/>
                    <a:buChar char="o"/>
                    <a:defRPr sz="2800" b="1">
                      <a:solidFill>
                        <a:srgbClr val="0000FF"/>
                      </a:solidFill>
                      <a:latin typeface="Arial Narrow" panose="020B0606020202030204" pitchFamily="34" charset="0"/>
                      <a:ea typeface="楷体_GB2312" charset="-122"/>
                      <a:cs typeface="楷体_GB2312" charset="-122"/>
                    </a:defRPr>
                  </a:lvl4pPr>
                  <a:lvl5pPr marL="2057400" indent="-228600" algn="l" rtl="0" eaLnBrk="0" fontAlgn="base" hangingPunct="0">
                    <a:lnSpc>
                      <a:spcPct val="130000"/>
                    </a:lnSpc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0000CC"/>
                    </a:buClr>
                    <a:buSzPct val="80000"/>
                    <a:buFont typeface="Wingdings" panose="05000000000000000000" pitchFamily="2" charset="2"/>
                    <a:buChar char="o"/>
                    <a:defRPr sz="2800" b="1">
                      <a:solidFill>
                        <a:srgbClr val="0000FF"/>
                      </a:solidFill>
                      <a:latin typeface="Arial Narrow" panose="020B0606020202030204" pitchFamily="34" charset="0"/>
                      <a:ea typeface="楷体_GB2312" charset="-122"/>
                      <a:cs typeface="楷体_GB2312" charset="-122"/>
                    </a:defRPr>
                  </a:lvl5pPr>
                </a:lstStyle>
                <a:p>
                  <a:pPr marL="0" lvl="0" indent="0" eaLnBrk="1" hangingPunct="1">
                    <a:lnSpc>
                      <a:spcPct val="100000"/>
                    </a:lnSpc>
                    <a:spcBef>
                      <a:spcPct val="0"/>
                    </a:spcBef>
                  </a:pPr>
                  <a:r>
                    <a:rPr lang="en-US" altLang="zh-CN" sz="2000" b="1" dirty="0">
                      <a:solidFill>
                        <a:srgbClr val="C00000"/>
                      </a:solidFill>
                    </a:rPr>
                    <a:t>1</a:t>
                  </a:r>
                  <a:endParaRPr lang="en-US" altLang="zh-CN" sz="2000" b="1" dirty="0">
                    <a:solidFill>
                      <a:srgbClr val="C00000"/>
                    </a:solidFill>
                    <a:ea typeface="Times New Roman" panose="02020603050405020304" pitchFamily="18" charset="0"/>
                  </a:endParaRPr>
                </a:p>
              </p:txBody>
            </p:sp>
          </p:grpSp>
          <p:sp>
            <p:nvSpPr>
              <p:cNvPr id="203846" name="Rectangle 5"/>
              <p:cNvSpPr/>
              <p:nvPr/>
            </p:nvSpPr>
            <p:spPr>
              <a:xfrm>
                <a:off x="757628" y="5681578"/>
                <a:ext cx="2126231" cy="431626"/>
              </a:xfrm>
              <a:prstGeom prst="rect">
                <a:avLst/>
              </a:prstGeom>
              <a:solidFill>
                <a:schemeClr val="accent1">
                  <a:alpha val="0"/>
                </a:schemeClr>
              </a:solidFill>
              <a:ln w="19050">
                <a:noFill/>
              </a:ln>
            </p:spPr>
            <p:txBody>
              <a:bodyPr wrap="none" anchor="ctr" anchorCtr="0"/>
              <a:lstStyle>
                <a:lvl1pPr marL="342900" indent="-342900" algn="l" rtl="0" eaLnBrk="0" fontAlgn="base" hangingPunct="0">
                  <a:lnSpc>
                    <a:spcPct val="130000"/>
                  </a:lnSpc>
                  <a:spcBef>
                    <a:spcPct val="20000"/>
                  </a:spcBef>
                  <a:spcAft>
                    <a:spcPct val="0"/>
                  </a:spcAft>
                  <a:defRPr sz="2400">
                    <a:solidFill>
                      <a:srgbClr val="0000FF"/>
                    </a:solidFill>
                    <a:latin typeface="Times New Roman" panose="02020603050405020304" pitchFamily="18" charset="0"/>
                    <a:ea typeface="+mn-ea"/>
                    <a:cs typeface="+mn-cs"/>
                  </a:defRPr>
                </a:lvl1pPr>
                <a:lvl2pPr marL="742950" indent="-285750" algn="l" rtl="0" eaLnBrk="0" fontAlgn="base" hangingPunct="0">
                  <a:lnSpc>
                    <a:spcPct val="13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0000CC"/>
                  </a:buClr>
                  <a:buSzPct val="80000"/>
                  <a:buFont typeface="Wingdings" panose="05000000000000000000" pitchFamily="2" charset="2"/>
                  <a:buChar char="o"/>
                  <a:defRPr sz="3000" b="1">
                    <a:solidFill>
                      <a:srgbClr val="0000FF"/>
                    </a:solidFill>
                    <a:latin typeface="Arial Narrow" panose="020B0606020202030204" pitchFamily="34" charset="0"/>
                    <a:ea typeface="楷体_GB2312" charset="-122"/>
                    <a:cs typeface="楷体_GB2312" charset="-122"/>
                  </a:defRPr>
                </a:lvl2pPr>
                <a:lvl3pPr marL="1143000" indent="-228600" algn="l" rtl="0" eaLnBrk="0" fontAlgn="base" hangingPunct="0">
                  <a:lnSpc>
                    <a:spcPct val="13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0000CC"/>
                  </a:buClr>
                  <a:buSzPct val="80000"/>
                  <a:buFont typeface="Wingdings" panose="05000000000000000000" pitchFamily="2" charset="2"/>
                  <a:buChar char="n"/>
                  <a:defRPr sz="3000" b="1">
                    <a:solidFill>
                      <a:srgbClr val="0000FF"/>
                    </a:solidFill>
                    <a:latin typeface="Arial Narrow" panose="020B0606020202030204" pitchFamily="34" charset="0"/>
                    <a:ea typeface="楷体_GB2312" charset="-122"/>
                    <a:cs typeface="楷体_GB2312" charset="-122"/>
                  </a:defRPr>
                </a:lvl3pPr>
                <a:lvl4pPr marL="1600200" indent="-228600" algn="l" rtl="0" eaLnBrk="0" fontAlgn="base" hangingPunct="0">
                  <a:lnSpc>
                    <a:spcPct val="13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0000CC"/>
                  </a:buClr>
                  <a:buSzPct val="80000"/>
                  <a:buFont typeface="Wingdings" panose="05000000000000000000" pitchFamily="2" charset="2"/>
                  <a:buChar char="o"/>
                  <a:defRPr sz="2800" b="1">
                    <a:solidFill>
                      <a:srgbClr val="0000FF"/>
                    </a:solidFill>
                    <a:latin typeface="Arial Narrow" panose="020B0606020202030204" pitchFamily="34" charset="0"/>
                    <a:ea typeface="楷体_GB2312" charset="-122"/>
                    <a:cs typeface="楷体_GB2312" charset="-122"/>
                  </a:defRPr>
                </a:lvl4pPr>
                <a:lvl5pPr marL="2057400" indent="-228600" algn="l" rtl="0" eaLnBrk="0" fontAlgn="base" hangingPunct="0">
                  <a:lnSpc>
                    <a:spcPct val="13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0000CC"/>
                  </a:buClr>
                  <a:buSzPct val="80000"/>
                  <a:buFont typeface="Wingdings" panose="05000000000000000000" pitchFamily="2" charset="2"/>
                  <a:buChar char="o"/>
                  <a:defRPr sz="2800" b="1">
                    <a:solidFill>
                      <a:srgbClr val="0000FF"/>
                    </a:solidFill>
                    <a:latin typeface="Arial Narrow" panose="020B0606020202030204" pitchFamily="34" charset="0"/>
                    <a:ea typeface="楷体_GB2312" charset="-122"/>
                    <a:cs typeface="楷体_GB2312" charset="-122"/>
                  </a:defRPr>
                </a:lvl5pPr>
              </a:lstStyle>
              <a:p>
                <a:pPr marL="0" lvl="0" indent="669925" algn="r" eaLnBrk="1" hangingPunct="1">
                  <a:lnSpc>
                    <a:spcPct val="120000"/>
                  </a:lnSpc>
                  <a:spcBef>
                    <a:spcPct val="50000"/>
                  </a:spcBef>
                </a:pPr>
                <a:r>
                  <a:rPr lang="en-US" altLang="zh-CN" sz="1800" b="1" i="1" dirty="0">
                    <a:solidFill>
                      <a:srgbClr val="003300"/>
                    </a:solidFill>
                  </a:rPr>
                  <a:t>Q</a:t>
                </a:r>
                <a:r>
                  <a:rPr lang="en-US" altLang="zh-CN" sz="1800" b="1" baseline="-25000" dirty="0">
                    <a:solidFill>
                      <a:srgbClr val="003300"/>
                    </a:solidFill>
                  </a:rPr>
                  <a:t>1</a:t>
                </a:r>
                <a:r>
                  <a:rPr lang="en-US" altLang="zh-CN" sz="1800" b="1" i="1" dirty="0">
                    <a:solidFill>
                      <a:srgbClr val="003300"/>
                    </a:solidFill>
                  </a:rPr>
                  <a:t>= wq'</a:t>
                </a:r>
                <a:r>
                  <a:rPr lang="en-US" altLang="zh-CN" sz="1800" b="1" baseline="-25000" dirty="0">
                    <a:solidFill>
                      <a:srgbClr val="003300"/>
                    </a:solidFill>
                  </a:rPr>
                  <a:t>1</a:t>
                </a:r>
                <a:r>
                  <a:rPr lang="en-US" altLang="zh-CN" sz="1800" b="1" i="1" dirty="0">
                    <a:solidFill>
                      <a:srgbClr val="003300"/>
                    </a:solidFill>
                  </a:rPr>
                  <a:t>q</a:t>
                </a:r>
                <a:r>
                  <a:rPr lang="en-US" altLang="zh-CN" sz="1800" b="1" baseline="-25000" dirty="0">
                    <a:solidFill>
                      <a:srgbClr val="003300"/>
                    </a:solidFill>
                  </a:rPr>
                  <a:t>0</a:t>
                </a:r>
                <a:r>
                  <a:rPr lang="en-US" altLang="zh-CN" sz="1800" b="1" i="1" dirty="0">
                    <a:solidFill>
                      <a:srgbClr val="003300"/>
                    </a:solidFill>
                  </a:rPr>
                  <a:t>+w'q</a:t>
                </a:r>
                <a:r>
                  <a:rPr lang="en-US" altLang="zh-CN" sz="1800" b="1" baseline="-25000" dirty="0">
                    <a:solidFill>
                      <a:srgbClr val="003300"/>
                    </a:solidFill>
                  </a:rPr>
                  <a:t>1</a:t>
                </a:r>
                <a:r>
                  <a:rPr lang="en-US" altLang="zh-CN" sz="1800" b="1" i="1" dirty="0">
                    <a:solidFill>
                      <a:srgbClr val="003300"/>
                    </a:solidFill>
                  </a:rPr>
                  <a:t>+q</a:t>
                </a:r>
                <a:r>
                  <a:rPr lang="en-US" altLang="zh-CN" sz="1800" b="1" baseline="-25000" dirty="0">
                    <a:solidFill>
                      <a:srgbClr val="003300"/>
                    </a:solidFill>
                  </a:rPr>
                  <a:t>1</a:t>
                </a:r>
                <a:r>
                  <a:rPr lang="en-US" altLang="zh-CN" sz="1800" b="1" i="1" dirty="0">
                    <a:solidFill>
                      <a:srgbClr val="003300"/>
                    </a:solidFill>
                  </a:rPr>
                  <a:t>q'</a:t>
                </a:r>
                <a:r>
                  <a:rPr lang="en-US" altLang="zh-CN" sz="1800" b="1" baseline="-25000" dirty="0">
                    <a:solidFill>
                      <a:srgbClr val="003300"/>
                    </a:solidFill>
                  </a:rPr>
                  <a:t>0</a:t>
                </a:r>
                <a:endParaRPr lang="en-US" altLang="zh-CN" sz="1800" b="1" dirty="0">
                  <a:solidFill>
                    <a:srgbClr val="0000CC"/>
                  </a:solidFill>
                </a:endParaRPr>
              </a:p>
            </p:txBody>
          </p:sp>
        </p:grpSp>
        <p:sp>
          <p:nvSpPr>
            <p:cNvPr id="52" name="矩形: 圆角 40"/>
            <p:cNvSpPr>
              <a:spLocks noChangeArrowheads="1"/>
            </p:cNvSpPr>
            <p:nvPr/>
          </p:nvSpPr>
          <p:spPr bwMode="auto">
            <a:xfrm>
              <a:off x="4311622" y="2653962"/>
              <a:ext cx="669908" cy="657279"/>
            </a:xfrm>
            <a:prstGeom prst="roundRect">
              <a:avLst>
                <a:gd name="adj" fmla="val 16667"/>
              </a:avLst>
            </a:prstGeom>
            <a:solidFill>
              <a:schemeClr val="bg2">
                <a:lumMod val="75000"/>
                <a:alpha val="39999"/>
              </a:schemeClr>
            </a:solidFill>
            <a:ln>
              <a:noFill/>
            </a:ln>
          </p:spPr>
          <p:txBody>
            <a:bodyPr/>
            <a:lstStyle>
              <a:lvl1pPr>
                <a:lnSpc>
                  <a:spcPct val="130000"/>
                </a:lnSpc>
                <a:spcBef>
                  <a:spcPct val="20000"/>
                </a:spcBef>
                <a:defRPr sz="2400">
                  <a:solidFill>
                    <a:srgbClr val="0000FF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lnSpc>
                  <a:spcPct val="130000"/>
                </a:lnSpc>
                <a:spcBef>
                  <a:spcPct val="20000"/>
                </a:spcBef>
                <a:buClr>
                  <a:srgbClr val="0000CC"/>
                </a:buClr>
                <a:buSzPct val="80000"/>
                <a:buFont typeface="Wingdings" panose="05000000000000000000" pitchFamily="2" charset="2"/>
                <a:buChar char="o"/>
                <a:defRPr sz="3000" b="1">
                  <a:solidFill>
                    <a:srgbClr val="0000FF"/>
                  </a:solidFill>
                  <a:latin typeface="Arial Narrow" panose="020B0606020202030204" pitchFamily="34" charset="0"/>
                  <a:ea typeface="楷体_GB2312" charset="-122"/>
                  <a:cs typeface="楷体_GB2312" charset="-122"/>
                </a:defRPr>
              </a:lvl2pPr>
              <a:lvl3pPr marL="1143000" indent="-228600">
                <a:lnSpc>
                  <a:spcPct val="130000"/>
                </a:lnSpc>
                <a:spcBef>
                  <a:spcPct val="20000"/>
                </a:spcBef>
                <a:buClr>
                  <a:srgbClr val="0000CC"/>
                </a:buClr>
                <a:buSzPct val="80000"/>
                <a:buFont typeface="Wingdings" panose="05000000000000000000" pitchFamily="2" charset="2"/>
                <a:buChar char="n"/>
                <a:defRPr sz="3000" b="1">
                  <a:solidFill>
                    <a:srgbClr val="0000FF"/>
                  </a:solidFill>
                  <a:latin typeface="Arial Narrow" panose="020B0606020202030204" pitchFamily="34" charset="0"/>
                  <a:ea typeface="楷体_GB2312" charset="-122"/>
                  <a:cs typeface="楷体_GB2312" charset="-122"/>
                </a:defRPr>
              </a:lvl3pPr>
              <a:lvl4pPr marL="1600200" indent="-228600">
                <a:lnSpc>
                  <a:spcPct val="130000"/>
                </a:lnSpc>
                <a:spcBef>
                  <a:spcPct val="20000"/>
                </a:spcBef>
                <a:buClr>
                  <a:srgbClr val="0000CC"/>
                </a:buClr>
                <a:buSzPct val="80000"/>
                <a:buFont typeface="Wingdings" panose="05000000000000000000" pitchFamily="2" charset="2"/>
                <a:buChar char="o"/>
                <a:defRPr sz="2800" b="1">
                  <a:solidFill>
                    <a:srgbClr val="0000FF"/>
                  </a:solidFill>
                  <a:latin typeface="Arial Narrow" panose="020B0606020202030204" pitchFamily="34" charset="0"/>
                  <a:ea typeface="楷体_GB2312" charset="-122"/>
                  <a:cs typeface="楷体_GB2312" charset="-122"/>
                </a:defRPr>
              </a:lvl4pPr>
              <a:lvl5pPr marL="2057400" indent="-228600">
                <a:lnSpc>
                  <a:spcPct val="130000"/>
                </a:lnSpc>
                <a:spcBef>
                  <a:spcPct val="20000"/>
                </a:spcBef>
                <a:buClr>
                  <a:srgbClr val="0000CC"/>
                </a:buClr>
                <a:buSzPct val="80000"/>
                <a:buFont typeface="Wingdings" panose="05000000000000000000" pitchFamily="2" charset="2"/>
                <a:buChar char="o"/>
                <a:defRPr sz="2800" b="1">
                  <a:solidFill>
                    <a:srgbClr val="0000FF"/>
                  </a:solidFill>
                  <a:latin typeface="Arial Narrow" panose="020B0606020202030204" pitchFamily="34" charset="0"/>
                  <a:ea typeface="楷体_GB2312" charset="-122"/>
                  <a:cs typeface="楷体_GB2312" charset="-122"/>
                </a:defRPr>
              </a:lvl5pPr>
              <a:lvl6pPr marL="2514600" indent="-228600" eaLnBrk="0" fontAlgn="base" hangingPunct="0">
                <a:lnSpc>
                  <a:spcPct val="13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0000CC"/>
                </a:buClr>
                <a:buSzPct val="80000"/>
                <a:buFont typeface="Wingdings" panose="05000000000000000000" pitchFamily="2" charset="2"/>
                <a:buChar char="o"/>
                <a:defRPr sz="2800" b="1">
                  <a:solidFill>
                    <a:srgbClr val="0000FF"/>
                  </a:solidFill>
                  <a:latin typeface="Arial Narrow" panose="020B0606020202030204" pitchFamily="34" charset="0"/>
                  <a:ea typeface="楷体_GB2312" charset="-122"/>
                  <a:cs typeface="楷体_GB2312" charset="-122"/>
                </a:defRPr>
              </a:lvl6pPr>
              <a:lvl7pPr marL="2971800" indent="-228600" eaLnBrk="0" fontAlgn="base" hangingPunct="0">
                <a:lnSpc>
                  <a:spcPct val="13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0000CC"/>
                </a:buClr>
                <a:buSzPct val="80000"/>
                <a:buFont typeface="Wingdings" panose="05000000000000000000" pitchFamily="2" charset="2"/>
                <a:buChar char="o"/>
                <a:defRPr sz="2800" b="1">
                  <a:solidFill>
                    <a:srgbClr val="0000FF"/>
                  </a:solidFill>
                  <a:latin typeface="Arial Narrow" panose="020B0606020202030204" pitchFamily="34" charset="0"/>
                  <a:ea typeface="楷体_GB2312" charset="-122"/>
                  <a:cs typeface="楷体_GB2312" charset="-122"/>
                </a:defRPr>
              </a:lvl7pPr>
              <a:lvl8pPr marL="3429000" indent="-228600" eaLnBrk="0" fontAlgn="base" hangingPunct="0">
                <a:lnSpc>
                  <a:spcPct val="13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0000CC"/>
                </a:buClr>
                <a:buSzPct val="80000"/>
                <a:buFont typeface="Wingdings" panose="05000000000000000000" pitchFamily="2" charset="2"/>
                <a:buChar char="o"/>
                <a:defRPr sz="2800" b="1">
                  <a:solidFill>
                    <a:srgbClr val="0000FF"/>
                  </a:solidFill>
                  <a:latin typeface="Arial Narrow" panose="020B0606020202030204" pitchFamily="34" charset="0"/>
                  <a:ea typeface="楷体_GB2312" charset="-122"/>
                  <a:cs typeface="楷体_GB2312" charset="-122"/>
                </a:defRPr>
              </a:lvl8pPr>
              <a:lvl9pPr marL="3886200" indent="-228600" eaLnBrk="0" fontAlgn="base" hangingPunct="0">
                <a:lnSpc>
                  <a:spcPct val="13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0000CC"/>
                </a:buClr>
                <a:buSzPct val="80000"/>
                <a:buFont typeface="Wingdings" panose="05000000000000000000" pitchFamily="2" charset="2"/>
                <a:buChar char="o"/>
                <a:defRPr sz="2800" b="1">
                  <a:solidFill>
                    <a:srgbClr val="0000FF"/>
                  </a:solidFill>
                  <a:latin typeface="Arial Narrow" panose="020B0606020202030204" pitchFamily="34" charset="0"/>
                  <a:ea typeface="楷体_GB2312" charset="-122"/>
                  <a:cs typeface="楷体_GB2312" charset="-122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7A77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203841" name="AutoShape 47"/>
            <p:cNvSpPr/>
            <p:nvPr/>
          </p:nvSpPr>
          <p:spPr>
            <a:xfrm rot="-5400000" flipV="1">
              <a:off x="4435178" y="2392802"/>
              <a:ext cx="400195" cy="652225"/>
            </a:xfrm>
            <a:prstGeom prst="leftBracket">
              <a:avLst>
                <a:gd name="adj" fmla="val 28958"/>
              </a:avLst>
            </a:prstGeom>
            <a:solidFill>
              <a:srgbClr val="FFC000">
                <a:alpha val="18039"/>
              </a:srgbClr>
            </a:solidFill>
            <a:ln w="12700" cap="flat" cmpd="sng">
              <a:solidFill>
                <a:srgbClr val="003300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lnSpc>
                  <a:spcPct val="130000"/>
                </a:lnSpc>
                <a:spcBef>
                  <a:spcPct val="20000"/>
                </a:spcBef>
                <a:spcAft>
                  <a:spcPct val="0"/>
                </a:spcAft>
                <a:defRPr sz="2400">
                  <a:solidFill>
                    <a:srgbClr val="0000FF"/>
                  </a:solidFill>
                  <a:latin typeface="Times New Roman" panose="02020603050405020304" pitchFamily="18" charset="0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lnSpc>
                  <a:spcPct val="13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0000CC"/>
                </a:buClr>
                <a:buSzPct val="80000"/>
                <a:buFont typeface="Wingdings" panose="05000000000000000000" pitchFamily="2" charset="2"/>
                <a:buChar char="o"/>
                <a:defRPr sz="3000" b="1">
                  <a:solidFill>
                    <a:srgbClr val="0000FF"/>
                  </a:solidFill>
                  <a:latin typeface="Arial Narrow" panose="020B0606020202030204" pitchFamily="34" charset="0"/>
                  <a:ea typeface="楷体_GB2312" charset="-122"/>
                  <a:cs typeface="楷体_GB2312" charset="-122"/>
                </a:defRPr>
              </a:lvl2pPr>
              <a:lvl3pPr marL="1143000" indent="-228600" algn="l" rtl="0" eaLnBrk="0" fontAlgn="base" hangingPunct="0">
                <a:lnSpc>
                  <a:spcPct val="13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0000CC"/>
                </a:buClr>
                <a:buSzPct val="80000"/>
                <a:buFont typeface="Wingdings" panose="05000000000000000000" pitchFamily="2" charset="2"/>
                <a:buChar char="n"/>
                <a:defRPr sz="3000" b="1">
                  <a:solidFill>
                    <a:srgbClr val="0000FF"/>
                  </a:solidFill>
                  <a:latin typeface="Arial Narrow" panose="020B0606020202030204" pitchFamily="34" charset="0"/>
                  <a:ea typeface="楷体_GB2312" charset="-122"/>
                  <a:cs typeface="楷体_GB2312" charset="-122"/>
                </a:defRPr>
              </a:lvl3pPr>
              <a:lvl4pPr marL="1600200" indent="-228600" algn="l" rtl="0" eaLnBrk="0" fontAlgn="base" hangingPunct="0">
                <a:lnSpc>
                  <a:spcPct val="13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0000CC"/>
                </a:buClr>
                <a:buSzPct val="80000"/>
                <a:buFont typeface="Wingdings" panose="05000000000000000000" pitchFamily="2" charset="2"/>
                <a:buChar char="o"/>
                <a:defRPr sz="2800" b="1">
                  <a:solidFill>
                    <a:srgbClr val="0000FF"/>
                  </a:solidFill>
                  <a:latin typeface="Arial Narrow" panose="020B0606020202030204" pitchFamily="34" charset="0"/>
                  <a:ea typeface="楷体_GB2312" charset="-122"/>
                  <a:cs typeface="楷体_GB2312" charset="-122"/>
                </a:defRPr>
              </a:lvl4pPr>
              <a:lvl5pPr marL="2057400" indent="-228600" algn="l" rtl="0" eaLnBrk="0" fontAlgn="base" hangingPunct="0">
                <a:lnSpc>
                  <a:spcPct val="13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0000CC"/>
                </a:buClr>
                <a:buSzPct val="80000"/>
                <a:buFont typeface="Wingdings" panose="05000000000000000000" pitchFamily="2" charset="2"/>
                <a:buChar char="o"/>
                <a:defRPr sz="2800" b="1">
                  <a:solidFill>
                    <a:srgbClr val="0000FF"/>
                  </a:solidFill>
                  <a:latin typeface="Arial Narrow" panose="020B0606020202030204" pitchFamily="34" charset="0"/>
                  <a:ea typeface="楷体_GB2312" charset="-122"/>
                  <a:cs typeface="楷体_GB2312" charset="-122"/>
                </a:defRPr>
              </a:lvl5pPr>
            </a:lstStyle>
            <a:p>
              <a:pPr marL="0" lvl="0" indent="0" eaLnBrk="1" hangingPunct="1">
                <a:lnSpc>
                  <a:spcPct val="120000"/>
                </a:lnSpc>
                <a:spcBef>
                  <a:spcPct val="50000"/>
                </a:spcBef>
              </a:pPr>
              <a:endParaRPr lang="zh-CN" altLang="en-US" sz="2000" b="1" dirty="0">
                <a:solidFill>
                  <a:srgbClr val="003300"/>
                </a:solidFill>
              </a:endParaRPr>
            </a:p>
          </p:txBody>
        </p:sp>
        <p:sp>
          <p:nvSpPr>
            <p:cNvPr id="203842" name="AutoShape 47"/>
            <p:cNvSpPr/>
            <p:nvPr/>
          </p:nvSpPr>
          <p:spPr>
            <a:xfrm rot="-5400000" flipH="1" flipV="1">
              <a:off x="4490538" y="3664269"/>
              <a:ext cx="291250" cy="652225"/>
            </a:xfrm>
            <a:prstGeom prst="leftBracket">
              <a:avLst>
                <a:gd name="adj" fmla="val 28956"/>
              </a:avLst>
            </a:prstGeom>
            <a:solidFill>
              <a:srgbClr val="FFC000">
                <a:alpha val="18039"/>
              </a:srgbClr>
            </a:solidFill>
            <a:ln w="12700" cap="flat" cmpd="sng">
              <a:solidFill>
                <a:srgbClr val="003300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lnSpc>
                  <a:spcPct val="130000"/>
                </a:lnSpc>
                <a:spcBef>
                  <a:spcPct val="20000"/>
                </a:spcBef>
                <a:spcAft>
                  <a:spcPct val="0"/>
                </a:spcAft>
                <a:defRPr sz="2400">
                  <a:solidFill>
                    <a:srgbClr val="0000FF"/>
                  </a:solidFill>
                  <a:latin typeface="Times New Roman" panose="02020603050405020304" pitchFamily="18" charset="0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lnSpc>
                  <a:spcPct val="13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0000CC"/>
                </a:buClr>
                <a:buSzPct val="80000"/>
                <a:buFont typeface="Wingdings" panose="05000000000000000000" pitchFamily="2" charset="2"/>
                <a:buChar char="o"/>
                <a:defRPr sz="3000" b="1">
                  <a:solidFill>
                    <a:srgbClr val="0000FF"/>
                  </a:solidFill>
                  <a:latin typeface="Arial Narrow" panose="020B0606020202030204" pitchFamily="34" charset="0"/>
                  <a:ea typeface="楷体_GB2312" charset="-122"/>
                  <a:cs typeface="楷体_GB2312" charset="-122"/>
                </a:defRPr>
              </a:lvl2pPr>
              <a:lvl3pPr marL="1143000" indent="-228600" algn="l" rtl="0" eaLnBrk="0" fontAlgn="base" hangingPunct="0">
                <a:lnSpc>
                  <a:spcPct val="13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0000CC"/>
                </a:buClr>
                <a:buSzPct val="80000"/>
                <a:buFont typeface="Wingdings" panose="05000000000000000000" pitchFamily="2" charset="2"/>
                <a:buChar char="n"/>
                <a:defRPr sz="3000" b="1">
                  <a:solidFill>
                    <a:srgbClr val="0000FF"/>
                  </a:solidFill>
                  <a:latin typeface="Arial Narrow" panose="020B0606020202030204" pitchFamily="34" charset="0"/>
                  <a:ea typeface="楷体_GB2312" charset="-122"/>
                  <a:cs typeface="楷体_GB2312" charset="-122"/>
                </a:defRPr>
              </a:lvl3pPr>
              <a:lvl4pPr marL="1600200" indent="-228600" algn="l" rtl="0" eaLnBrk="0" fontAlgn="base" hangingPunct="0">
                <a:lnSpc>
                  <a:spcPct val="13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0000CC"/>
                </a:buClr>
                <a:buSzPct val="80000"/>
                <a:buFont typeface="Wingdings" panose="05000000000000000000" pitchFamily="2" charset="2"/>
                <a:buChar char="o"/>
                <a:defRPr sz="2800" b="1">
                  <a:solidFill>
                    <a:srgbClr val="0000FF"/>
                  </a:solidFill>
                  <a:latin typeface="Arial Narrow" panose="020B0606020202030204" pitchFamily="34" charset="0"/>
                  <a:ea typeface="楷体_GB2312" charset="-122"/>
                  <a:cs typeface="楷体_GB2312" charset="-122"/>
                </a:defRPr>
              </a:lvl4pPr>
              <a:lvl5pPr marL="2057400" indent="-228600" algn="l" rtl="0" eaLnBrk="0" fontAlgn="base" hangingPunct="0">
                <a:lnSpc>
                  <a:spcPct val="13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0000CC"/>
                </a:buClr>
                <a:buSzPct val="80000"/>
                <a:buFont typeface="Wingdings" panose="05000000000000000000" pitchFamily="2" charset="2"/>
                <a:buChar char="o"/>
                <a:defRPr sz="2800" b="1">
                  <a:solidFill>
                    <a:srgbClr val="0000FF"/>
                  </a:solidFill>
                  <a:latin typeface="Arial Narrow" panose="020B0606020202030204" pitchFamily="34" charset="0"/>
                  <a:ea typeface="楷体_GB2312" charset="-122"/>
                  <a:cs typeface="楷体_GB2312" charset="-122"/>
                </a:defRPr>
              </a:lvl5pPr>
            </a:lstStyle>
            <a:p>
              <a:pPr marL="0" lvl="0" indent="0" eaLnBrk="1" hangingPunct="1">
                <a:lnSpc>
                  <a:spcPct val="120000"/>
                </a:lnSpc>
                <a:spcBef>
                  <a:spcPct val="50000"/>
                </a:spcBef>
              </a:pPr>
              <a:endParaRPr lang="zh-CN" altLang="en-US" sz="2000" b="1" dirty="0">
                <a:solidFill>
                  <a:srgbClr val="003300"/>
                </a:solidFill>
              </a:endParaRPr>
            </a:p>
          </p:txBody>
        </p:sp>
        <p:sp>
          <p:nvSpPr>
            <p:cNvPr id="203843" name="AutoShape 47"/>
            <p:cNvSpPr/>
            <p:nvPr/>
          </p:nvSpPr>
          <p:spPr>
            <a:xfrm flipV="1">
              <a:off x="5093681" y="3379069"/>
              <a:ext cx="400195" cy="400874"/>
            </a:xfrm>
            <a:prstGeom prst="leftBracket">
              <a:avLst>
                <a:gd name="adj" fmla="val 28961"/>
              </a:avLst>
            </a:prstGeom>
            <a:solidFill>
              <a:srgbClr val="0000FF">
                <a:alpha val="18039"/>
              </a:srgbClr>
            </a:solidFill>
            <a:ln w="12700" cap="flat" cmpd="sng">
              <a:solidFill>
                <a:srgbClr val="003300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lnSpc>
                  <a:spcPct val="130000"/>
                </a:lnSpc>
                <a:spcBef>
                  <a:spcPct val="20000"/>
                </a:spcBef>
                <a:spcAft>
                  <a:spcPct val="0"/>
                </a:spcAft>
                <a:defRPr sz="2400">
                  <a:solidFill>
                    <a:srgbClr val="0000FF"/>
                  </a:solidFill>
                  <a:latin typeface="Times New Roman" panose="02020603050405020304" pitchFamily="18" charset="0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lnSpc>
                  <a:spcPct val="13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0000CC"/>
                </a:buClr>
                <a:buSzPct val="80000"/>
                <a:buFont typeface="Wingdings" panose="05000000000000000000" pitchFamily="2" charset="2"/>
                <a:buChar char="o"/>
                <a:defRPr sz="3000" b="1">
                  <a:solidFill>
                    <a:srgbClr val="0000FF"/>
                  </a:solidFill>
                  <a:latin typeface="Arial Narrow" panose="020B0606020202030204" pitchFamily="34" charset="0"/>
                  <a:ea typeface="楷体_GB2312" charset="-122"/>
                  <a:cs typeface="楷体_GB2312" charset="-122"/>
                </a:defRPr>
              </a:lvl2pPr>
              <a:lvl3pPr marL="1143000" indent="-228600" algn="l" rtl="0" eaLnBrk="0" fontAlgn="base" hangingPunct="0">
                <a:lnSpc>
                  <a:spcPct val="13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0000CC"/>
                </a:buClr>
                <a:buSzPct val="80000"/>
                <a:buFont typeface="Wingdings" panose="05000000000000000000" pitchFamily="2" charset="2"/>
                <a:buChar char="n"/>
                <a:defRPr sz="3000" b="1">
                  <a:solidFill>
                    <a:srgbClr val="0000FF"/>
                  </a:solidFill>
                  <a:latin typeface="Arial Narrow" panose="020B0606020202030204" pitchFamily="34" charset="0"/>
                  <a:ea typeface="楷体_GB2312" charset="-122"/>
                  <a:cs typeface="楷体_GB2312" charset="-122"/>
                </a:defRPr>
              </a:lvl3pPr>
              <a:lvl4pPr marL="1600200" indent="-228600" algn="l" rtl="0" eaLnBrk="0" fontAlgn="base" hangingPunct="0">
                <a:lnSpc>
                  <a:spcPct val="13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0000CC"/>
                </a:buClr>
                <a:buSzPct val="80000"/>
                <a:buFont typeface="Wingdings" panose="05000000000000000000" pitchFamily="2" charset="2"/>
                <a:buChar char="o"/>
                <a:defRPr sz="2800" b="1">
                  <a:solidFill>
                    <a:srgbClr val="0000FF"/>
                  </a:solidFill>
                  <a:latin typeface="Arial Narrow" panose="020B0606020202030204" pitchFamily="34" charset="0"/>
                  <a:ea typeface="楷体_GB2312" charset="-122"/>
                  <a:cs typeface="楷体_GB2312" charset="-122"/>
                </a:defRPr>
              </a:lvl4pPr>
              <a:lvl5pPr marL="2057400" indent="-228600" algn="l" rtl="0" eaLnBrk="0" fontAlgn="base" hangingPunct="0">
                <a:lnSpc>
                  <a:spcPct val="13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0000CC"/>
                </a:buClr>
                <a:buSzPct val="80000"/>
                <a:buFont typeface="Wingdings" panose="05000000000000000000" pitchFamily="2" charset="2"/>
                <a:buChar char="o"/>
                <a:defRPr sz="2800" b="1">
                  <a:solidFill>
                    <a:srgbClr val="0000FF"/>
                  </a:solidFill>
                  <a:latin typeface="Arial Narrow" panose="020B0606020202030204" pitchFamily="34" charset="0"/>
                  <a:ea typeface="楷体_GB2312" charset="-122"/>
                  <a:cs typeface="楷体_GB2312" charset="-122"/>
                </a:defRPr>
              </a:lvl5pPr>
            </a:lstStyle>
            <a:p>
              <a:pPr marL="0" lvl="0" indent="0" eaLnBrk="1" hangingPunct="1">
                <a:lnSpc>
                  <a:spcPct val="120000"/>
                </a:lnSpc>
                <a:spcBef>
                  <a:spcPct val="50000"/>
                </a:spcBef>
              </a:pPr>
              <a:endParaRPr lang="zh-CN" altLang="en-US" sz="2000" b="1" dirty="0">
                <a:solidFill>
                  <a:srgbClr val="003300"/>
                </a:solidFill>
              </a:endParaRPr>
            </a:p>
          </p:txBody>
        </p:sp>
        <p:sp>
          <p:nvSpPr>
            <p:cNvPr id="203844" name="AutoShape 47"/>
            <p:cNvSpPr/>
            <p:nvPr/>
          </p:nvSpPr>
          <p:spPr>
            <a:xfrm flipH="1" flipV="1">
              <a:off x="3778781" y="3417675"/>
              <a:ext cx="410936" cy="364698"/>
            </a:xfrm>
            <a:prstGeom prst="leftBracket">
              <a:avLst>
                <a:gd name="adj" fmla="val 28953"/>
              </a:avLst>
            </a:prstGeom>
            <a:solidFill>
              <a:srgbClr val="0000FF">
                <a:alpha val="18039"/>
              </a:srgbClr>
            </a:solidFill>
            <a:ln w="12700" cap="flat" cmpd="sng">
              <a:solidFill>
                <a:srgbClr val="003300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lnSpc>
                  <a:spcPct val="130000"/>
                </a:lnSpc>
                <a:spcBef>
                  <a:spcPct val="20000"/>
                </a:spcBef>
                <a:spcAft>
                  <a:spcPct val="0"/>
                </a:spcAft>
                <a:defRPr sz="2400">
                  <a:solidFill>
                    <a:srgbClr val="0000FF"/>
                  </a:solidFill>
                  <a:latin typeface="Times New Roman" panose="02020603050405020304" pitchFamily="18" charset="0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lnSpc>
                  <a:spcPct val="13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0000CC"/>
                </a:buClr>
                <a:buSzPct val="80000"/>
                <a:buFont typeface="Wingdings" panose="05000000000000000000" pitchFamily="2" charset="2"/>
                <a:buChar char="o"/>
                <a:defRPr sz="3000" b="1">
                  <a:solidFill>
                    <a:srgbClr val="0000FF"/>
                  </a:solidFill>
                  <a:latin typeface="Arial Narrow" panose="020B0606020202030204" pitchFamily="34" charset="0"/>
                  <a:ea typeface="楷体_GB2312" charset="-122"/>
                  <a:cs typeface="楷体_GB2312" charset="-122"/>
                </a:defRPr>
              </a:lvl2pPr>
              <a:lvl3pPr marL="1143000" indent="-228600" algn="l" rtl="0" eaLnBrk="0" fontAlgn="base" hangingPunct="0">
                <a:lnSpc>
                  <a:spcPct val="13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0000CC"/>
                </a:buClr>
                <a:buSzPct val="80000"/>
                <a:buFont typeface="Wingdings" panose="05000000000000000000" pitchFamily="2" charset="2"/>
                <a:buChar char="n"/>
                <a:defRPr sz="3000" b="1">
                  <a:solidFill>
                    <a:srgbClr val="0000FF"/>
                  </a:solidFill>
                  <a:latin typeface="Arial Narrow" panose="020B0606020202030204" pitchFamily="34" charset="0"/>
                  <a:ea typeface="楷体_GB2312" charset="-122"/>
                  <a:cs typeface="楷体_GB2312" charset="-122"/>
                </a:defRPr>
              </a:lvl3pPr>
              <a:lvl4pPr marL="1600200" indent="-228600" algn="l" rtl="0" eaLnBrk="0" fontAlgn="base" hangingPunct="0">
                <a:lnSpc>
                  <a:spcPct val="13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0000CC"/>
                </a:buClr>
                <a:buSzPct val="80000"/>
                <a:buFont typeface="Wingdings" panose="05000000000000000000" pitchFamily="2" charset="2"/>
                <a:buChar char="o"/>
                <a:defRPr sz="2800" b="1">
                  <a:solidFill>
                    <a:srgbClr val="0000FF"/>
                  </a:solidFill>
                  <a:latin typeface="Arial Narrow" panose="020B0606020202030204" pitchFamily="34" charset="0"/>
                  <a:ea typeface="楷体_GB2312" charset="-122"/>
                  <a:cs typeface="楷体_GB2312" charset="-122"/>
                </a:defRPr>
              </a:lvl4pPr>
              <a:lvl5pPr marL="2057400" indent="-228600" algn="l" rtl="0" eaLnBrk="0" fontAlgn="base" hangingPunct="0">
                <a:lnSpc>
                  <a:spcPct val="13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0000CC"/>
                </a:buClr>
                <a:buSzPct val="80000"/>
                <a:buFont typeface="Wingdings" panose="05000000000000000000" pitchFamily="2" charset="2"/>
                <a:buChar char="o"/>
                <a:defRPr sz="2800" b="1">
                  <a:solidFill>
                    <a:srgbClr val="0000FF"/>
                  </a:solidFill>
                  <a:latin typeface="Arial Narrow" panose="020B0606020202030204" pitchFamily="34" charset="0"/>
                  <a:ea typeface="楷体_GB2312" charset="-122"/>
                  <a:cs typeface="楷体_GB2312" charset="-122"/>
                </a:defRPr>
              </a:lvl5pPr>
            </a:lstStyle>
            <a:p>
              <a:pPr marL="0" lvl="0" indent="0" eaLnBrk="1" hangingPunct="1">
                <a:lnSpc>
                  <a:spcPct val="120000"/>
                </a:lnSpc>
                <a:spcBef>
                  <a:spcPct val="50000"/>
                </a:spcBef>
              </a:pPr>
              <a:endParaRPr lang="zh-CN" altLang="en-US" sz="2000" b="1" dirty="0">
                <a:solidFill>
                  <a:srgbClr val="003300"/>
                </a:solidFill>
              </a:endParaRPr>
            </a:p>
          </p:txBody>
        </p:sp>
      </p:grpSp>
      <p:grpSp>
        <p:nvGrpSpPr>
          <p:cNvPr id="203801" name="组合 90"/>
          <p:cNvGrpSpPr/>
          <p:nvPr/>
        </p:nvGrpSpPr>
        <p:grpSpPr>
          <a:xfrm>
            <a:off x="5851525" y="3981450"/>
            <a:ext cx="2354263" cy="2598738"/>
            <a:chOff x="5646738" y="1990715"/>
            <a:chExt cx="2354262" cy="2598503"/>
          </a:xfrm>
        </p:grpSpPr>
        <p:grpSp>
          <p:nvGrpSpPr>
            <p:cNvPr id="203802" name="组合 187"/>
            <p:cNvGrpSpPr/>
            <p:nvPr/>
          </p:nvGrpSpPr>
          <p:grpSpPr>
            <a:xfrm>
              <a:off x="5646738" y="1990715"/>
              <a:ext cx="2354262" cy="2598503"/>
              <a:chOff x="107880" y="3513909"/>
              <a:chExt cx="2353847" cy="2598956"/>
            </a:xfrm>
          </p:grpSpPr>
          <p:grpSp>
            <p:nvGrpSpPr>
              <p:cNvPr id="203805" name="组合 125"/>
              <p:cNvGrpSpPr/>
              <p:nvPr/>
            </p:nvGrpSpPr>
            <p:grpSpPr>
              <a:xfrm>
                <a:off x="107880" y="3513909"/>
                <a:ext cx="2353847" cy="2211939"/>
                <a:chOff x="5308530" y="1480702"/>
                <a:chExt cx="2353847" cy="2211939"/>
              </a:xfrm>
            </p:grpSpPr>
            <p:grpSp>
              <p:nvGrpSpPr>
                <p:cNvPr id="203807" name="组合 2"/>
                <p:cNvGrpSpPr/>
                <p:nvPr/>
              </p:nvGrpSpPr>
              <p:grpSpPr>
                <a:xfrm>
                  <a:off x="5308530" y="1480702"/>
                  <a:ext cx="2353847" cy="2211939"/>
                  <a:chOff x="4681304" y="4036948"/>
                  <a:chExt cx="1933176" cy="1774427"/>
                </a:xfrm>
              </p:grpSpPr>
              <p:grpSp>
                <p:nvGrpSpPr>
                  <p:cNvPr id="203817" name="Group 85"/>
                  <p:cNvGrpSpPr/>
                  <p:nvPr/>
                </p:nvGrpSpPr>
                <p:grpSpPr>
                  <a:xfrm>
                    <a:off x="4681304" y="4036948"/>
                    <a:ext cx="1933176" cy="1774427"/>
                    <a:chOff x="1820" y="393"/>
                    <a:chExt cx="2033" cy="1780"/>
                  </a:xfrm>
                </p:grpSpPr>
                <p:sp>
                  <p:nvSpPr>
                    <p:cNvPr id="203819" name="Rectangle 51"/>
                    <p:cNvSpPr/>
                    <p:nvPr/>
                  </p:nvSpPr>
                  <p:spPr>
                    <a:xfrm>
                      <a:off x="3475" y="1841"/>
                      <a:ext cx="270" cy="322"/>
                    </a:xfrm>
                    <a:prstGeom prst="rect">
                      <a:avLst/>
                    </a:prstGeom>
                    <a:noFill/>
                    <a:ln w="9525">
                      <a:noFill/>
                    </a:ln>
                  </p:spPr>
                  <p:txBody>
                    <a:bodyPr wrap="none">
                      <a:spAutoFit/>
                    </a:bodyPr>
                    <a:lstStyle>
                      <a:lvl1pPr marL="342900" indent="-342900" algn="l" rtl="0" eaLnBrk="0" fontAlgn="base" hangingPunct="0">
                        <a:lnSpc>
                          <a:spcPct val="13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defRPr sz="2400">
                          <a:solidFill>
                            <a:srgbClr val="0000FF"/>
                          </a:solidFill>
                          <a:latin typeface="Times New Roman" panose="02020603050405020304" pitchFamily="18" charset="0"/>
                          <a:ea typeface="+mn-ea"/>
                          <a:cs typeface="+mn-cs"/>
                        </a:defRPr>
                      </a:lvl1pPr>
                      <a:lvl2pPr marL="742950" indent="-285750" algn="l" rtl="0" eaLnBrk="0" fontAlgn="base" hangingPunct="0">
                        <a:lnSpc>
                          <a:spcPct val="13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CC"/>
                        </a:buClr>
                        <a:buSzPct val="80000"/>
                        <a:buFont typeface="Wingdings" panose="05000000000000000000" pitchFamily="2" charset="2"/>
                        <a:buChar char="o"/>
                        <a:defRPr sz="3000" b="1">
                          <a:solidFill>
                            <a:srgbClr val="0000FF"/>
                          </a:solidFill>
                          <a:latin typeface="Arial Narrow" panose="020B0606020202030204" pitchFamily="34" charset="0"/>
                          <a:ea typeface="楷体_GB2312" charset="-122"/>
                          <a:cs typeface="楷体_GB2312" charset="-122"/>
                        </a:defRPr>
                      </a:lvl2pPr>
                      <a:lvl3pPr marL="1143000" indent="-228600" algn="l" rtl="0" eaLnBrk="0" fontAlgn="base" hangingPunct="0">
                        <a:lnSpc>
                          <a:spcPct val="13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CC"/>
                        </a:buClr>
                        <a:buSzPct val="80000"/>
                        <a:buFont typeface="Wingdings" panose="05000000000000000000" pitchFamily="2" charset="2"/>
                        <a:buChar char="n"/>
                        <a:defRPr sz="3000" b="1">
                          <a:solidFill>
                            <a:srgbClr val="0000FF"/>
                          </a:solidFill>
                          <a:latin typeface="Arial Narrow" panose="020B0606020202030204" pitchFamily="34" charset="0"/>
                          <a:ea typeface="楷体_GB2312" charset="-122"/>
                          <a:cs typeface="楷体_GB2312" charset="-122"/>
                        </a:defRPr>
                      </a:lvl3pPr>
                      <a:lvl4pPr marL="1600200" indent="-228600" algn="l" rtl="0" eaLnBrk="0" fontAlgn="base" hangingPunct="0">
                        <a:lnSpc>
                          <a:spcPct val="13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CC"/>
                        </a:buClr>
                        <a:buSzPct val="80000"/>
                        <a:buFont typeface="Wingdings" panose="05000000000000000000" pitchFamily="2" charset="2"/>
                        <a:buChar char="o"/>
                        <a:defRPr sz="2800" b="1">
                          <a:solidFill>
                            <a:srgbClr val="0000FF"/>
                          </a:solidFill>
                          <a:latin typeface="Arial Narrow" panose="020B0606020202030204" pitchFamily="34" charset="0"/>
                          <a:ea typeface="楷体_GB2312" charset="-122"/>
                          <a:cs typeface="楷体_GB2312" charset="-122"/>
                        </a:defRPr>
                      </a:lvl4pPr>
                      <a:lvl5pPr marL="2057400" indent="-228600" algn="l" rtl="0" eaLnBrk="0" fontAlgn="base" hangingPunct="0">
                        <a:lnSpc>
                          <a:spcPct val="13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CC"/>
                        </a:buClr>
                        <a:buSzPct val="80000"/>
                        <a:buFont typeface="Wingdings" panose="05000000000000000000" pitchFamily="2" charset="2"/>
                        <a:buChar char="o"/>
                        <a:defRPr sz="2800" b="1">
                          <a:solidFill>
                            <a:srgbClr val="0000FF"/>
                          </a:solidFill>
                          <a:latin typeface="Arial Narrow" panose="020B0606020202030204" pitchFamily="34" charset="0"/>
                          <a:ea typeface="楷体_GB2312" charset="-122"/>
                          <a:cs typeface="楷体_GB2312" charset="-122"/>
                        </a:defRPr>
                      </a:lvl5pPr>
                    </a:lstStyle>
                    <a:p>
                      <a:pPr marL="0" lvl="0" indent="0" ea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</a:pPr>
                      <a:r>
                        <a:rPr lang="en-US" altLang="zh-CN" sz="2000" b="1" dirty="0">
                          <a:solidFill>
                            <a:srgbClr val="003300"/>
                          </a:solidFill>
                        </a:rPr>
                        <a:t>1</a:t>
                      </a:r>
                      <a:endParaRPr lang="en-US" altLang="zh-CN" sz="2000" b="1" dirty="0">
                        <a:solidFill>
                          <a:srgbClr val="003300"/>
                        </a:solidFill>
                        <a:ea typeface="Times New Roman" panose="02020603050405020304" pitchFamily="18" charset="0"/>
                      </a:endParaRPr>
                    </a:p>
                  </p:txBody>
                </p:sp>
                <p:sp>
                  <p:nvSpPr>
                    <p:cNvPr id="203820" name="Line 52"/>
                    <p:cNvSpPr/>
                    <p:nvPr/>
                  </p:nvSpPr>
                  <p:spPr>
                    <a:xfrm>
                      <a:off x="2414" y="1192"/>
                      <a:ext cx="1368" cy="0"/>
                    </a:xfrm>
                    <a:prstGeom prst="line">
                      <a:avLst/>
                    </a:prstGeom>
                    <a:ln w="28575" cap="flat" cmpd="sng">
                      <a:solidFill>
                        <a:srgbClr val="0000CC"/>
                      </a:solidFill>
                      <a:prstDash val="solid"/>
                      <a:headEnd type="none" w="med" len="med"/>
                      <a:tailEnd type="none" w="med" len="med"/>
                    </a:ln>
                  </p:spPr>
                </p:sp>
                <p:sp>
                  <p:nvSpPr>
                    <p:cNvPr id="203821" name="Text Box 53"/>
                    <p:cNvSpPr txBox="1"/>
                    <p:nvPr/>
                  </p:nvSpPr>
                  <p:spPr>
                    <a:xfrm>
                      <a:off x="2374" y="619"/>
                      <a:ext cx="1474" cy="297"/>
                    </a:xfrm>
                    <a:prstGeom prst="rect">
                      <a:avLst/>
                    </a:prstGeom>
                    <a:noFill/>
                    <a:ln w="9525">
                      <a:noFill/>
                    </a:ln>
                  </p:spPr>
                  <p:txBody>
                    <a:bodyPr>
                      <a:spAutoFit/>
                    </a:bodyPr>
                    <a:lstStyle>
                      <a:lvl1pPr marL="342900" indent="-342900" algn="l" rtl="0" eaLnBrk="0" fontAlgn="base" hangingPunct="0">
                        <a:lnSpc>
                          <a:spcPct val="13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defRPr sz="2400">
                          <a:solidFill>
                            <a:srgbClr val="0000FF"/>
                          </a:solidFill>
                          <a:latin typeface="Times New Roman" panose="02020603050405020304" pitchFamily="18" charset="0"/>
                          <a:ea typeface="+mn-ea"/>
                          <a:cs typeface="+mn-cs"/>
                        </a:defRPr>
                      </a:lvl1pPr>
                      <a:lvl2pPr marL="742950" indent="-285750" algn="l" rtl="0" eaLnBrk="0" fontAlgn="base" hangingPunct="0">
                        <a:lnSpc>
                          <a:spcPct val="13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CC"/>
                        </a:buClr>
                        <a:buSzPct val="80000"/>
                        <a:buFont typeface="Wingdings" panose="05000000000000000000" pitchFamily="2" charset="2"/>
                        <a:buChar char="o"/>
                        <a:defRPr sz="3000" b="1">
                          <a:solidFill>
                            <a:srgbClr val="0000FF"/>
                          </a:solidFill>
                          <a:latin typeface="Arial Narrow" panose="020B0606020202030204" pitchFamily="34" charset="0"/>
                          <a:ea typeface="楷体_GB2312" charset="-122"/>
                          <a:cs typeface="楷体_GB2312" charset="-122"/>
                        </a:defRPr>
                      </a:lvl2pPr>
                      <a:lvl3pPr marL="1143000" indent="-228600" algn="l" rtl="0" eaLnBrk="0" fontAlgn="base" hangingPunct="0">
                        <a:lnSpc>
                          <a:spcPct val="13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CC"/>
                        </a:buClr>
                        <a:buSzPct val="80000"/>
                        <a:buFont typeface="Wingdings" panose="05000000000000000000" pitchFamily="2" charset="2"/>
                        <a:buChar char="n"/>
                        <a:defRPr sz="3000" b="1">
                          <a:solidFill>
                            <a:srgbClr val="0000FF"/>
                          </a:solidFill>
                          <a:latin typeface="Arial Narrow" panose="020B0606020202030204" pitchFamily="34" charset="0"/>
                          <a:ea typeface="楷体_GB2312" charset="-122"/>
                          <a:cs typeface="楷体_GB2312" charset="-122"/>
                        </a:defRPr>
                      </a:lvl3pPr>
                      <a:lvl4pPr marL="1600200" indent="-228600" algn="l" rtl="0" eaLnBrk="0" fontAlgn="base" hangingPunct="0">
                        <a:lnSpc>
                          <a:spcPct val="13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CC"/>
                        </a:buClr>
                        <a:buSzPct val="80000"/>
                        <a:buFont typeface="Wingdings" panose="05000000000000000000" pitchFamily="2" charset="2"/>
                        <a:buChar char="o"/>
                        <a:defRPr sz="2800" b="1">
                          <a:solidFill>
                            <a:srgbClr val="0000FF"/>
                          </a:solidFill>
                          <a:latin typeface="Arial Narrow" panose="020B0606020202030204" pitchFamily="34" charset="0"/>
                          <a:ea typeface="楷体_GB2312" charset="-122"/>
                          <a:cs typeface="楷体_GB2312" charset="-122"/>
                        </a:defRPr>
                      </a:lvl4pPr>
                      <a:lvl5pPr marL="2057400" indent="-228600" algn="l" rtl="0" eaLnBrk="0" fontAlgn="base" hangingPunct="0">
                        <a:lnSpc>
                          <a:spcPct val="13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CC"/>
                        </a:buClr>
                        <a:buSzPct val="80000"/>
                        <a:buFont typeface="Wingdings" panose="05000000000000000000" pitchFamily="2" charset="2"/>
                        <a:buChar char="o"/>
                        <a:defRPr sz="2800" b="1">
                          <a:solidFill>
                            <a:srgbClr val="0000FF"/>
                          </a:solidFill>
                          <a:latin typeface="Arial Narrow" panose="020B0606020202030204" pitchFamily="34" charset="0"/>
                          <a:ea typeface="楷体_GB2312" charset="-122"/>
                          <a:cs typeface="楷体_GB2312" charset="-122"/>
                        </a:defRPr>
                      </a:lvl5pPr>
                    </a:lstStyle>
                    <a:p>
                      <a:pPr marL="0" lvl="0" indent="0" defTabSz="914400" ea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tabLst>
                          <a:tab pos="758825" algn="l"/>
                        </a:tabLst>
                      </a:pPr>
                      <a:r>
                        <a:rPr lang="en-US" altLang="zh-CN" sz="1600" b="1" dirty="0">
                          <a:solidFill>
                            <a:srgbClr val="003300"/>
                          </a:solidFill>
                        </a:rPr>
                        <a:t> </a:t>
                      </a:r>
                      <a:r>
                        <a:rPr lang="en-US" altLang="zh-CN" sz="1800" b="1" dirty="0">
                          <a:solidFill>
                            <a:srgbClr val="003300"/>
                          </a:solidFill>
                        </a:rPr>
                        <a:t>00   01   11   10</a:t>
                      </a:r>
                      <a:endParaRPr lang="en-US" altLang="zh-CN" sz="1800" b="1" dirty="0">
                        <a:solidFill>
                          <a:srgbClr val="003300"/>
                        </a:solidFill>
                      </a:endParaRPr>
                    </a:p>
                  </p:txBody>
                </p:sp>
                <p:sp>
                  <p:nvSpPr>
                    <p:cNvPr id="203822" name="Text Box 54"/>
                    <p:cNvSpPr txBox="1"/>
                    <p:nvPr/>
                  </p:nvSpPr>
                  <p:spPr>
                    <a:xfrm>
                      <a:off x="2096" y="863"/>
                      <a:ext cx="536" cy="1288"/>
                    </a:xfrm>
                    <a:prstGeom prst="rect">
                      <a:avLst/>
                    </a:prstGeom>
                    <a:noFill/>
                    <a:ln w="9525">
                      <a:noFill/>
                    </a:ln>
                  </p:spPr>
                  <p:txBody>
                    <a:bodyPr>
                      <a:spAutoFit/>
                    </a:bodyPr>
                    <a:lstStyle>
                      <a:lvl1pPr marL="342900" indent="-342900" algn="l" rtl="0" eaLnBrk="0" fontAlgn="base" hangingPunct="0">
                        <a:lnSpc>
                          <a:spcPct val="13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defRPr sz="2400">
                          <a:solidFill>
                            <a:srgbClr val="0000FF"/>
                          </a:solidFill>
                          <a:latin typeface="Times New Roman" panose="02020603050405020304" pitchFamily="18" charset="0"/>
                          <a:ea typeface="+mn-ea"/>
                          <a:cs typeface="+mn-cs"/>
                        </a:defRPr>
                      </a:lvl1pPr>
                      <a:lvl2pPr marL="742950" indent="-285750" algn="l" rtl="0" eaLnBrk="0" fontAlgn="base" hangingPunct="0">
                        <a:lnSpc>
                          <a:spcPct val="13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CC"/>
                        </a:buClr>
                        <a:buSzPct val="80000"/>
                        <a:buFont typeface="Wingdings" panose="05000000000000000000" pitchFamily="2" charset="2"/>
                        <a:buChar char="o"/>
                        <a:defRPr sz="3000" b="1">
                          <a:solidFill>
                            <a:srgbClr val="0000FF"/>
                          </a:solidFill>
                          <a:latin typeface="Arial Narrow" panose="020B0606020202030204" pitchFamily="34" charset="0"/>
                          <a:ea typeface="楷体_GB2312" charset="-122"/>
                          <a:cs typeface="楷体_GB2312" charset="-122"/>
                        </a:defRPr>
                      </a:lvl2pPr>
                      <a:lvl3pPr marL="1143000" indent="-228600" algn="l" rtl="0" eaLnBrk="0" fontAlgn="base" hangingPunct="0">
                        <a:lnSpc>
                          <a:spcPct val="13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CC"/>
                        </a:buClr>
                        <a:buSzPct val="80000"/>
                        <a:buFont typeface="Wingdings" panose="05000000000000000000" pitchFamily="2" charset="2"/>
                        <a:buChar char="n"/>
                        <a:defRPr sz="3000" b="1">
                          <a:solidFill>
                            <a:srgbClr val="0000FF"/>
                          </a:solidFill>
                          <a:latin typeface="Arial Narrow" panose="020B0606020202030204" pitchFamily="34" charset="0"/>
                          <a:ea typeface="楷体_GB2312" charset="-122"/>
                          <a:cs typeface="楷体_GB2312" charset="-122"/>
                        </a:defRPr>
                      </a:lvl3pPr>
                      <a:lvl4pPr marL="1600200" indent="-228600" algn="l" rtl="0" eaLnBrk="0" fontAlgn="base" hangingPunct="0">
                        <a:lnSpc>
                          <a:spcPct val="13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CC"/>
                        </a:buClr>
                        <a:buSzPct val="80000"/>
                        <a:buFont typeface="Wingdings" panose="05000000000000000000" pitchFamily="2" charset="2"/>
                        <a:buChar char="o"/>
                        <a:defRPr sz="2800" b="1">
                          <a:solidFill>
                            <a:srgbClr val="0000FF"/>
                          </a:solidFill>
                          <a:latin typeface="Arial Narrow" panose="020B0606020202030204" pitchFamily="34" charset="0"/>
                          <a:ea typeface="楷体_GB2312" charset="-122"/>
                          <a:cs typeface="楷体_GB2312" charset="-122"/>
                        </a:defRPr>
                      </a:lvl4pPr>
                      <a:lvl5pPr marL="2057400" indent="-228600" algn="l" rtl="0" eaLnBrk="0" fontAlgn="base" hangingPunct="0">
                        <a:lnSpc>
                          <a:spcPct val="13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CC"/>
                        </a:buClr>
                        <a:buSzPct val="80000"/>
                        <a:buFont typeface="Wingdings" panose="05000000000000000000" pitchFamily="2" charset="2"/>
                        <a:buChar char="o"/>
                        <a:defRPr sz="2800" b="1">
                          <a:solidFill>
                            <a:srgbClr val="0000FF"/>
                          </a:solidFill>
                          <a:latin typeface="Arial Narrow" panose="020B0606020202030204" pitchFamily="34" charset="0"/>
                          <a:ea typeface="楷体_GB2312" charset="-122"/>
                          <a:cs typeface="楷体_GB2312" charset="-122"/>
                        </a:defRPr>
                      </a:lvl5pPr>
                    </a:lstStyle>
                    <a:p>
                      <a:pPr marL="0" lvl="0" indent="0" defTabSz="914400" eaLnBrk="1" hangingPunct="1">
                        <a:lnSpc>
                          <a:spcPct val="140000"/>
                        </a:lnSpc>
                        <a:spcBef>
                          <a:spcPct val="0"/>
                        </a:spcBef>
                        <a:tabLst>
                          <a:tab pos="758825" algn="l"/>
                        </a:tabLst>
                      </a:pPr>
                      <a:r>
                        <a:rPr lang="en-US" altLang="zh-CN" sz="1800" b="1" dirty="0">
                          <a:solidFill>
                            <a:srgbClr val="003300"/>
                          </a:solidFill>
                        </a:rPr>
                        <a:t>00</a:t>
                      </a:r>
                      <a:endParaRPr lang="en-US" altLang="zh-CN" sz="1800" b="1" dirty="0">
                        <a:solidFill>
                          <a:srgbClr val="003300"/>
                        </a:solidFill>
                      </a:endParaRPr>
                    </a:p>
                    <a:p>
                      <a:pPr marL="0" lvl="0" indent="0" defTabSz="914400" eaLnBrk="1" hangingPunct="1">
                        <a:lnSpc>
                          <a:spcPct val="140000"/>
                        </a:lnSpc>
                        <a:spcBef>
                          <a:spcPct val="0"/>
                        </a:spcBef>
                        <a:tabLst>
                          <a:tab pos="758825" algn="l"/>
                        </a:tabLst>
                      </a:pPr>
                      <a:r>
                        <a:rPr lang="en-US" altLang="zh-CN" sz="1800" b="1" dirty="0">
                          <a:solidFill>
                            <a:srgbClr val="003300"/>
                          </a:solidFill>
                        </a:rPr>
                        <a:t>01</a:t>
                      </a:r>
                      <a:endParaRPr lang="en-US" altLang="zh-CN" sz="1800" b="1" dirty="0">
                        <a:solidFill>
                          <a:srgbClr val="003300"/>
                        </a:solidFill>
                      </a:endParaRPr>
                    </a:p>
                    <a:p>
                      <a:pPr marL="0" lvl="0" indent="0" defTabSz="914400" eaLnBrk="1" hangingPunct="1">
                        <a:lnSpc>
                          <a:spcPct val="140000"/>
                        </a:lnSpc>
                        <a:spcBef>
                          <a:spcPct val="0"/>
                        </a:spcBef>
                        <a:tabLst>
                          <a:tab pos="758825" algn="l"/>
                        </a:tabLst>
                      </a:pPr>
                      <a:r>
                        <a:rPr lang="en-US" altLang="zh-CN" sz="1800" b="1" dirty="0">
                          <a:solidFill>
                            <a:srgbClr val="003300"/>
                          </a:solidFill>
                        </a:rPr>
                        <a:t>11</a:t>
                      </a:r>
                      <a:endParaRPr lang="en-US" altLang="zh-CN" sz="1800" b="1" dirty="0">
                        <a:solidFill>
                          <a:srgbClr val="003300"/>
                        </a:solidFill>
                      </a:endParaRPr>
                    </a:p>
                    <a:p>
                      <a:pPr marL="0" lvl="0" indent="0" defTabSz="914400" eaLnBrk="1" hangingPunct="1">
                        <a:lnSpc>
                          <a:spcPct val="140000"/>
                        </a:lnSpc>
                        <a:spcBef>
                          <a:spcPct val="0"/>
                        </a:spcBef>
                        <a:tabLst>
                          <a:tab pos="758825" algn="l"/>
                        </a:tabLst>
                      </a:pPr>
                      <a:r>
                        <a:rPr lang="en-US" altLang="zh-CN" sz="1800" b="1" dirty="0">
                          <a:solidFill>
                            <a:srgbClr val="003300"/>
                          </a:solidFill>
                        </a:rPr>
                        <a:t>10</a:t>
                      </a:r>
                      <a:endParaRPr lang="en-US" altLang="zh-CN" sz="1800" b="1" dirty="0">
                        <a:solidFill>
                          <a:srgbClr val="003300"/>
                        </a:solidFill>
                      </a:endParaRPr>
                    </a:p>
                  </p:txBody>
                </p:sp>
                <p:sp>
                  <p:nvSpPr>
                    <p:cNvPr id="203823" name="Text Box 55"/>
                    <p:cNvSpPr txBox="1"/>
                    <p:nvPr/>
                  </p:nvSpPr>
                  <p:spPr>
                    <a:xfrm>
                      <a:off x="2075" y="393"/>
                      <a:ext cx="528" cy="322"/>
                    </a:xfrm>
                    <a:prstGeom prst="rect">
                      <a:avLst/>
                    </a:prstGeom>
                    <a:noFill/>
                    <a:ln w="9525">
                      <a:noFill/>
                    </a:ln>
                  </p:spPr>
                  <p:txBody>
                    <a:bodyPr wrap="none">
                      <a:spAutoFit/>
                    </a:bodyPr>
                    <a:lstStyle>
                      <a:lvl1pPr marL="342900" indent="-342900" algn="l" rtl="0" eaLnBrk="0" fontAlgn="base" hangingPunct="0">
                        <a:lnSpc>
                          <a:spcPct val="13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defRPr sz="2400">
                          <a:solidFill>
                            <a:srgbClr val="0000FF"/>
                          </a:solidFill>
                          <a:latin typeface="Times New Roman" panose="02020603050405020304" pitchFamily="18" charset="0"/>
                          <a:ea typeface="+mn-ea"/>
                          <a:cs typeface="+mn-cs"/>
                        </a:defRPr>
                      </a:lvl1pPr>
                      <a:lvl2pPr marL="742950" indent="-285750" algn="l" rtl="0" eaLnBrk="0" fontAlgn="base" hangingPunct="0">
                        <a:lnSpc>
                          <a:spcPct val="13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CC"/>
                        </a:buClr>
                        <a:buSzPct val="80000"/>
                        <a:buFont typeface="Wingdings" panose="05000000000000000000" pitchFamily="2" charset="2"/>
                        <a:buChar char="o"/>
                        <a:defRPr sz="3000" b="1">
                          <a:solidFill>
                            <a:srgbClr val="0000FF"/>
                          </a:solidFill>
                          <a:latin typeface="Arial Narrow" panose="020B0606020202030204" pitchFamily="34" charset="0"/>
                          <a:ea typeface="楷体_GB2312" charset="-122"/>
                          <a:cs typeface="楷体_GB2312" charset="-122"/>
                        </a:defRPr>
                      </a:lvl2pPr>
                      <a:lvl3pPr marL="1143000" indent="-228600" algn="l" rtl="0" eaLnBrk="0" fontAlgn="base" hangingPunct="0">
                        <a:lnSpc>
                          <a:spcPct val="13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CC"/>
                        </a:buClr>
                        <a:buSzPct val="80000"/>
                        <a:buFont typeface="Wingdings" panose="05000000000000000000" pitchFamily="2" charset="2"/>
                        <a:buChar char="n"/>
                        <a:defRPr sz="3000" b="1">
                          <a:solidFill>
                            <a:srgbClr val="0000FF"/>
                          </a:solidFill>
                          <a:latin typeface="Arial Narrow" panose="020B0606020202030204" pitchFamily="34" charset="0"/>
                          <a:ea typeface="楷体_GB2312" charset="-122"/>
                          <a:cs typeface="楷体_GB2312" charset="-122"/>
                        </a:defRPr>
                      </a:lvl3pPr>
                      <a:lvl4pPr marL="1600200" indent="-228600" algn="l" rtl="0" eaLnBrk="0" fontAlgn="base" hangingPunct="0">
                        <a:lnSpc>
                          <a:spcPct val="13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CC"/>
                        </a:buClr>
                        <a:buSzPct val="80000"/>
                        <a:buFont typeface="Wingdings" panose="05000000000000000000" pitchFamily="2" charset="2"/>
                        <a:buChar char="o"/>
                        <a:defRPr sz="2800" b="1">
                          <a:solidFill>
                            <a:srgbClr val="0000FF"/>
                          </a:solidFill>
                          <a:latin typeface="Arial Narrow" panose="020B0606020202030204" pitchFamily="34" charset="0"/>
                          <a:ea typeface="楷体_GB2312" charset="-122"/>
                          <a:cs typeface="楷体_GB2312" charset="-122"/>
                        </a:defRPr>
                      </a:lvl4pPr>
                      <a:lvl5pPr marL="2057400" indent="-228600" algn="l" rtl="0" eaLnBrk="0" fontAlgn="base" hangingPunct="0">
                        <a:lnSpc>
                          <a:spcPct val="13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CC"/>
                        </a:buClr>
                        <a:buSzPct val="80000"/>
                        <a:buFont typeface="Wingdings" panose="05000000000000000000" pitchFamily="2" charset="2"/>
                        <a:buChar char="o"/>
                        <a:defRPr sz="2800" b="1">
                          <a:solidFill>
                            <a:srgbClr val="0000FF"/>
                          </a:solidFill>
                          <a:latin typeface="Arial Narrow" panose="020B0606020202030204" pitchFamily="34" charset="0"/>
                          <a:ea typeface="楷体_GB2312" charset="-122"/>
                          <a:cs typeface="楷体_GB2312" charset="-122"/>
                        </a:defRPr>
                      </a:lvl5pPr>
                    </a:lstStyle>
                    <a:p>
                      <a:pPr marL="0" lvl="0" indent="0" ea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</a:pPr>
                      <a:r>
                        <a:rPr lang="en-US" altLang="zh-CN" sz="2000" b="1" i="1" dirty="0">
                          <a:solidFill>
                            <a:srgbClr val="003300"/>
                          </a:solidFill>
                        </a:rPr>
                        <a:t>q</a:t>
                      </a:r>
                      <a:r>
                        <a:rPr lang="en-US" altLang="zh-CN" sz="2000" b="1" baseline="-25000" dirty="0">
                          <a:solidFill>
                            <a:srgbClr val="003300"/>
                          </a:solidFill>
                        </a:rPr>
                        <a:t>2</a:t>
                      </a:r>
                      <a:r>
                        <a:rPr lang="en-US" altLang="zh-CN" sz="2000" b="1" i="1" dirty="0">
                          <a:solidFill>
                            <a:srgbClr val="003300"/>
                          </a:solidFill>
                        </a:rPr>
                        <a:t>q</a:t>
                      </a:r>
                      <a:r>
                        <a:rPr lang="en-US" altLang="zh-CN" sz="2000" b="1" baseline="-25000" dirty="0">
                          <a:solidFill>
                            <a:srgbClr val="003300"/>
                          </a:solidFill>
                        </a:rPr>
                        <a:t>1</a:t>
                      </a:r>
                      <a:endParaRPr lang="en-US" altLang="zh-CN" sz="2000" b="1" baseline="-25000" dirty="0">
                        <a:solidFill>
                          <a:srgbClr val="003300"/>
                        </a:solidFill>
                      </a:endParaRPr>
                    </a:p>
                  </p:txBody>
                </p:sp>
                <p:sp>
                  <p:nvSpPr>
                    <p:cNvPr id="203824" name="Text Box 56"/>
                    <p:cNvSpPr txBox="1"/>
                    <p:nvPr/>
                  </p:nvSpPr>
                  <p:spPr>
                    <a:xfrm>
                      <a:off x="1820" y="643"/>
                      <a:ext cx="492" cy="322"/>
                    </a:xfrm>
                    <a:prstGeom prst="rect">
                      <a:avLst/>
                    </a:prstGeom>
                    <a:noFill/>
                    <a:ln w="9525">
                      <a:noFill/>
                    </a:ln>
                  </p:spPr>
                  <p:txBody>
                    <a:bodyPr wrap="none">
                      <a:spAutoFit/>
                    </a:bodyPr>
                    <a:lstStyle>
                      <a:lvl1pPr marL="342900" indent="-342900" algn="l" rtl="0" eaLnBrk="0" fontAlgn="base" hangingPunct="0">
                        <a:lnSpc>
                          <a:spcPct val="13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defRPr sz="2400">
                          <a:solidFill>
                            <a:srgbClr val="0000FF"/>
                          </a:solidFill>
                          <a:latin typeface="Times New Roman" panose="02020603050405020304" pitchFamily="18" charset="0"/>
                          <a:ea typeface="+mn-ea"/>
                          <a:cs typeface="+mn-cs"/>
                        </a:defRPr>
                      </a:lvl1pPr>
                      <a:lvl2pPr marL="742950" indent="-285750" algn="l" rtl="0" eaLnBrk="0" fontAlgn="base" hangingPunct="0">
                        <a:lnSpc>
                          <a:spcPct val="13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CC"/>
                        </a:buClr>
                        <a:buSzPct val="80000"/>
                        <a:buFont typeface="Wingdings" panose="05000000000000000000" pitchFamily="2" charset="2"/>
                        <a:buChar char="o"/>
                        <a:defRPr sz="3000" b="1">
                          <a:solidFill>
                            <a:srgbClr val="0000FF"/>
                          </a:solidFill>
                          <a:latin typeface="Arial Narrow" panose="020B0606020202030204" pitchFamily="34" charset="0"/>
                          <a:ea typeface="楷体_GB2312" charset="-122"/>
                          <a:cs typeface="楷体_GB2312" charset="-122"/>
                        </a:defRPr>
                      </a:lvl2pPr>
                      <a:lvl3pPr marL="1143000" indent="-228600" algn="l" rtl="0" eaLnBrk="0" fontAlgn="base" hangingPunct="0">
                        <a:lnSpc>
                          <a:spcPct val="13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CC"/>
                        </a:buClr>
                        <a:buSzPct val="80000"/>
                        <a:buFont typeface="Wingdings" panose="05000000000000000000" pitchFamily="2" charset="2"/>
                        <a:buChar char="n"/>
                        <a:defRPr sz="3000" b="1">
                          <a:solidFill>
                            <a:srgbClr val="0000FF"/>
                          </a:solidFill>
                          <a:latin typeface="Arial Narrow" panose="020B0606020202030204" pitchFamily="34" charset="0"/>
                          <a:ea typeface="楷体_GB2312" charset="-122"/>
                          <a:cs typeface="楷体_GB2312" charset="-122"/>
                        </a:defRPr>
                      </a:lvl3pPr>
                      <a:lvl4pPr marL="1600200" indent="-228600" algn="l" rtl="0" eaLnBrk="0" fontAlgn="base" hangingPunct="0">
                        <a:lnSpc>
                          <a:spcPct val="13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CC"/>
                        </a:buClr>
                        <a:buSzPct val="80000"/>
                        <a:buFont typeface="Wingdings" panose="05000000000000000000" pitchFamily="2" charset="2"/>
                        <a:buChar char="o"/>
                        <a:defRPr sz="2800" b="1">
                          <a:solidFill>
                            <a:srgbClr val="0000FF"/>
                          </a:solidFill>
                          <a:latin typeface="Arial Narrow" panose="020B0606020202030204" pitchFamily="34" charset="0"/>
                          <a:ea typeface="楷体_GB2312" charset="-122"/>
                          <a:cs typeface="楷体_GB2312" charset="-122"/>
                        </a:defRPr>
                      </a:lvl4pPr>
                      <a:lvl5pPr marL="2057400" indent="-228600" algn="l" rtl="0" eaLnBrk="0" fontAlgn="base" hangingPunct="0">
                        <a:lnSpc>
                          <a:spcPct val="13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CC"/>
                        </a:buClr>
                        <a:buSzPct val="80000"/>
                        <a:buFont typeface="Wingdings" panose="05000000000000000000" pitchFamily="2" charset="2"/>
                        <a:buChar char="o"/>
                        <a:defRPr sz="2800" b="1">
                          <a:solidFill>
                            <a:srgbClr val="0000FF"/>
                          </a:solidFill>
                          <a:latin typeface="Arial Narrow" panose="020B0606020202030204" pitchFamily="34" charset="0"/>
                          <a:ea typeface="楷体_GB2312" charset="-122"/>
                          <a:cs typeface="楷体_GB2312" charset="-122"/>
                        </a:defRPr>
                      </a:lvl5pPr>
                    </a:lstStyle>
                    <a:p>
                      <a:pPr marL="0" lvl="0" indent="0" ea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</a:pPr>
                      <a:r>
                        <a:rPr lang="en-US" altLang="zh-CN" sz="2000" b="1" i="1" dirty="0">
                          <a:solidFill>
                            <a:srgbClr val="003300"/>
                          </a:solidFill>
                        </a:rPr>
                        <a:t>q</a:t>
                      </a:r>
                      <a:r>
                        <a:rPr lang="en-US" altLang="zh-CN" sz="2000" b="1" baseline="-25000" dirty="0">
                          <a:solidFill>
                            <a:srgbClr val="003300"/>
                          </a:solidFill>
                        </a:rPr>
                        <a:t>0</a:t>
                      </a:r>
                      <a:r>
                        <a:rPr lang="en-US" altLang="zh-CN" sz="2000" b="1" i="1" dirty="0">
                          <a:solidFill>
                            <a:srgbClr val="003300"/>
                          </a:solidFill>
                        </a:rPr>
                        <a:t>w</a:t>
                      </a:r>
                      <a:endParaRPr lang="en-US" altLang="zh-CN" sz="2000" b="1" baseline="-25000" dirty="0">
                        <a:solidFill>
                          <a:srgbClr val="003300"/>
                        </a:solidFill>
                      </a:endParaRPr>
                    </a:p>
                  </p:txBody>
                </p:sp>
                <p:grpSp>
                  <p:nvGrpSpPr>
                    <p:cNvPr id="203825" name="Group 58"/>
                    <p:cNvGrpSpPr/>
                    <p:nvPr/>
                  </p:nvGrpSpPr>
                  <p:grpSpPr>
                    <a:xfrm>
                      <a:off x="2408" y="870"/>
                      <a:ext cx="1369" cy="1303"/>
                      <a:chOff x="520" y="702"/>
                      <a:chExt cx="949" cy="1083"/>
                    </a:xfrm>
                  </p:grpSpPr>
                  <p:sp>
                    <p:nvSpPr>
                      <p:cNvPr id="203834" name="Rectangle 59"/>
                      <p:cNvSpPr/>
                      <p:nvPr/>
                    </p:nvSpPr>
                    <p:spPr>
                      <a:xfrm>
                        <a:off x="520" y="702"/>
                        <a:ext cx="949" cy="1083"/>
                      </a:xfrm>
                      <a:prstGeom prst="rect">
                        <a:avLst/>
                      </a:prstGeom>
                      <a:noFill/>
                      <a:ln w="28575" cap="flat" cmpd="sng">
                        <a:solidFill>
                          <a:srgbClr val="0000CC"/>
                        </a:solidFill>
                        <a:prstDash val="solid"/>
                        <a:miter/>
                        <a:headEnd type="none" w="med" len="med"/>
                        <a:tailEnd type="none" w="med" len="med"/>
                      </a:ln>
                    </p:spPr>
                    <p:txBody>
                      <a:bodyPr wrap="none" anchor="ctr" anchorCtr="0"/>
                      <a:lstStyle>
                        <a:lvl1pPr marL="342900" indent="-342900" algn="l" rtl="0" eaLnBrk="0" fontAlgn="base" hangingPunct="0">
                          <a:lnSpc>
                            <a:spcPct val="130000"/>
                          </a:lnSpc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defRPr sz="2400">
                            <a:solidFill>
                              <a:srgbClr val="0000FF"/>
                            </a:solidFill>
                            <a:latin typeface="Times New Roman" panose="02020603050405020304" pitchFamily="18" charset="0"/>
                            <a:ea typeface="+mn-ea"/>
                            <a:cs typeface="+mn-cs"/>
                          </a:defRPr>
                        </a:lvl1pPr>
                        <a:lvl2pPr marL="742950" indent="-285750" algn="l" rtl="0" eaLnBrk="0" fontAlgn="base" hangingPunct="0">
                          <a:lnSpc>
                            <a:spcPct val="130000"/>
                          </a:lnSpc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Clr>
                            <a:srgbClr val="0000CC"/>
                          </a:buClr>
                          <a:buSzPct val="80000"/>
                          <a:buFont typeface="Wingdings" panose="05000000000000000000" pitchFamily="2" charset="2"/>
                          <a:buChar char="o"/>
                          <a:defRPr sz="3000" b="1">
                            <a:solidFill>
                              <a:srgbClr val="0000FF"/>
                            </a:solidFill>
                            <a:latin typeface="Arial Narrow" panose="020B0606020202030204" pitchFamily="34" charset="0"/>
                            <a:ea typeface="楷体_GB2312" charset="-122"/>
                            <a:cs typeface="楷体_GB2312" charset="-122"/>
                          </a:defRPr>
                        </a:lvl2pPr>
                        <a:lvl3pPr marL="1143000" indent="-228600" algn="l" rtl="0" eaLnBrk="0" fontAlgn="base" hangingPunct="0">
                          <a:lnSpc>
                            <a:spcPct val="130000"/>
                          </a:lnSpc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Clr>
                            <a:srgbClr val="0000CC"/>
                          </a:buClr>
                          <a:buSzPct val="80000"/>
                          <a:buFont typeface="Wingdings" panose="05000000000000000000" pitchFamily="2" charset="2"/>
                          <a:buChar char="n"/>
                          <a:defRPr sz="3000" b="1">
                            <a:solidFill>
                              <a:srgbClr val="0000FF"/>
                            </a:solidFill>
                            <a:latin typeface="Arial Narrow" panose="020B0606020202030204" pitchFamily="34" charset="0"/>
                            <a:ea typeface="楷体_GB2312" charset="-122"/>
                            <a:cs typeface="楷体_GB2312" charset="-122"/>
                          </a:defRPr>
                        </a:lvl3pPr>
                        <a:lvl4pPr marL="1600200" indent="-228600" algn="l" rtl="0" eaLnBrk="0" fontAlgn="base" hangingPunct="0">
                          <a:lnSpc>
                            <a:spcPct val="130000"/>
                          </a:lnSpc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Clr>
                            <a:srgbClr val="0000CC"/>
                          </a:buClr>
                          <a:buSzPct val="80000"/>
                          <a:buFont typeface="Wingdings" panose="05000000000000000000" pitchFamily="2" charset="2"/>
                          <a:buChar char="o"/>
                          <a:defRPr sz="2800" b="1">
                            <a:solidFill>
                              <a:srgbClr val="0000FF"/>
                            </a:solidFill>
                            <a:latin typeface="Arial Narrow" panose="020B0606020202030204" pitchFamily="34" charset="0"/>
                            <a:ea typeface="楷体_GB2312" charset="-122"/>
                            <a:cs typeface="楷体_GB2312" charset="-122"/>
                          </a:defRPr>
                        </a:lvl4pPr>
                        <a:lvl5pPr marL="2057400" indent="-228600" algn="l" rtl="0" eaLnBrk="0" fontAlgn="base" hangingPunct="0">
                          <a:lnSpc>
                            <a:spcPct val="130000"/>
                          </a:lnSpc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Clr>
                            <a:srgbClr val="0000CC"/>
                          </a:buClr>
                          <a:buSzPct val="80000"/>
                          <a:buFont typeface="Wingdings" panose="05000000000000000000" pitchFamily="2" charset="2"/>
                          <a:buChar char="o"/>
                          <a:defRPr sz="2800" b="1">
                            <a:solidFill>
                              <a:srgbClr val="0000FF"/>
                            </a:solidFill>
                            <a:latin typeface="Arial Narrow" panose="020B0606020202030204" pitchFamily="34" charset="0"/>
                            <a:ea typeface="楷体_GB2312" charset="-122"/>
                            <a:cs typeface="楷体_GB2312" charset="-122"/>
                          </a:defRPr>
                        </a:lvl5pPr>
                      </a:lstStyle>
                      <a:p>
                        <a:pPr marL="0" lvl="0" indent="0" eaLnBrk="1" hangingPunct="1">
                          <a:lnSpc>
                            <a:spcPct val="120000"/>
                          </a:lnSpc>
                          <a:spcBef>
                            <a:spcPct val="50000"/>
                          </a:spcBef>
                        </a:pPr>
                        <a:endParaRPr lang="zh-CN" altLang="en-US" sz="2000" b="1" dirty="0">
                          <a:solidFill>
                            <a:srgbClr val="003300"/>
                          </a:solidFill>
                        </a:endParaRPr>
                      </a:p>
                    </p:txBody>
                  </p:sp>
                  <p:grpSp>
                    <p:nvGrpSpPr>
                      <p:cNvPr id="203835" name="Group 60"/>
                      <p:cNvGrpSpPr/>
                      <p:nvPr/>
                    </p:nvGrpSpPr>
                    <p:grpSpPr>
                      <a:xfrm>
                        <a:off x="761" y="710"/>
                        <a:ext cx="478" cy="1064"/>
                        <a:chOff x="761" y="710"/>
                        <a:chExt cx="478" cy="1042"/>
                      </a:xfrm>
                    </p:grpSpPr>
                    <p:sp>
                      <p:nvSpPr>
                        <p:cNvPr id="203836" name="Line 61"/>
                        <p:cNvSpPr/>
                        <p:nvPr/>
                      </p:nvSpPr>
                      <p:spPr>
                        <a:xfrm>
                          <a:off x="761" y="710"/>
                          <a:ext cx="0" cy="1037"/>
                        </a:xfrm>
                        <a:prstGeom prst="line">
                          <a:avLst/>
                        </a:prstGeom>
                        <a:ln w="28575" cap="flat" cmpd="sng">
                          <a:solidFill>
                            <a:srgbClr val="0000CC"/>
                          </a:solidFill>
                          <a:prstDash val="solid"/>
                          <a:headEnd type="none" w="med" len="med"/>
                          <a:tailEnd type="none" w="med" len="med"/>
                        </a:ln>
                      </p:spPr>
                    </p:sp>
                    <p:sp>
                      <p:nvSpPr>
                        <p:cNvPr id="203837" name="Line 62"/>
                        <p:cNvSpPr/>
                        <p:nvPr/>
                      </p:nvSpPr>
                      <p:spPr>
                        <a:xfrm>
                          <a:off x="994" y="711"/>
                          <a:ext cx="0" cy="1041"/>
                        </a:xfrm>
                        <a:prstGeom prst="line">
                          <a:avLst/>
                        </a:prstGeom>
                        <a:ln w="28575" cap="flat" cmpd="sng">
                          <a:solidFill>
                            <a:srgbClr val="0000CC"/>
                          </a:solidFill>
                          <a:prstDash val="solid"/>
                          <a:headEnd type="none" w="med" len="med"/>
                          <a:tailEnd type="none" w="med" len="med"/>
                        </a:ln>
                      </p:spPr>
                    </p:sp>
                    <p:sp>
                      <p:nvSpPr>
                        <p:cNvPr id="203838" name="Line 63"/>
                        <p:cNvSpPr/>
                        <p:nvPr/>
                      </p:nvSpPr>
                      <p:spPr>
                        <a:xfrm>
                          <a:off x="1239" y="710"/>
                          <a:ext cx="0" cy="1041"/>
                        </a:xfrm>
                        <a:prstGeom prst="line">
                          <a:avLst/>
                        </a:prstGeom>
                        <a:ln w="28575" cap="flat" cmpd="sng">
                          <a:solidFill>
                            <a:srgbClr val="0000CC"/>
                          </a:solidFill>
                          <a:prstDash val="solid"/>
                          <a:headEnd type="none" w="med" len="med"/>
                          <a:tailEnd type="none" w="med" len="med"/>
                        </a:ln>
                      </p:spPr>
                    </p:sp>
                  </p:grpSp>
                </p:grpSp>
                <p:sp>
                  <p:nvSpPr>
                    <p:cNvPr id="203826" name="Line 64"/>
                    <p:cNvSpPr/>
                    <p:nvPr/>
                  </p:nvSpPr>
                  <p:spPr>
                    <a:xfrm>
                      <a:off x="2401" y="1528"/>
                      <a:ext cx="1368" cy="0"/>
                    </a:xfrm>
                    <a:prstGeom prst="line">
                      <a:avLst/>
                    </a:prstGeom>
                    <a:ln w="28575" cap="flat" cmpd="sng">
                      <a:solidFill>
                        <a:srgbClr val="0000CC"/>
                      </a:solidFill>
                      <a:prstDash val="solid"/>
                      <a:headEnd type="none" w="med" len="med"/>
                      <a:tailEnd type="none" w="med" len="med"/>
                    </a:ln>
                  </p:spPr>
                </p:sp>
                <p:sp>
                  <p:nvSpPr>
                    <p:cNvPr id="203827" name="Line 65"/>
                    <p:cNvSpPr/>
                    <p:nvPr/>
                  </p:nvSpPr>
                  <p:spPr>
                    <a:xfrm>
                      <a:off x="2409" y="1859"/>
                      <a:ext cx="1368" cy="0"/>
                    </a:xfrm>
                    <a:prstGeom prst="line">
                      <a:avLst/>
                    </a:prstGeom>
                    <a:ln w="28575" cap="flat" cmpd="sng">
                      <a:solidFill>
                        <a:srgbClr val="0000CC"/>
                      </a:solidFill>
                      <a:prstDash val="solid"/>
                      <a:headEnd type="none" w="med" len="med"/>
                      <a:tailEnd type="none" w="med" len="med"/>
                    </a:ln>
                  </p:spPr>
                </p:sp>
                <p:sp>
                  <p:nvSpPr>
                    <p:cNvPr id="203828" name="Rectangle 67"/>
                    <p:cNvSpPr/>
                    <p:nvPr/>
                  </p:nvSpPr>
                  <p:spPr>
                    <a:xfrm>
                      <a:off x="3121" y="888"/>
                      <a:ext cx="270" cy="322"/>
                    </a:xfrm>
                    <a:prstGeom prst="rect">
                      <a:avLst/>
                    </a:prstGeom>
                    <a:noFill/>
                    <a:ln w="9525">
                      <a:noFill/>
                    </a:ln>
                  </p:spPr>
                  <p:txBody>
                    <a:bodyPr wrap="none">
                      <a:spAutoFit/>
                    </a:bodyPr>
                    <a:lstStyle>
                      <a:lvl1pPr marL="342900" indent="-342900" algn="l" rtl="0" eaLnBrk="0" fontAlgn="base" hangingPunct="0">
                        <a:lnSpc>
                          <a:spcPct val="13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defRPr sz="2400">
                          <a:solidFill>
                            <a:srgbClr val="0000FF"/>
                          </a:solidFill>
                          <a:latin typeface="Times New Roman" panose="02020603050405020304" pitchFamily="18" charset="0"/>
                          <a:ea typeface="+mn-ea"/>
                          <a:cs typeface="+mn-cs"/>
                        </a:defRPr>
                      </a:lvl1pPr>
                      <a:lvl2pPr marL="742950" indent="-285750" algn="l" rtl="0" eaLnBrk="0" fontAlgn="base" hangingPunct="0">
                        <a:lnSpc>
                          <a:spcPct val="13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CC"/>
                        </a:buClr>
                        <a:buSzPct val="80000"/>
                        <a:buFont typeface="Wingdings" panose="05000000000000000000" pitchFamily="2" charset="2"/>
                        <a:buChar char="o"/>
                        <a:defRPr sz="3000" b="1">
                          <a:solidFill>
                            <a:srgbClr val="0000FF"/>
                          </a:solidFill>
                          <a:latin typeface="Arial Narrow" panose="020B0606020202030204" pitchFamily="34" charset="0"/>
                          <a:ea typeface="楷体_GB2312" charset="-122"/>
                          <a:cs typeface="楷体_GB2312" charset="-122"/>
                        </a:defRPr>
                      </a:lvl2pPr>
                      <a:lvl3pPr marL="1143000" indent="-228600" algn="l" rtl="0" eaLnBrk="0" fontAlgn="base" hangingPunct="0">
                        <a:lnSpc>
                          <a:spcPct val="13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CC"/>
                        </a:buClr>
                        <a:buSzPct val="80000"/>
                        <a:buFont typeface="Wingdings" panose="05000000000000000000" pitchFamily="2" charset="2"/>
                        <a:buChar char="n"/>
                        <a:defRPr sz="3000" b="1">
                          <a:solidFill>
                            <a:srgbClr val="0000FF"/>
                          </a:solidFill>
                          <a:latin typeface="Arial Narrow" panose="020B0606020202030204" pitchFamily="34" charset="0"/>
                          <a:ea typeface="楷体_GB2312" charset="-122"/>
                          <a:cs typeface="楷体_GB2312" charset="-122"/>
                        </a:defRPr>
                      </a:lvl3pPr>
                      <a:lvl4pPr marL="1600200" indent="-228600" algn="l" rtl="0" eaLnBrk="0" fontAlgn="base" hangingPunct="0">
                        <a:lnSpc>
                          <a:spcPct val="13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CC"/>
                        </a:buClr>
                        <a:buSzPct val="80000"/>
                        <a:buFont typeface="Wingdings" panose="05000000000000000000" pitchFamily="2" charset="2"/>
                        <a:buChar char="o"/>
                        <a:defRPr sz="2800" b="1">
                          <a:solidFill>
                            <a:srgbClr val="0000FF"/>
                          </a:solidFill>
                          <a:latin typeface="Arial Narrow" panose="020B0606020202030204" pitchFamily="34" charset="0"/>
                          <a:ea typeface="楷体_GB2312" charset="-122"/>
                          <a:cs typeface="楷体_GB2312" charset="-122"/>
                        </a:defRPr>
                      </a:lvl4pPr>
                      <a:lvl5pPr marL="2057400" indent="-228600" algn="l" rtl="0" eaLnBrk="0" fontAlgn="base" hangingPunct="0">
                        <a:lnSpc>
                          <a:spcPct val="13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CC"/>
                        </a:buClr>
                        <a:buSzPct val="80000"/>
                        <a:buFont typeface="Wingdings" panose="05000000000000000000" pitchFamily="2" charset="2"/>
                        <a:buChar char="o"/>
                        <a:defRPr sz="2800" b="1">
                          <a:solidFill>
                            <a:srgbClr val="0000FF"/>
                          </a:solidFill>
                          <a:latin typeface="Arial Narrow" panose="020B0606020202030204" pitchFamily="34" charset="0"/>
                          <a:ea typeface="楷体_GB2312" charset="-122"/>
                          <a:cs typeface="楷体_GB2312" charset="-122"/>
                        </a:defRPr>
                      </a:lvl5pPr>
                    </a:lstStyle>
                    <a:p>
                      <a:pPr marL="0" lvl="0" indent="0" ea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</a:pPr>
                      <a:r>
                        <a:rPr lang="en-US" altLang="zh-CN" sz="2000" b="1" dirty="0">
                          <a:solidFill>
                            <a:srgbClr val="003300"/>
                          </a:solidFill>
                        </a:rPr>
                        <a:t>0</a:t>
                      </a:r>
                      <a:endParaRPr lang="en-US" altLang="zh-CN" sz="2000" b="1" dirty="0">
                        <a:solidFill>
                          <a:srgbClr val="003300"/>
                        </a:solidFill>
                        <a:ea typeface="Times New Roman" panose="02020603050405020304" pitchFamily="18" charset="0"/>
                      </a:endParaRPr>
                    </a:p>
                  </p:txBody>
                </p:sp>
                <p:sp>
                  <p:nvSpPr>
                    <p:cNvPr id="203829" name="Text Box 70"/>
                    <p:cNvSpPr txBox="1"/>
                    <p:nvPr/>
                  </p:nvSpPr>
                  <p:spPr>
                    <a:xfrm>
                      <a:off x="3128" y="1508"/>
                      <a:ext cx="279" cy="322"/>
                    </a:xfrm>
                    <a:prstGeom prst="rect">
                      <a:avLst/>
                    </a:prstGeom>
                    <a:noFill/>
                    <a:ln w="9525">
                      <a:noFill/>
                    </a:ln>
                  </p:spPr>
                  <p:txBody>
                    <a:bodyPr>
                      <a:spAutoFit/>
                    </a:bodyPr>
                    <a:lstStyle>
                      <a:lvl1pPr marL="342900" indent="-342900" algn="l" rtl="0" eaLnBrk="0" fontAlgn="base" hangingPunct="0">
                        <a:lnSpc>
                          <a:spcPct val="13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defRPr sz="2400">
                          <a:solidFill>
                            <a:srgbClr val="0000FF"/>
                          </a:solidFill>
                          <a:latin typeface="Times New Roman" panose="02020603050405020304" pitchFamily="18" charset="0"/>
                          <a:ea typeface="+mn-ea"/>
                          <a:cs typeface="+mn-cs"/>
                        </a:defRPr>
                      </a:lvl1pPr>
                      <a:lvl2pPr marL="742950" indent="-285750" algn="l" rtl="0" eaLnBrk="0" fontAlgn="base" hangingPunct="0">
                        <a:lnSpc>
                          <a:spcPct val="13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CC"/>
                        </a:buClr>
                        <a:buSzPct val="80000"/>
                        <a:buFont typeface="Wingdings" panose="05000000000000000000" pitchFamily="2" charset="2"/>
                        <a:buChar char="o"/>
                        <a:defRPr sz="3000" b="1">
                          <a:solidFill>
                            <a:srgbClr val="0000FF"/>
                          </a:solidFill>
                          <a:latin typeface="Arial Narrow" panose="020B0606020202030204" pitchFamily="34" charset="0"/>
                          <a:ea typeface="楷体_GB2312" charset="-122"/>
                          <a:cs typeface="楷体_GB2312" charset="-122"/>
                        </a:defRPr>
                      </a:lvl2pPr>
                      <a:lvl3pPr marL="1143000" indent="-228600" algn="l" rtl="0" eaLnBrk="0" fontAlgn="base" hangingPunct="0">
                        <a:lnSpc>
                          <a:spcPct val="13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CC"/>
                        </a:buClr>
                        <a:buSzPct val="80000"/>
                        <a:buFont typeface="Wingdings" panose="05000000000000000000" pitchFamily="2" charset="2"/>
                        <a:buChar char="n"/>
                        <a:defRPr sz="3000" b="1">
                          <a:solidFill>
                            <a:srgbClr val="0000FF"/>
                          </a:solidFill>
                          <a:latin typeface="Arial Narrow" panose="020B0606020202030204" pitchFamily="34" charset="0"/>
                          <a:ea typeface="楷体_GB2312" charset="-122"/>
                          <a:cs typeface="楷体_GB2312" charset="-122"/>
                        </a:defRPr>
                      </a:lvl3pPr>
                      <a:lvl4pPr marL="1600200" indent="-228600" algn="l" rtl="0" eaLnBrk="0" fontAlgn="base" hangingPunct="0">
                        <a:lnSpc>
                          <a:spcPct val="13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CC"/>
                        </a:buClr>
                        <a:buSzPct val="80000"/>
                        <a:buFont typeface="Wingdings" panose="05000000000000000000" pitchFamily="2" charset="2"/>
                        <a:buChar char="o"/>
                        <a:defRPr sz="2800" b="1">
                          <a:solidFill>
                            <a:srgbClr val="0000FF"/>
                          </a:solidFill>
                          <a:latin typeface="Arial Narrow" panose="020B0606020202030204" pitchFamily="34" charset="0"/>
                          <a:ea typeface="楷体_GB2312" charset="-122"/>
                          <a:cs typeface="楷体_GB2312" charset="-122"/>
                        </a:defRPr>
                      </a:lvl4pPr>
                      <a:lvl5pPr marL="2057400" indent="-228600" algn="l" rtl="0" eaLnBrk="0" fontAlgn="base" hangingPunct="0">
                        <a:lnSpc>
                          <a:spcPct val="13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CC"/>
                        </a:buClr>
                        <a:buSzPct val="80000"/>
                        <a:buFont typeface="Wingdings" panose="05000000000000000000" pitchFamily="2" charset="2"/>
                        <a:buChar char="o"/>
                        <a:defRPr sz="2800" b="1">
                          <a:solidFill>
                            <a:srgbClr val="0000FF"/>
                          </a:solidFill>
                          <a:latin typeface="Arial Narrow" panose="020B0606020202030204" pitchFamily="34" charset="0"/>
                          <a:ea typeface="楷体_GB2312" charset="-122"/>
                          <a:cs typeface="楷体_GB2312" charset="-122"/>
                        </a:defRPr>
                      </a:lvl5pPr>
                    </a:lstStyle>
                    <a:p>
                      <a:pPr marL="0" lvl="0" indent="0" ea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</a:pPr>
                      <a:r>
                        <a:rPr lang="en-US" altLang="zh-CN" sz="2000" b="1" dirty="0">
                          <a:solidFill>
                            <a:srgbClr val="003300"/>
                          </a:solidFill>
                        </a:rPr>
                        <a:t>0</a:t>
                      </a:r>
                      <a:endParaRPr lang="en-US" altLang="zh-CN" sz="2000" b="1" dirty="0">
                        <a:solidFill>
                          <a:srgbClr val="003300"/>
                        </a:solidFill>
                        <a:ea typeface="Times New Roman" panose="02020603050405020304" pitchFamily="18" charset="0"/>
                      </a:endParaRPr>
                    </a:p>
                  </p:txBody>
                </p:sp>
                <p:sp>
                  <p:nvSpPr>
                    <p:cNvPr id="203830" name="Rectangle 73"/>
                    <p:cNvSpPr/>
                    <p:nvPr/>
                  </p:nvSpPr>
                  <p:spPr>
                    <a:xfrm>
                      <a:off x="3127" y="1189"/>
                      <a:ext cx="270" cy="322"/>
                    </a:xfrm>
                    <a:prstGeom prst="rect">
                      <a:avLst/>
                    </a:prstGeom>
                    <a:noFill/>
                    <a:ln w="9525">
                      <a:noFill/>
                    </a:ln>
                  </p:spPr>
                  <p:txBody>
                    <a:bodyPr wrap="none">
                      <a:spAutoFit/>
                    </a:bodyPr>
                    <a:lstStyle>
                      <a:lvl1pPr marL="342900" indent="-342900" algn="l" rtl="0" eaLnBrk="0" fontAlgn="base" hangingPunct="0">
                        <a:lnSpc>
                          <a:spcPct val="13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defRPr sz="2400">
                          <a:solidFill>
                            <a:srgbClr val="0000FF"/>
                          </a:solidFill>
                          <a:latin typeface="Times New Roman" panose="02020603050405020304" pitchFamily="18" charset="0"/>
                          <a:ea typeface="+mn-ea"/>
                          <a:cs typeface="+mn-cs"/>
                        </a:defRPr>
                      </a:lvl1pPr>
                      <a:lvl2pPr marL="742950" indent="-285750" algn="l" rtl="0" eaLnBrk="0" fontAlgn="base" hangingPunct="0">
                        <a:lnSpc>
                          <a:spcPct val="13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CC"/>
                        </a:buClr>
                        <a:buSzPct val="80000"/>
                        <a:buFont typeface="Wingdings" panose="05000000000000000000" pitchFamily="2" charset="2"/>
                        <a:buChar char="o"/>
                        <a:defRPr sz="3000" b="1">
                          <a:solidFill>
                            <a:srgbClr val="0000FF"/>
                          </a:solidFill>
                          <a:latin typeface="Arial Narrow" panose="020B0606020202030204" pitchFamily="34" charset="0"/>
                          <a:ea typeface="楷体_GB2312" charset="-122"/>
                          <a:cs typeface="楷体_GB2312" charset="-122"/>
                        </a:defRPr>
                      </a:lvl2pPr>
                      <a:lvl3pPr marL="1143000" indent="-228600" algn="l" rtl="0" eaLnBrk="0" fontAlgn="base" hangingPunct="0">
                        <a:lnSpc>
                          <a:spcPct val="13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CC"/>
                        </a:buClr>
                        <a:buSzPct val="80000"/>
                        <a:buFont typeface="Wingdings" panose="05000000000000000000" pitchFamily="2" charset="2"/>
                        <a:buChar char="n"/>
                        <a:defRPr sz="3000" b="1">
                          <a:solidFill>
                            <a:srgbClr val="0000FF"/>
                          </a:solidFill>
                          <a:latin typeface="Arial Narrow" panose="020B0606020202030204" pitchFamily="34" charset="0"/>
                          <a:ea typeface="楷体_GB2312" charset="-122"/>
                          <a:cs typeface="楷体_GB2312" charset="-122"/>
                        </a:defRPr>
                      </a:lvl3pPr>
                      <a:lvl4pPr marL="1600200" indent="-228600" algn="l" rtl="0" eaLnBrk="0" fontAlgn="base" hangingPunct="0">
                        <a:lnSpc>
                          <a:spcPct val="13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CC"/>
                        </a:buClr>
                        <a:buSzPct val="80000"/>
                        <a:buFont typeface="Wingdings" panose="05000000000000000000" pitchFamily="2" charset="2"/>
                        <a:buChar char="o"/>
                        <a:defRPr sz="2800" b="1">
                          <a:solidFill>
                            <a:srgbClr val="0000FF"/>
                          </a:solidFill>
                          <a:latin typeface="Arial Narrow" panose="020B0606020202030204" pitchFamily="34" charset="0"/>
                          <a:ea typeface="楷体_GB2312" charset="-122"/>
                          <a:cs typeface="楷体_GB2312" charset="-122"/>
                        </a:defRPr>
                      </a:lvl4pPr>
                      <a:lvl5pPr marL="2057400" indent="-228600" algn="l" rtl="0" eaLnBrk="0" fontAlgn="base" hangingPunct="0">
                        <a:lnSpc>
                          <a:spcPct val="13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CC"/>
                        </a:buClr>
                        <a:buSzPct val="80000"/>
                        <a:buFont typeface="Wingdings" panose="05000000000000000000" pitchFamily="2" charset="2"/>
                        <a:buChar char="o"/>
                        <a:defRPr sz="2800" b="1">
                          <a:solidFill>
                            <a:srgbClr val="0000FF"/>
                          </a:solidFill>
                          <a:latin typeface="Arial Narrow" panose="020B0606020202030204" pitchFamily="34" charset="0"/>
                          <a:ea typeface="楷体_GB2312" charset="-122"/>
                          <a:cs typeface="楷体_GB2312" charset="-122"/>
                        </a:defRPr>
                      </a:lvl5pPr>
                    </a:lstStyle>
                    <a:p>
                      <a:pPr marL="0" lvl="0" indent="0" ea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</a:pPr>
                      <a:r>
                        <a:rPr lang="en-US" altLang="zh-CN" sz="2000" b="1" dirty="0">
                          <a:solidFill>
                            <a:srgbClr val="003300"/>
                          </a:solidFill>
                        </a:rPr>
                        <a:t>1</a:t>
                      </a:r>
                      <a:endParaRPr lang="en-US" altLang="zh-CN" sz="2000" b="1" dirty="0">
                        <a:solidFill>
                          <a:srgbClr val="003300"/>
                        </a:solidFill>
                        <a:ea typeface="Times New Roman" panose="02020603050405020304" pitchFamily="18" charset="0"/>
                      </a:endParaRPr>
                    </a:p>
                  </p:txBody>
                </p:sp>
                <p:sp>
                  <p:nvSpPr>
                    <p:cNvPr id="203831" name="Text Box 76"/>
                    <p:cNvSpPr txBox="1"/>
                    <p:nvPr/>
                  </p:nvSpPr>
                  <p:spPr>
                    <a:xfrm>
                      <a:off x="3487" y="851"/>
                      <a:ext cx="366" cy="346"/>
                    </a:xfrm>
                    <a:prstGeom prst="rect">
                      <a:avLst/>
                    </a:prstGeom>
                    <a:noFill/>
                    <a:ln w="9525">
                      <a:noFill/>
                    </a:ln>
                  </p:spPr>
                  <p:txBody>
                    <a:bodyPr>
                      <a:spAutoFit/>
                    </a:bodyPr>
                    <a:lstStyle>
                      <a:lvl1pPr marL="342900" indent="-342900" algn="l" rtl="0" eaLnBrk="0" fontAlgn="base" hangingPunct="0">
                        <a:lnSpc>
                          <a:spcPct val="13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defRPr sz="2400">
                          <a:solidFill>
                            <a:srgbClr val="0000FF"/>
                          </a:solidFill>
                          <a:latin typeface="Times New Roman" panose="02020603050405020304" pitchFamily="18" charset="0"/>
                          <a:ea typeface="+mn-ea"/>
                          <a:cs typeface="+mn-cs"/>
                        </a:defRPr>
                      </a:lvl1pPr>
                      <a:lvl2pPr marL="742950" indent="-285750" algn="l" rtl="0" eaLnBrk="0" fontAlgn="base" hangingPunct="0">
                        <a:lnSpc>
                          <a:spcPct val="13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CC"/>
                        </a:buClr>
                        <a:buSzPct val="80000"/>
                        <a:buFont typeface="Wingdings" panose="05000000000000000000" pitchFamily="2" charset="2"/>
                        <a:buChar char="o"/>
                        <a:defRPr sz="3000" b="1">
                          <a:solidFill>
                            <a:srgbClr val="0000FF"/>
                          </a:solidFill>
                          <a:latin typeface="Arial Narrow" panose="020B0606020202030204" pitchFamily="34" charset="0"/>
                          <a:ea typeface="楷体_GB2312" charset="-122"/>
                          <a:cs typeface="楷体_GB2312" charset="-122"/>
                        </a:defRPr>
                      </a:lvl2pPr>
                      <a:lvl3pPr marL="1143000" indent="-228600" algn="l" rtl="0" eaLnBrk="0" fontAlgn="base" hangingPunct="0">
                        <a:lnSpc>
                          <a:spcPct val="13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CC"/>
                        </a:buClr>
                        <a:buSzPct val="80000"/>
                        <a:buFont typeface="Wingdings" panose="05000000000000000000" pitchFamily="2" charset="2"/>
                        <a:buChar char="n"/>
                        <a:defRPr sz="3000" b="1">
                          <a:solidFill>
                            <a:srgbClr val="0000FF"/>
                          </a:solidFill>
                          <a:latin typeface="Arial Narrow" panose="020B0606020202030204" pitchFamily="34" charset="0"/>
                          <a:ea typeface="楷体_GB2312" charset="-122"/>
                          <a:cs typeface="楷体_GB2312" charset="-122"/>
                        </a:defRPr>
                      </a:lvl3pPr>
                      <a:lvl4pPr marL="1600200" indent="-228600" algn="l" rtl="0" eaLnBrk="0" fontAlgn="base" hangingPunct="0">
                        <a:lnSpc>
                          <a:spcPct val="13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CC"/>
                        </a:buClr>
                        <a:buSzPct val="80000"/>
                        <a:buFont typeface="Wingdings" panose="05000000000000000000" pitchFamily="2" charset="2"/>
                        <a:buChar char="o"/>
                        <a:defRPr sz="2800" b="1">
                          <a:solidFill>
                            <a:srgbClr val="0000FF"/>
                          </a:solidFill>
                          <a:latin typeface="Arial Narrow" panose="020B0606020202030204" pitchFamily="34" charset="0"/>
                          <a:ea typeface="楷体_GB2312" charset="-122"/>
                          <a:cs typeface="楷体_GB2312" charset="-122"/>
                        </a:defRPr>
                      </a:lvl4pPr>
                      <a:lvl5pPr marL="2057400" indent="-228600" algn="l" rtl="0" eaLnBrk="0" fontAlgn="base" hangingPunct="0">
                        <a:lnSpc>
                          <a:spcPct val="13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CC"/>
                        </a:buClr>
                        <a:buSzPct val="80000"/>
                        <a:buFont typeface="Wingdings" panose="05000000000000000000" pitchFamily="2" charset="2"/>
                        <a:buChar char="o"/>
                        <a:defRPr sz="2800" b="1">
                          <a:solidFill>
                            <a:srgbClr val="0000FF"/>
                          </a:solidFill>
                          <a:latin typeface="Arial Narrow" panose="020B0606020202030204" pitchFamily="34" charset="0"/>
                          <a:ea typeface="楷体_GB2312" charset="-122"/>
                          <a:cs typeface="楷体_GB2312" charset="-122"/>
                        </a:defRPr>
                      </a:lvl5pPr>
                    </a:lstStyle>
                    <a:p>
                      <a:pPr marL="0" lvl="0" indent="0" eaLnBrk="1" hangingPunct="1">
                        <a:lnSpc>
                          <a:spcPct val="120000"/>
                        </a:lnSpc>
                        <a:spcBef>
                          <a:spcPct val="0"/>
                        </a:spcBef>
                      </a:pPr>
                      <a:r>
                        <a:rPr lang="en-US" altLang="zh-CN" sz="2000" b="1" dirty="0">
                          <a:solidFill>
                            <a:srgbClr val="000000"/>
                          </a:solidFill>
                        </a:rPr>
                        <a:t>0</a:t>
                      </a:r>
                      <a:endParaRPr lang="en-US" altLang="zh-CN" sz="2000" b="1" dirty="0">
                        <a:solidFill>
                          <a:srgbClr val="000000"/>
                        </a:solidFill>
                      </a:endParaRPr>
                    </a:p>
                  </p:txBody>
                </p:sp>
                <p:sp>
                  <p:nvSpPr>
                    <p:cNvPr id="203832" name="Line 79"/>
                    <p:cNvSpPr/>
                    <p:nvPr/>
                  </p:nvSpPr>
                  <p:spPr>
                    <a:xfrm>
                      <a:off x="2010" y="587"/>
                      <a:ext cx="396" cy="297"/>
                    </a:xfrm>
                    <a:prstGeom prst="line">
                      <a:avLst/>
                    </a:prstGeom>
                    <a:ln w="28575" cap="flat" cmpd="sng">
                      <a:solidFill>
                        <a:srgbClr val="0000CC"/>
                      </a:solidFill>
                      <a:prstDash val="solid"/>
                      <a:headEnd type="none" w="med" len="med"/>
                      <a:tailEnd type="none" w="med" len="med"/>
                    </a:ln>
                  </p:spPr>
                </p:sp>
                <p:sp>
                  <p:nvSpPr>
                    <p:cNvPr id="203833" name="Text Box 80"/>
                    <p:cNvSpPr txBox="1"/>
                    <p:nvPr/>
                  </p:nvSpPr>
                  <p:spPr>
                    <a:xfrm>
                      <a:off x="2457" y="890"/>
                      <a:ext cx="263" cy="322"/>
                    </a:xfrm>
                    <a:prstGeom prst="rect">
                      <a:avLst/>
                    </a:prstGeom>
                    <a:noFill/>
                    <a:ln w="9525">
                      <a:noFill/>
                    </a:ln>
                  </p:spPr>
                  <p:txBody>
                    <a:bodyPr>
                      <a:spAutoFit/>
                    </a:bodyPr>
                    <a:lstStyle>
                      <a:lvl1pPr marL="342900" indent="-342900" algn="l" rtl="0" eaLnBrk="0" fontAlgn="base" hangingPunct="0">
                        <a:lnSpc>
                          <a:spcPct val="13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defRPr sz="2400">
                          <a:solidFill>
                            <a:srgbClr val="0000FF"/>
                          </a:solidFill>
                          <a:latin typeface="Times New Roman" panose="02020603050405020304" pitchFamily="18" charset="0"/>
                          <a:ea typeface="+mn-ea"/>
                          <a:cs typeface="+mn-cs"/>
                        </a:defRPr>
                      </a:lvl1pPr>
                      <a:lvl2pPr marL="742950" indent="-285750" algn="l" rtl="0" eaLnBrk="0" fontAlgn="base" hangingPunct="0">
                        <a:lnSpc>
                          <a:spcPct val="13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CC"/>
                        </a:buClr>
                        <a:buSzPct val="80000"/>
                        <a:buFont typeface="Wingdings" panose="05000000000000000000" pitchFamily="2" charset="2"/>
                        <a:buChar char="o"/>
                        <a:defRPr sz="3000" b="1">
                          <a:solidFill>
                            <a:srgbClr val="0000FF"/>
                          </a:solidFill>
                          <a:latin typeface="Arial Narrow" panose="020B0606020202030204" pitchFamily="34" charset="0"/>
                          <a:ea typeface="楷体_GB2312" charset="-122"/>
                          <a:cs typeface="楷体_GB2312" charset="-122"/>
                        </a:defRPr>
                      </a:lvl2pPr>
                      <a:lvl3pPr marL="1143000" indent="-228600" algn="l" rtl="0" eaLnBrk="0" fontAlgn="base" hangingPunct="0">
                        <a:lnSpc>
                          <a:spcPct val="13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CC"/>
                        </a:buClr>
                        <a:buSzPct val="80000"/>
                        <a:buFont typeface="Wingdings" panose="05000000000000000000" pitchFamily="2" charset="2"/>
                        <a:buChar char="n"/>
                        <a:defRPr sz="3000" b="1">
                          <a:solidFill>
                            <a:srgbClr val="0000FF"/>
                          </a:solidFill>
                          <a:latin typeface="Arial Narrow" panose="020B0606020202030204" pitchFamily="34" charset="0"/>
                          <a:ea typeface="楷体_GB2312" charset="-122"/>
                          <a:cs typeface="楷体_GB2312" charset="-122"/>
                        </a:defRPr>
                      </a:lvl3pPr>
                      <a:lvl4pPr marL="1600200" indent="-228600" algn="l" rtl="0" eaLnBrk="0" fontAlgn="base" hangingPunct="0">
                        <a:lnSpc>
                          <a:spcPct val="13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CC"/>
                        </a:buClr>
                        <a:buSzPct val="80000"/>
                        <a:buFont typeface="Wingdings" panose="05000000000000000000" pitchFamily="2" charset="2"/>
                        <a:buChar char="o"/>
                        <a:defRPr sz="2800" b="1">
                          <a:solidFill>
                            <a:srgbClr val="0000FF"/>
                          </a:solidFill>
                          <a:latin typeface="Arial Narrow" panose="020B0606020202030204" pitchFamily="34" charset="0"/>
                          <a:ea typeface="楷体_GB2312" charset="-122"/>
                          <a:cs typeface="楷体_GB2312" charset="-122"/>
                        </a:defRPr>
                      </a:lvl4pPr>
                      <a:lvl5pPr marL="2057400" indent="-228600" algn="l" rtl="0" eaLnBrk="0" fontAlgn="base" hangingPunct="0">
                        <a:lnSpc>
                          <a:spcPct val="13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CC"/>
                        </a:buClr>
                        <a:buSzPct val="80000"/>
                        <a:buFont typeface="Wingdings" panose="05000000000000000000" pitchFamily="2" charset="2"/>
                        <a:buChar char="o"/>
                        <a:defRPr sz="2800" b="1">
                          <a:solidFill>
                            <a:srgbClr val="0000FF"/>
                          </a:solidFill>
                          <a:latin typeface="Arial Narrow" panose="020B0606020202030204" pitchFamily="34" charset="0"/>
                          <a:ea typeface="楷体_GB2312" charset="-122"/>
                          <a:cs typeface="楷体_GB2312" charset="-122"/>
                        </a:defRPr>
                      </a:lvl5pPr>
                    </a:lstStyle>
                    <a:p>
                      <a:pPr marL="0" lvl="0" indent="0" ea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</a:pPr>
                      <a:r>
                        <a:rPr lang="en-US" altLang="zh-CN" sz="2000" b="1" dirty="0">
                          <a:solidFill>
                            <a:srgbClr val="003300"/>
                          </a:solidFill>
                        </a:rPr>
                        <a:t>0</a:t>
                      </a:r>
                      <a:endParaRPr lang="en-US" altLang="zh-CN" sz="2000" b="1" dirty="0">
                        <a:solidFill>
                          <a:srgbClr val="003300"/>
                        </a:solidFill>
                        <a:ea typeface="Times New Roman" panose="02020603050405020304" pitchFamily="18" charset="0"/>
                      </a:endParaRPr>
                    </a:p>
                  </p:txBody>
                </p:sp>
              </p:grpSp>
              <p:sp>
                <p:nvSpPr>
                  <p:cNvPr id="203818" name="Rectangle 51"/>
                  <p:cNvSpPr/>
                  <p:nvPr/>
                </p:nvSpPr>
                <p:spPr>
                  <a:xfrm>
                    <a:off x="6261643" y="5152607"/>
                    <a:ext cx="256939" cy="321025"/>
                  </a:xfrm>
                  <a:prstGeom prst="rect">
                    <a:avLst/>
                  </a:prstGeom>
                  <a:noFill/>
                  <a:ln w="9525">
                    <a:noFill/>
                  </a:ln>
                </p:spPr>
                <p:txBody>
                  <a:bodyPr wrap="none">
                    <a:spAutoFit/>
                  </a:bodyPr>
                  <a:lstStyle>
                    <a:lvl1pPr marL="342900" indent="-342900" algn="l" rtl="0" eaLnBrk="0" fontAlgn="base" hangingPunct="0">
                      <a:lnSpc>
                        <a:spcPct val="130000"/>
                      </a:lnSpc>
                      <a:spcBef>
                        <a:spcPct val="20000"/>
                      </a:spcBef>
                      <a:spcAft>
                        <a:spcPct val="0"/>
                      </a:spcAft>
                      <a:defRPr sz="2400">
                        <a:solidFill>
                          <a:srgbClr val="0000FF"/>
                        </a:solidFill>
                        <a:latin typeface="Times New Roman" panose="02020603050405020304" pitchFamily="18" charset="0"/>
                        <a:ea typeface="+mn-ea"/>
                        <a:cs typeface="+mn-cs"/>
                      </a:defRPr>
                    </a:lvl1pPr>
                    <a:lvl2pPr marL="742950" indent="-285750" algn="l" rtl="0" eaLnBrk="0" fontAlgn="base" hangingPunct="0">
                      <a:lnSpc>
                        <a:spcPct val="130000"/>
                      </a:lnSpc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0000CC"/>
                      </a:buClr>
                      <a:buSzPct val="80000"/>
                      <a:buFont typeface="Wingdings" panose="05000000000000000000" pitchFamily="2" charset="2"/>
                      <a:buChar char="o"/>
                      <a:defRPr sz="3000" b="1">
                        <a:solidFill>
                          <a:srgbClr val="0000FF"/>
                        </a:solidFill>
                        <a:latin typeface="Arial Narrow" panose="020B0606020202030204" pitchFamily="34" charset="0"/>
                        <a:ea typeface="楷体_GB2312" charset="-122"/>
                        <a:cs typeface="楷体_GB2312" charset="-122"/>
                      </a:defRPr>
                    </a:lvl2pPr>
                    <a:lvl3pPr marL="1143000" indent="-228600" algn="l" rtl="0" eaLnBrk="0" fontAlgn="base" hangingPunct="0">
                      <a:lnSpc>
                        <a:spcPct val="130000"/>
                      </a:lnSpc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0000CC"/>
                      </a:buClr>
                      <a:buSzPct val="80000"/>
                      <a:buFont typeface="Wingdings" panose="05000000000000000000" pitchFamily="2" charset="2"/>
                      <a:buChar char="n"/>
                      <a:defRPr sz="3000" b="1">
                        <a:solidFill>
                          <a:srgbClr val="0000FF"/>
                        </a:solidFill>
                        <a:latin typeface="Arial Narrow" panose="020B0606020202030204" pitchFamily="34" charset="0"/>
                        <a:ea typeface="楷体_GB2312" charset="-122"/>
                        <a:cs typeface="楷体_GB2312" charset="-122"/>
                      </a:defRPr>
                    </a:lvl3pPr>
                    <a:lvl4pPr marL="1600200" indent="-228600" algn="l" rtl="0" eaLnBrk="0" fontAlgn="base" hangingPunct="0">
                      <a:lnSpc>
                        <a:spcPct val="130000"/>
                      </a:lnSpc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0000CC"/>
                      </a:buClr>
                      <a:buSzPct val="80000"/>
                      <a:buFont typeface="Wingdings" panose="05000000000000000000" pitchFamily="2" charset="2"/>
                      <a:buChar char="o"/>
                      <a:defRPr sz="2800" b="1">
                        <a:solidFill>
                          <a:srgbClr val="0000FF"/>
                        </a:solidFill>
                        <a:latin typeface="Arial Narrow" panose="020B0606020202030204" pitchFamily="34" charset="0"/>
                        <a:ea typeface="楷体_GB2312" charset="-122"/>
                        <a:cs typeface="楷体_GB2312" charset="-122"/>
                      </a:defRPr>
                    </a:lvl4pPr>
                    <a:lvl5pPr marL="2057400" indent="-228600" algn="l" rtl="0" eaLnBrk="0" fontAlgn="base" hangingPunct="0">
                      <a:lnSpc>
                        <a:spcPct val="130000"/>
                      </a:lnSpc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0000CC"/>
                      </a:buClr>
                      <a:buSzPct val="80000"/>
                      <a:buFont typeface="Wingdings" panose="05000000000000000000" pitchFamily="2" charset="2"/>
                      <a:buChar char="o"/>
                      <a:defRPr sz="2800" b="1">
                        <a:solidFill>
                          <a:srgbClr val="0000FF"/>
                        </a:solidFill>
                        <a:latin typeface="Arial Narrow" panose="020B0606020202030204" pitchFamily="34" charset="0"/>
                        <a:ea typeface="楷体_GB2312" charset="-122"/>
                        <a:cs typeface="楷体_GB2312" charset="-122"/>
                      </a:defRPr>
                    </a:lvl5pPr>
                  </a:lstStyle>
                  <a:p>
                    <a:pPr marL="0" lvl="0" indent="0" eaLnBrk="1" hangingPunct="1">
                      <a:lnSpc>
                        <a:spcPct val="100000"/>
                      </a:lnSpc>
                      <a:spcBef>
                        <a:spcPct val="0"/>
                      </a:spcBef>
                    </a:pPr>
                    <a:r>
                      <a:rPr lang="en-US" altLang="zh-CN" sz="2000" b="1" dirty="0">
                        <a:solidFill>
                          <a:srgbClr val="003300"/>
                        </a:solidFill>
                      </a:rPr>
                      <a:t>0</a:t>
                    </a:r>
                    <a:endParaRPr lang="en-US" altLang="zh-CN" sz="2000" b="1" dirty="0">
                      <a:solidFill>
                        <a:srgbClr val="003300"/>
                      </a:solidFill>
                      <a:ea typeface="Times New Roman" panose="02020603050405020304" pitchFamily="18" charset="0"/>
                    </a:endParaRPr>
                  </a:p>
                </p:txBody>
              </p:sp>
            </p:grpSp>
            <p:sp>
              <p:nvSpPr>
                <p:cNvPr id="203808" name="Text Box 80"/>
                <p:cNvSpPr txBox="1"/>
                <p:nvPr/>
              </p:nvSpPr>
              <p:spPr>
                <a:xfrm>
                  <a:off x="6438950" y="2063877"/>
                  <a:ext cx="288925" cy="430213"/>
                </a:xfrm>
                <a:prstGeom prst="rect">
                  <a:avLst/>
                </a:prstGeom>
                <a:noFill/>
                <a:ln w="9525">
                  <a:noFill/>
                </a:ln>
              </p:spPr>
              <p:txBody>
                <a:bodyPr>
                  <a:spAutoFit/>
                </a:bodyPr>
                <a:lstStyle>
                  <a:lvl1pPr marL="342900" indent="-342900" algn="l" rtl="0" eaLnBrk="0" fontAlgn="base" hangingPunct="0">
                    <a:lnSpc>
                      <a:spcPct val="130000"/>
                    </a:lnSpc>
                    <a:spcBef>
                      <a:spcPct val="20000"/>
                    </a:spcBef>
                    <a:spcAft>
                      <a:spcPct val="0"/>
                    </a:spcAft>
                    <a:defRPr sz="2400">
                      <a:solidFill>
                        <a:srgbClr val="0000FF"/>
                      </a:solidFill>
                      <a:latin typeface="Times New Roman" panose="02020603050405020304" pitchFamily="18" charset="0"/>
                      <a:ea typeface="+mn-ea"/>
                      <a:cs typeface="+mn-cs"/>
                    </a:defRPr>
                  </a:lvl1pPr>
                  <a:lvl2pPr marL="742950" indent="-285750" algn="l" rtl="0" eaLnBrk="0" fontAlgn="base" hangingPunct="0">
                    <a:lnSpc>
                      <a:spcPct val="130000"/>
                    </a:lnSpc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0000CC"/>
                    </a:buClr>
                    <a:buSzPct val="80000"/>
                    <a:buFont typeface="Wingdings" panose="05000000000000000000" pitchFamily="2" charset="2"/>
                    <a:buChar char="o"/>
                    <a:defRPr sz="3000" b="1">
                      <a:solidFill>
                        <a:srgbClr val="0000FF"/>
                      </a:solidFill>
                      <a:latin typeface="Arial Narrow" panose="020B0606020202030204" pitchFamily="34" charset="0"/>
                      <a:ea typeface="楷体_GB2312" charset="-122"/>
                      <a:cs typeface="楷体_GB2312" charset="-122"/>
                    </a:defRPr>
                  </a:lvl2pPr>
                  <a:lvl3pPr marL="1143000" indent="-228600" algn="l" rtl="0" eaLnBrk="0" fontAlgn="base" hangingPunct="0">
                    <a:lnSpc>
                      <a:spcPct val="130000"/>
                    </a:lnSpc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0000CC"/>
                    </a:buClr>
                    <a:buSzPct val="80000"/>
                    <a:buFont typeface="Wingdings" panose="05000000000000000000" pitchFamily="2" charset="2"/>
                    <a:buChar char="n"/>
                    <a:defRPr sz="3000" b="1">
                      <a:solidFill>
                        <a:srgbClr val="0000FF"/>
                      </a:solidFill>
                      <a:latin typeface="Arial Narrow" panose="020B0606020202030204" pitchFamily="34" charset="0"/>
                      <a:ea typeface="楷体_GB2312" charset="-122"/>
                      <a:cs typeface="楷体_GB2312" charset="-122"/>
                    </a:defRPr>
                  </a:lvl3pPr>
                  <a:lvl4pPr marL="1600200" indent="-228600" algn="l" rtl="0" eaLnBrk="0" fontAlgn="base" hangingPunct="0">
                    <a:lnSpc>
                      <a:spcPct val="130000"/>
                    </a:lnSpc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0000CC"/>
                    </a:buClr>
                    <a:buSzPct val="80000"/>
                    <a:buFont typeface="Wingdings" panose="05000000000000000000" pitchFamily="2" charset="2"/>
                    <a:buChar char="o"/>
                    <a:defRPr sz="2800" b="1">
                      <a:solidFill>
                        <a:srgbClr val="0000FF"/>
                      </a:solidFill>
                      <a:latin typeface="Arial Narrow" panose="020B0606020202030204" pitchFamily="34" charset="0"/>
                      <a:ea typeface="楷体_GB2312" charset="-122"/>
                      <a:cs typeface="楷体_GB2312" charset="-122"/>
                    </a:defRPr>
                  </a:lvl4pPr>
                  <a:lvl5pPr marL="2057400" indent="-228600" algn="l" rtl="0" eaLnBrk="0" fontAlgn="base" hangingPunct="0">
                    <a:lnSpc>
                      <a:spcPct val="130000"/>
                    </a:lnSpc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0000CC"/>
                    </a:buClr>
                    <a:buSzPct val="80000"/>
                    <a:buFont typeface="Wingdings" panose="05000000000000000000" pitchFamily="2" charset="2"/>
                    <a:buChar char="o"/>
                    <a:defRPr sz="2800" b="1">
                      <a:solidFill>
                        <a:srgbClr val="0000FF"/>
                      </a:solidFill>
                      <a:latin typeface="Arial Narrow" panose="020B0606020202030204" pitchFamily="34" charset="0"/>
                      <a:ea typeface="楷体_GB2312" charset="-122"/>
                      <a:cs typeface="楷体_GB2312" charset="-122"/>
                    </a:defRPr>
                  </a:lvl5pPr>
                </a:lstStyle>
                <a:p>
                  <a:pPr marL="0" lvl="0" indent="0" eaLnBrk="1" hangingPunct="1">
                    <a:lnSpc>
                      <a:spcPct val="120000"/>
                    </a:lnSpc>
                    <a:spcBef>
                      <a:spcPct val="0"/>
                    </a:spcBef>
                  </a:pPr>
                  <a:r>
                    <a:rPr lang="en-US" altLang="zh-CN" sz="2000" b="1" dirty="0">
                      <a:solidFill>
                        <a:srgbClr val="000000"/>
                      </a:solidFill>
                    </a:rPr>
                    <a:t>0</a:t>
                  </a:r>
                  <a:endParaRPr lang="en-US" altLang="zh-CN" sz="2000" b="1" dirty="0">
                    <a:solidFill>
                      <a:srgbClr val="000000"/>
                    </a:solidFill>
                    <a:ea typeface="Times New Roman" panose="02020603050405020304" pitchFamily="18" charset="0"/>
                  </a:endParaRPr>
                </a:p>
              </p:txBody>
            </p:sp>
            <p:sp>
              <p:nvSpPr>
                <p:cNvPr id="203809" name="Text Box 80"/>
                <p:cNvSpPr txBox="1"/>
                <p:nvPr/>
              </p:nvSpPr>
              <p:spPr>
                <a:xfrm>
                  <a:off x="6044821" y="2472141"/>
                  <a:ext cx="289454" cy="400110"/>
                </a:xfrm>
                <a:prstGeom prst="rect">
                  <a:avLst/>
                </a:prstGeom>
                <a:noFill/>
                <a:ln w="9525">
                  <a:noFill/>
                </a:ln>
              </p:spPr>
              <p:txBody>
                <a:bodyPr>
                  <a:spAutoFit/>
                </a:bodyPr>
                <a:lstStyle>
                  <a:lvl1pPr marL="342900" indent="-342900" algn="l" rtl="0" eaLnBrk="0" fontAlgn="base" hangingPunct="0">
                    <a:lnSpc>
                      <a:spcPct val="130000"/>
                    </a:lnSpc>
                    <a:spcBef>
                      <a:spcPct val="20000"/>
                    </a:spcBef>
                    <a:spcAft>
                      <a:spcPct val="0"/>
                    </a:spcAft>
                    <a:defRPr sz="2400">
                      <a:solidFill>
                        <a:srgbClr val="0000FF"/>
                      </a:solidFill>
                      <a:latin typeface="Times New Roman" panose="02020603050405020304" pitchFamily="18" charset="0"/>
                      <a:ea typeface="+mn-ea"/>
                      <a:cs typeface="+mn-cs"/>
                    </a:defRPr>
                  </a:lvl1pPr>
                  <a:lvl2pPr marL="742950" indent="-285750" algn="l" rtl="0" eaLnBrk="0" fontAlgn="base" hangingPunct="0">
                    <a:lnSpc>
                      <a:spcPct val="130000"/>
                    </a:lnSpc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0000CC"/>
                    </a:buClr>
                    <a:buSzPct val="80000"/>
                    <a:buFont typeface="Wingdings" panose="05000000000000000000" pitchFamily="2" charset="2"/>
                    <a:buChar char="o"/>
                    <a:defRPr sz="3000" b="1">
                      <a:solidFill>
                        <a:srgbClr val="0000FF"/>
                      </a:solidFill>
                      <a:latin typeface="Arial Narrow" panose="020B0606020202030204" pitchFamily="34" charset="0"/>
                      <a:ea typeface="楷体_GB2312" charset="-122"/>
                      <a:cs typeface="楷体_GB2312" charset="-122"/>
                    </a:defRPr>
                  </a:lvl2pPr>
                  <a:lvl3pPr marL="1143000" indent="-228600" algn="l" rtl="0" eaLnBrk="0" fontAlgn="base" hangingPunct="0">
                    <a:lnSpc>
                      <a:spcPct val="130000"/>
                    </a:lnSpc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0000CC"/>
                    </a:buClr>
                    <a:buSzPct val="80000"/>
                    <a:buFont typeface="Wingdings" panose="05000000000000000000" pitchFamily="2" charset="2"/>
                    <a:buChar char="n"/>
                    <a:defRPr sz="3000" b="1">
                      <a:solidFill>
                        <a:srgbClr val="0000FF"/>
                      </a:solidFill>
                      <a:latin typeface="Arial Narrow" panose="020B0606020202030204" pitchFamily="34" charset="0"/>
                      <a:ea typeface="楷体_GB2312" charset="-122"/>
                      <a:cs typeface="楷体_GB2312" charset="-122"/>
                    </a:defRPr>
                  </a:lvl3pPr>
                  <a:lvl4pPr marL="1600200" indent="-228600" algn="l" rtl="0" eaLnBrk="0" fontAlgn="base" hangingPunct="0">
                    <a:lnSpc>
                      <a:spcPct val="130000"/>
                    </a:lnSpc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0000CC"/>
                    </a:buClr>
                    <a:buSzPct val="80000"/>
                    <a:buFont typeface="Wingdings" panose="05000000000000000000" pitchFamily="2" charset="2"/>
                    <a:buChar char="o"/>
                    <a:defRPr sz="2800" b="1">
                      <a:solidFill>
                        <a:srgbClr val="0000FF"/>
                      </a:solidFill>
                      <a:latin typeface="Arial Narrow" panose="020B0606020202030204" pitchFamily="34" charset="0"/>
                      <a:ea typeface="楷体_GB2312" charset="-122"/>
                      <a:cs typeface="楷体_GB2312" charset="-122"/>
                    </a:defRPr>
                  </a:lvl4pPr>
                  <a:lvl5pPr marL="2057400" indent="-228600" algn="l" rtl="0" eaLnBrk="0" fontAlgn="base" hangingPunct="0">
                    <a:lnSpc>
                      <a:spcPct val="130000"/>
                    </a:lnSpc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0000CC"/>
                    </a:buClr>
                    <a:buSzPct val="80000"/>
                    <a:buFont typeface="Wingdings" panose="05000000000000000000" pitchFamily="2" charset="2"/>
                    <a:buChar char="o"/>
                    <a:defRPr sz="2800" b="1">
                      <a:solidFill>
                        <a:srgbClr val="0000FF"/>
                      </a:solidFill>
                      <a:latin typeface="Arial Narrow" panose="020B0606020202030204" pitchFamily="34" charset="0"/>
                      <a:ea typeface="楷体_GB2312" charset="-122"/>
                      <a:cs typeface="楷体_GB2312" charset="-122"/>
                    </a:defRPr>
                  </a:lvl5pPr>
                </a:lstStyle>
                <a:p>
                  <a:pPr marL="0" lvl="0" indent="0" eaLnBrk="1" hangingPunct="1">
                    <a:lnSpc>
                      <a:spcPct val="100000"/>
                    </a:lnSpc>
                    <a:spcBef>
                      <a:spcPct val="0"/>
                    </a:spcBef>
                  </a:pPr>
                  <a:r>
                    <a:rPr lang="en-US" altLang="zh-CN" sz="2000" b="1" dirty="0">
                      <a:solidFill>
                        <a:srgbClr val="003300"/>
                      </a:solidFill>
                    </a:rPr>
                    <a:t>1</a:t>
                  </a:r>
                  <a:endParaRPr lang="en-US" altLang="zh-CN" sz="2000" b="1" dirty="0">
                    <a:solidFill>
                      <a:srgbClr val="003300"/>
                    </a:solidFill>
                    <a:ea typeface="Times New Roman" panose="02020603050405020304" pitchFamily="18" charset="0"/>
                  </a:endParaRPr>
                </a:p>
              </p:txBody>
            </p:sp>
            <p:sp>
              <p:nvSpPr>
                <p:cNvPr id="203810" name="Text Box 80"/>
                <p:cNvSpPr txBox="1"/>
                <p:nvPr/>
              </p:nvSpPr>
              <p:spPr>
                <a:xfrm>
                  <a:off x="7236745" y="2429729"/>
                  <a:ext cx="289454" cy="446115"/>
                </a:xfrm>
                <a:prstGeom prst="rect">
                  <a:avLst/>
                </a:prstGeom>
                <a:noFill/>
                <a:ln w="9525">
                  <a:noFill/>
                </a:ln>
              </p:spPr>
              <p:txBody>
                <a:bodyPr>
                  <a:spAutoFit/>
                </a:bodyPr>
                <a:lstStyle>
                  <a:lvl1pPr marL="342900" indent="-342900" algn="l" rtl="0" eaLnBrk="0" fontAlgn="base" hangingPunct="0">
                    <a:lnSpc>
                      <a:spcPct val="130000"/>
                    </a:lnSpc>
                    <a:spcBef>
                      <a:spcPct val="20000"/>
                    </a:spcBef>
                    <a:spcAft>
                      <a:spcPct val="0"/>
                    </a:spcAft>
                    <a:defRPr sz="2400">
                      <a:solidFill>
                        <a:srgbClr val="0000FF"/>
                      </a:solidFill>
                      <a:latin typeface="Times New Roman" panose="02020603050405020304" pitchFamily="18" charset="0"/>
                      <a:ea typeface="+mn-ea"/>
                      <a:cs typeface="+mn-cs"/>
                    </a:defRPr>
                  </a:lvl1pPr>
                  <a:lvl2pPr marL="742950" indent="-285750" algn="l" rtl="0" eaLnBrk="0" fontAlgn="base" hangingPunct="0">
                    <a:lnSpc>
                      <a:spcPct val="130000"/>
                    </a:lnSpc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0000CC"/>
                    </a:buClr>
                    <a:buSzPct val="80000"/>
                    <a:buFont typeface="Wingdings" panose="05000000000000000000" pitchFamily="2" charset="2"/>
                    <a:buChar char="o"/>
                    <a:defRPr sz="3000" b="1">
                      <a:solidFill>
                        <a:srgbClr val="0000FF"/>
                      </a:solidFill>
                      <a:latin typeface="Arial Narrow" panose="020B0606020202030204" pitchFamily="34" charset="0"/>
                      <a:ea typeface="楷体_GB2312" charset="-122"/>
                      <a:cs typeface="楷体_GB2312" charset="-122"/>
                    </a:defRPr>
                  </a:lvl2pPr>
                  <a:lvl3pPr marL="1143000" indent="-228600" algn="l" rtl="0" eaLnBrk="0" fontAlgn="base" hangingPunct="0">
                    <a:lnSpc>
                      <a:spcPct val="130000"/>
                    </a:lnSpc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0000CC"/>
                    </a:buClr>
                    <a:buSzPct val="80000"/>
                    <a:buFont typeface="Wingdings" panose="05000000000000000000" pitchFamily="2" charset="2"/>
                    <a:buChar char="n"/>
                    <a:defRPr sz="3000" b="1">
                      <a:solidFill>
                        <a:srgbClr val="0000FF"/>
                      </a:solidFill>
                      <a:latin typeface="Arial Narrow" panose="020B0606020202030204" pitchFamily="34" charset="0"/>
                      <a:ea typeface="楷体_GB2312" charset="-122"/>
                      <a:cs typeface="楷体_GB2312" charset="-122"/>
                    </a:defRPr>
                  </a:lvl3pPr>
                  <a:lvl4pPr marL="1600200" indent="-228600" algn="l" rtl="0" eaLnBrk="0" fontAlgn="base" hangingPunct="0">
                    <a:lnSpc>
                      <a:spcPct val="130000"/>
                    </a:lnSpc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0000CC"/>
                    </a:buClr>
                    <a:buSzPct val="80000"/>
                    <a:buFont typeface="Wingdings" panose="05000000000000000000" pitchFamily="2" charset="2"/>
                    <a:buChar char="o"/>
                    <a:defRPr sz="2800" b="1">
                      <a:solidFill>
                        <a:srgbClr val="0000FF"/>
                      </a:solidFill>
                      <a:latin typeface="Arial Narrow" panose="020B0606020202030204" pitchFamily="34" charset="0"/>
                      <a:ea typeface="楷体_GB2312" charset="-122"/>
                      <a:cs typeface="楷体_GB2312" charset="-122"/>
                    </a:defRPr>
                  </a:lvl4pPr>
                  <a:lvl5pPr marL="2057400" indent="-228600" algn="l" rtl="0" eaLnBrk="0" fontAlgn="base" hangingPunct="0">
                    <a:lnSpc>
                      <a:spcPct val="130000"/>
                    </a:lnSpc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0000CC"/>
                    </a:buClr>
                    <a:buSzPct val="80000"/>
                    <a:buFont typeface="Wingdings" panose="05000000000000000000" pitchFamily="2" charset="2"/>
                    <a:buChar char="o"/>
                    <a:defRPr sz="2800" b="1">
                      <a:solidFill>
                        <a:srgbClr val="0000FF"/>
                      </a:solidFill>
                      <a:latin typeface="Arial Narrow" panose="020B0606020202030204" pitchFamily="34" charset="0"/>
                      <a:ea typeface="楷体_GB2312" charset="-122"/>
                      <a:cs typeface="楷体_GB2312" charset="-122"/>
                    </a:defRPr>
                  </a:lvl5pPr>
                </a:lstStyle>
                <a:p>
                  <a:pPr marL="0" lvl="0" indent="0" eaLnBrk="1" hangingPunct="1">
                    <a:lnSpc>
                      <a:spcPct val="120000"/>
                    </a:lnSpc>
                    <a:spcBef>
                      <a:spcPct val="0"/>
                    </a:spcBef>
                  </a:pPr>
                  <a:r>
                    <a:rPr lang="en-US" altLang="zh-CN" sz="2000" b="1" dirty="0">
                      <a:solidFill>
                        <a:srgbClr val="000000"/>
                      </a:solidFill>
                    </a:rPr>
                    <a:t>1</a:t>
                  </a:r>
                  <a:endParaRPr lang="en-US" altLang="zh-CN" sz="2000" b="1" dirty="0">
                    <a:solidFill>
                      <a:srgbClr val="000000"/>
                    </a:solidFill>
                    <a:ea typeface="Times New Roman" panose="02020603050405020304" pitchFamily="18" charset="0"/>
                  </a:endParaRPr>
                </a:p>
              </p:txBody>
            </p:sp>
            <p:sp>
              <p:nvSpPr>
                <p:cNvPr id="203811" name="Rectangle 51"/>
                <p:cNvSpPr/>
                <p:nvPr/>
              </p:nvSpPr>
              <p:spPr>
                <a:xfrm>
                  <a:off x="6443416" y="2468594"/>
                  <a:ext cx="312762" cy="400247"/>
                </a:xfrm>
                <a:prstGeom prst="rect">
                  <a:avLst/>
                </a:prstGeom>
                <a:noFill/>
                <a:ln w="9525">
                  <a:noFill/>
                </a:ln>
              </p:spPr>
              <p:txBody>
                <a:bodyPr wrap="none">
                  <a:spAutoFit/>
                </a:bodyPr>
                <a:lstStyle>
                  <a:lvl1pPr marL="342900" indent="-342900" algn="l" rtl="0" eaLnBrk="0" fontAlgn="base" hangingPunct="0">
                    <a:lnSpc>
                      <a:spcPct val="130000"/>
                    </a:lnSpc>
                    <a:spcBef>
                      <a:spcPct val="20000"/>
                    </a:spcBef>
                    <a:spcAft>
                      <a:spcPct val="0"/>
                    </a:spcAft>
                    <a:defRPr sz="2400">
                      <a:solidFill>
                        <a:srgbClr val="0000FF"/>
                      </a:solidFill>
                      <a:latin typeface="Times New Roman" panose="02020603050405020304" pitchFamily="18" charset="0"/>
                      <a:ea typeface="+mn-ea"/>
                      <a:cs typeface="+mn-cs"/>
                    </a:defRPr>
                  </a:lvl1pPr>
                  <a:lvl2pPr marL="742950" indent="-285750" algn="l" rtl="0" eaLnBrk="0" fontAlgn="base" hangingPunct="0">
                    <a:lnSpc>
                      <a:spcPct val="130000"/>
                    </a:lnSpc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0000CC"/>
                    </a:buClr>
                    <a:buSzPct val="80000"/>
                    <a:buFont typeface="Wingdings" panose="05000000000000000000" pitchFamily="2" charset="2"/>
                    <a:buChar char="o"/>
                    <a:defRPr sz="3000" b="1">
                      <a:solidFill>
                        <a:srgbClr val="0000FF"/>
                      </a:solidFill>
                      <a:latin typeface="Arial Narrow" panose="020B0606020202030204" pitchFamily="34" charset="0"/>
                      <a:ea typeface="楷体_GB2312" charset="-122"/>
                      <a:cs typeface="楷体_GB2312" charset="-122"/>
                    </a:defRPr>
                  </a:lvl2pPr>
                  <a:lvl3pPr marL="1143000" indent="-228600" algn="l" rtl="0" eaLnBrk="0" fontAlgn="base" hangingPunct="0">
                    <a:lnSpc>
                      <a:spcPct val="130000"/>
                    </a:lnSpc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0000CC"/>
                    </a:buClr>
                    <a:buSzPct val="80000"/>
                    <a:buFont typeface="Wingdings" panose="05000000000000000000" pitchFamily="2" charset="2"/>
                    <a:buChar char="n"/>
                    <a:defRPr sz="3000" b="1">
                      <a:solidFill>
                        <a:srgbClr val="0000FF"/>
                      </a:solidFill>
                      <a:latin typeface="Arial Narrow" panose="020B0606020202030204" pitchFamily="34" charset="0"/>
                      <a:ea typeface="楷体_GB2312" charset="-122"/>
                      <a:cs typeface="楷体_GB2312" charset="-122"/>
                    </a:defRPr>
                  </a:lvl3pPr>
                  <a:lvl4pPr marL="1600200" indent="-228600" algn="l" rtl="0" eaLnBrk="0" fontAlgn="base" hangingPunct="0">
                    <a:lnSpc>
                      <a:spcPct val="130000"/>
                    </a:lnSpc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0000CC"/>
                    </a:buClr>
                    <a:buSzPct val="80000"/>
                    <a:buFont typeface="Wingdings" panose="05000000000000000000" pitchFamily="2" charset="2"/>
                    <a:buChar char="o"/>
                    <a:defRPr sz="2800" b="1">
                      <a:solidFill>
                        <a:srgbClr val="0000FF"/>
                      </a:solidFill>
                      <a:latin typeface="Arial Narrow" panose="020B0606020202030204" pitchFamily="34" charset="0"/>
                      <a:ea typeface="楷体_GB2312" charset="-122"/>
                      <a:cs typeface="楷体_GB2312" charset="-122"/>
                    </a:defRPr>
                  </a:lvl4pPr>
                  <a:lvl5pPr marL="2057400" indent="-228600" algn="l" rtl="0" eaLnBrk="0" fontAlgn="base" hangingPunct="0">
                    <a:lnSpc>
                      <a:spcPct val="130000"/>
                    </a:lnSpc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0000CC"/>
                    </a:buClr>
                    <a:buSzPct val="80000"/>
                    <a:buFont typeface="Wingdings" panose="05000000000000000000" pitchFamily="2" charset="2"/>
                    <a:buChar char="o"/>
                    <a:defRPr sz="2800" b="1">
                      <a:solidFill>
                        <a:srgbClr val="0000FF"/>
                      </a:solidFill>
                      <a:latin typeface="Arial Narrow" panose="020B0606020202030204" pitchFamily="34" charset="0"/>
                      <a:ea typeface="楷体_GB2312" charset="-122"/>
                      <a:cs typeface="楷体_GB2312" charset="-122"/>
                    </a:defRPr>
                  </a:lvl5pPr>
                </a:lstStyle>
                <a:p>
                  <a:pPr marL="0" lvl="0" indent="0" eaLnBrk="1" hangingPunct="1">
                    <a:lnSpc>
                      <a:spcPct val="100000"/>
                    </a:lnSpc>
                    <a:spcBef>
                      <a:spcPct val="0"/>
                    </a:spcBef>
                  </a:pPr>
                  <a:r>
                    <a:rPr lang="en-US" altLang="zh-CN" sz="2000" b="1" dirty="0">
                      <a:solidFill>
                        <a:srgbClr val="000000"/>
                      </a:solidFill>
                    </a:rPr>
                    <a:t>1</a:t>
                  </a:r>
                  <a:endParaRPr lang="en-US" altLang="zh-CN" sz="2000" b="1" dirty="0">
                    <a:solidFill>
                      <a:srgbClr val="000000"/>
                    </a:solidFill>
                    <a:ea typeface="Times New Roman" panose="02020603050405020304" pitchFamily="18" charset="0"/>
                  </a:endParaRPr>
                </a:p>
              </p:txBody>
            </p:sp>
            <p:sp>
              <p:nvSpPr>
                <p:cNvPr id="203812" name="Rectangle 51"/>
                <p:cNvSpPr/>
                <p:nvPr/>
              </p:nvSpPr>
              <p:spPr>
                <a:xfrm>
                  <a:off x="6038530" y="2864014"/>
                  <a:ext cx="312762" cy="400247"/>
                </a:xfrm>
                <a:prstGeom prst="rect">
                  <a:avLst/>
                </a:prstGeom>
                <a:noFill/>
                <a:ln w="9525">
                  <a:noFill/>
                </a:ln>
              </p:spPr>
              <p:txBody>
                <a:bodyPr wrap="none">
                  <a:spAutoFit/>
                </a:bodyPr>
                <a:lstStyle>
                  <a:lvl1pPr marL="342900" indent="-342900" algn="l" rtl="0" eaLnBrk="0" fontAlgn="base" hangingPunct="0">
                    <a:lnSpc>
                      <a:spcPct val="130000"/>
                    </a:lnSpc>
                    <a:spcBef>
                      <a:spcPct val="20000"/>
                    </a:spcBef>
                    <a:spcAft>
                      <a:spcPct val="0"/>
                    </a:spcAft>
                    <a:defRPr sz="2400">
                      <a:solidFill>
                        <a:srgbClr val="0000FF"/>
                      </a:solidFill>
                      <a:latin typeface="Times New Roman" panose="02020603050405020304" pitchFamily="18" charset="0"/>
                      <a:ea typeface="+mn-ea"/>
                      <a:cs typeface="+mn-cs"/>
                    </a:defRPr>
                  </a:lvl1pPr>
                  <a:lvl2pPr marL="742950" indent="-285750" algn="l" rtl="0" eaLnBrk="0" fontAlgn="base" hangingPunct="0">
                    <a:lnSpc>
                      <a:spcPct val="130000"/>
                    </a:lnSpc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0000CC"/>
                    </a:buClr>
                    <a:buSzPct val="80000"/>
                    <a:buFont typeface="Wingdings" panose="05000000000000000000" pitchFamily="2" charset="2"/>
                    <a:buChar char="o"/>
                    <a:defRPr sz="3000" b="1">
                      <a:solidFill>
                        <a:srgbClr val="0000FF"/>
                      </a:solidFill>
                      <a:latin typeface="Arial Narrow" panose="020B0606020202030204" pitchFamily="34" charset="0"/>
                      <a:ea typeface="楷体_GB2312" charset="-122"/>
                      <a:cs typeface="楷体_GB2312" charset="-122"/>
                    </a:defRPr>
                  </a:lvl2pPr>
                  <a:lvl3pPr marL="1143000" indent="-228600" algn="l" rtl="0" eaLnBrk="0" fontAlgn="base" hangingPunct="0">
                    <a:lnSpc>
                      <a:spcPct val="130000"/>
                    </a:lnSpc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0000CC"/>
                    </a:buClr>
                    <a:buSzPct val="80000"/>
                    <a:buFont typeface="Wingdings" panose="05000000000000000000" pitchFamily="2" charset="2"/>
                    <a:buChar char="n"/>
                    <a:defRPr sz="3000" b="1">
                      <a:solidFill>
                        <a:srgbClr val="0000FF"/>
                      </a:solidFill>
                      <a:latin typeface="Arial Narrow" panose="020B0606020202030204" pitchFamily="34" charset="0"/>
                      <a:ea typeface="楷体_GB2312" charset="-122"/>
                      <a:cs typeface="楷体_GB2312" charset="-122"/>
                    </a:defRPr>
                  </a:lvl3pPr>
                  <a:lvl4pPr marL="1600200" indent="-228600" algn="l" rtl="0" eaLnBrk="0" fontAlgn="base" hangingPunct="0">
                    <a:lnSpc>
                      <a:spcPct val="130000"/>
                    </a:lnSpc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0000CC"/>
                    </a:buClr>
                    <a:buSzPct val="80000"/>
                    <a:buFont typeface="Wingdings" panose="05000000000000000000" pitchFamily="2" charset="2"/>
                    <a:buChar char="o"/>
                    <a:defRPr sz="2800" b="1">
                      <a:solidFill>
                        <a:srgbClr val="0000FF"/>
                      </a:solidFill>
                      <a:latin typeface="Arial Narrow" panose="020B0606020202030204" pitchFamily="34" charset="0"/>
                      <a:ea typeface="楷体_GB2312" charset="-122"/>
                      <a:cs typeface="楷体_GB2312" charset="-122"/>
                    </a:defRPr>
                  </a:lvl4pPr>
                  <a:lvl5pPr marL="2057400" indent="-228600" algn="l" rtl="0" eaLnBrk="0" fontAlgn="base" hangingPunct="0">
                    <a:lnSpc>
                      <a:spcPct val="130000"/>
                    </a:lnSpc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0000CC"/>
                    </a:buClr>
                    <a:buSzPct val="80000"/>
                    <a:buFont typeface="Wingdings" panose="05000000000000000000" pitchFamily="2" charset="2"/>
                    <a:buChar char="o"/>
                    <a:defRPr sz="2800" b="1">
                      <a:solidFill>
                        <a:srgbClr val="0000FF"/>
                      </a:solidFill>
                      <a:latin typeface="Arial Narrow" panose="020B0606020202030204" pitchFamily="34" charset="0"/>
                      <a:ea typeface="楷体_GB2312" charset="-122"/>
                      <a:cs typeface="楷体_GB2312" charset="-122"/>
                    </a:defRPr>
                  </a:lvl5pPr>
                </a:lstStyle>
                <a:p>
                  <a:pPr marL="0" lvl="0" indent="0" eaLnBrk="1" hangingPunct="1">
                    <a:lnSpc>
                      <a:spcPct val="100000"/>
                    </a:lnSpc>
                    <a:spcBef>
                      <a:spcPct val="0"/>
                    </a:spcBef>
                  </a:pPr>
                  <a:r>
                    <a:rPr lang="en-US" altLang="zh-CN" sz="2000" b="1" dirty="0">
                      <a:solidFill>
                        <a:srgbClr val="000000"/>
                      </a:solidFill>
                    </a:rPr>
                    <a:t>0</a:t>
                  </a:r>
                  <a:endParaRPr lang="en-US" altLang="zh-CN" sz="2000" b="1" dirty="0">
                    <a:solidFill>
                      <a:srgbClr val="000000"/>
                    </a:solidFill>
                    <a:ea typeface="Times New Roman" panose="02020603050405020304" pitchFamily="18" charset="0"/>
                  </a:endParaRPr>
                </a:p>
              </p:txBody>
            </p:sp>
            <p:sp>
              <p:nvSpPr>
                <p:cNvPr id="203813" name="Rectangle 51"/>
                <p:cNvSpPr/>
                <p:nvPr/>
              </p:nvSpPr>
              <p:spPr>
                <a:xfrm>
                  <a:off x="6448765" y="2867548"/>
                  <a:ext cx="312851" cy="400179"/>
                </a:xfrm>
                <a:prstGeom prst="rect">
                  <a:avLst/>
                </a:prstGeom>
                <a:noFill/>
                <a:ln w="9525">
                  <a:noFill/>
                </a:ln>
              </p:spPr>
              <p:txBody>
                <a:bodyPr wrap="none">
                  <a:spAutoFit/>
                </a:bodyPr>
                <a:lstStyle>
                  <a:lvl1pPr marL="342900" indent="-342900" algn="l" rtl="0" eaLnBrk="0" fontAlgn="base" hangingPunct="0">
                    <a:lnSpc>
                      <a:spcPct val="130000"/>
                    </a:lnSpc>
                    <a:spcBef>
                      <a:spcPct val="20000"/>
                    </a:spcBef>
                    <a:spcAft>
                      <a:spcPct val="0"/>
                    </a:spcAft>
                    <a:defRPr sz="2400">
                      <a:solidFill>
                        <a:srgbClr val="0000FF"/>
                      </a:solidFill>
                      <a:latin typeface="Times New Roman" panose="02020603050405020304" pitchFamily="18" charset="0"/>
                      <a:ea typeface="+mn-ea"/>
                      <a:cs typeface="+mn-cs"/>
                    </a:defRPr>
                  </a:lvl1pPr>
                  <a:lvl2pPr marL="742950" indent="-285750" algn="l" rtl="0" eaLnBrk="0" fontAlgn="base" hangingPunct="0">
                    <a:lnSpc>
                      <a:spcPct val="130000"/>
                    </a:lnSpc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0000CC"/>
                    </a:buClr>
                    <a:buSzPct val="80000"/>
                    <a:buFont typeface="Wingdings" panose="05000000000000000000" pitchFamily="2" charset="2"/>
                    <a:buChar char="o"/>
                    <a:defRPr sz="3000" b="1">
                      <a:solidFill>
                        <a:srgbClr val="0000FF"/>
                      </a:solidFill>
                      <a:latin typeface="Arial Narrow" panose="020B0606020202030204" pitchFamily="34" charset="0"/>
                      <a:ea typeface="楷体_GB2312" charset="-122"/>
                      <a:cs typeface="楷体_GB2312" charset="-122"/>
                    </a:defRPr>
                  </a:lvl2pPr>
                  <a:lvl3pPr marL="1143000" indent="-228600" algn="l" rtl="0" eaLnBrk="0" fontAlgn="base" hangingPunct="0">
                    <a:lnSpc>
                      <a:spcPct val="130000"/>
                    </a:lnSpc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0000CC"/>
                    </a:buClr>
                    <a:buSzPct val="80000"/>
                    <a:buFont typeface="Wingdings" panose="05000000000000000000" pitchFamily="2" charset="2"/>
                    <a:buChar char="n"/>
                    <a:defRPr sz="3000" b="1">
                      <a:solidFill>
                        <a:srgbClr val="0000FF"/>
                      </a:solidFill>
                      <a:latin typeface="Arial Narrow" panose="020B0606020202030204" pitchFamily="34" charset="0"/>
                      <a:ea typeface="楷体_GB2312" charset="-122"/>
                      <a:cs typeface="楷体_GB2312" charset="-122"/>
                    </a:defRPr>
                  </a:lvl3pPr>
                  <a:lvl4pPr marL="1600200" indent="-228600" algn="l" rtl="0" eaLnBrk="0" fontAlgn="base" hangingPunct="0">
                    <a:lnSpc>
                      <a:spcPct val="130000"/>
                    </a:lnSpc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0000CC"/>
                    </a:buClr>
                    <a:buSzPct val="80000"/>
                    <a:buFont typeface="Wingdings" panose="05000000000000000000" pitchFamily="2" charset="2"/>
                    <a:buChar char="o"/>
                    <a:defRPr sz="2800" b="1">
                      <a:solidFill>
                        <a:srgbClr val="0000FF"/>
                      </a:solidFill>
                      <a:latin typeface="Arial Narrow" panose="020B0606020202030204" pitchFamily="34" charset="0"/>
                      <a:ea typeface="楷体_GB2312" charset="-122"/>
                      <a:cs typeface="楷体_GB2312" charset="-122"/>
                    </a:defRPr>
                  </a:lvl4pPr>
                  <a:lvl5pPr marL="2057400" indent="-228600" algn="l" rtl="0" eaLnBrk="0" fontAlgn="base" hangingPunct="0">
                    <a:lnSpc>
                      <a:spcPct val="130000"/>
                    </a:lnSpc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0000CC"/>
                    </a:buClr>
                    <a:buSzPct val="80000"/>
                    <a:buFont typeface="Wingdings" panose="05000000000000000000" pitchFamily="2" charset="2"/>
                    <a:buChar char="o"/>
                    <a:defRPr sz="2800" b="1">
                      <a:solidFill>
                        <a:srgbClr val="0000FF"/>
                      </a:solidFill>
                      <a:latin typeface="Arial Narrow" panose="020B0606020202030204" pitchFamily="34" charset="0"/>
                      <a:ea typeface="楷体_GB2312" charset="-122"/>
                      <a:cs typeface="楷体_GB2312" charset="-122"/>
                    </a:defRPr>
                  </a:lvl5pPr>
                </a:lstStyle>
                <a:p>
                  <a:pPr marL="0" lvl="0" indent="0" eaLnBrk="1" hangingPunct="1">
                    <a:lnSpc>
                      <a:spcPct val="100000"/>
                    </a:lnSpc>
                    <a:spcBef>
                      <a:spcPct val="0"/>
                    </a:spcBef>
                  </a:pPr>
                  <a:r>
                    <a:rPr lang="en-US" altLang="zh-CN" sz="2000" b="1" dirty="0">
                      <a:solidFill>
                        <a:srgbClr val="003300"/>
                      </a:solidFill>
                    </a:rPr>
                    <a:t>0</a:t>
                  </a:r>
                  <a:endParaRPr lang="en-US" altLang="zh-CN" sz="2000" b="1" dirty="0">
                    <a:solidFill>
                      <a:srgbClr val="003300"/>
                    </a:solidFill>
                    <a:ea typeface="Times New Roman" panose="02020603050405020304" pitchFamily="18" charset="0"/>
                  </a:endParaRPr>
                </a:p>
              </p:txBody>
            </p:sp>
            <p:sp>
              <p:nvSpPr>
                <p:cNvPr id="203814" name="Rectangle 51"/>
                <p:cNvSpPr/>
                <p:nvPr/>
              </p:nvSpPr>
              <p:spPr>
                <a:xfrm>
                  <a:off x="6034570" y="3275900"/>
                  <a:ext cx="312762" cy="400247"/>
                </a:xfrm>
                <a:prstGeom prst="rect">
                  <a:avLst/>
                </a:prstGeom>
                <a:noFill/>
                <a:ln w="9525">
                  <a:noFill/>
                </a:ln>
              </p:spPr>
              <p:txBody>
                <a:bodyPr wrap="none">
                  <a:spAutoFit/>
                </a:bodyPr>
                <a:lstStyle>
                  <a:lvl1pPr marL="342900" indent="-342900" algn="l" rtl="0" eaLnBrk="0" fontAlgn="base" hangingPunct="0">
                    <a:lnSpc>
                      <a:spcPct val="130000"/>
                    </a:lnSpc>
                    <a:spcBef>
                      <a:spcPct val="20000"/>
                    </a:spcBef>
                    <a:spcAft>
                      <a:spcPct val="0"/>
                    </a:spcAft>
                    <a:defRPr sz="2400">
                      <a:solidFill>
                        <a:srgbClr val="0000FF"/>
                      </a:solidFill>
                      <a:latin typeface="Times New Roman" panose="02020603050405020304" pitchFamily="18" charset="0"/>
                      <a:ea typeface="+mn-ea"/>
                      <a:cs typeface="+mn-cs"/>
                    </a:defRPr>
                  </a:lvl1pPr>
                  <a:lvl2pPr marL="742950" indent="-285750" algn="l" rtl="0" eaLnBrk="0" fontAlgn="base" hangingPunct="0">
                    <a:lnSpc>
                      <a:spcPct val="130000"/>
                    </a:lnSpc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0000CC"/>
                    </a:buClr>
                    <a:buSzPct val="80000"/>
                    <a:buFont typeface="Wingdings" panose="05000000000000000000" pitchFamily="2" charset="2"/>
                    <a:buChar char="o"/>
                    <a:defRPr sz="3000" b="1">
                      <a:solidFill>
                        <a:srgbClr val="0000FF"/>
                      </a:solidFill>
                      <a:latin typeface="Arial Narrow" panose="020B0606020202030204" pitchFamily="34" charset="0"/>
                      <a:ea typeface="楷体_GB2312" charset="-122"/>
                      <a:cs typeface="楷体_GB2312" charset="-122"/>
                    </a:defRPr>
                  </a:lvl2pPr>
                  <a:lvl3pPr marL="1143000" indent="-228600" algn="l" rtl="0" eaLnBrk="0" fontAlgn="base" hangingPunct="0">
                    <a:lnSpc>
                      <a:spcPct val="130000"/>
                    </a:lnSpc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0000CC"/>
                    </a:buClr>
                    <a:buSzPct val="80000"/>
                    <a:buFont typeface="Wingdings" panose="05000000000000000000" pitchFamily="2" charset="2"/>
                    <a:buChar char="n"/>
                    <a:defRPr sz="3000" b="1">
                      <a:solidFill>
                        <a:srgbClr val="0000FF"/>
                      </a:solidFill>
                      <a:latin typeface="Arial Narrow" panose="020B0606020202030204" pitchFamily="34" charset="0"/>
                      <a:ea typeface="楷体_GB2312" charset="-122"/>
                      <a:cs typeface="楷体_GB2312" charset="-122"/>
                    </a:defRPr>
                  </a:lvl3pPr>
                  <a:lvl4pPr marL="1600200" indent="-228600" algn="l" rtl="0" eaLnBrk="0" fontAlgn="base" hangingPunct="0">
                    <a:lnSpc>
                      <a:spcPct val="130000"/>
                    </a:lnSpc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0000CC"/>
                    </a:buClr>
                    <a:buSzPct val="80000"/>
                    <a:buFont typeface="Wingdings" panose="05000000000000000000" pitchFamily="2" charset="2"/>
                    <a:buChar char="o"/>
                    <a:defRPr sz="2800" b="1">
                      <a:solidFill>
                        <a:srgbClr val="0000FF"/>
                      </a:solidFill>
                      <a:latin typeface="Arial Narrow" panose="020B0606020202030204" pitchFamily="34" charset="0"/>
                      <a:ea typeface="楷体_GB2312" charset="-122"/>
                      <a:cs typeface="楷体_GB2312" charset="-122"/>
                    </a:defRPr>
                  </a:lvl4pPr>
                  <a:lvl5pPr marL="2057400" indent="-228600" algn="l" rtl="0" eaLnBrk="0" fontAlgn="base" hangingPunct="0">
                    <a:lnSpc>
                      <a:spcPct val="130000"/>
                    </a:lnSpc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0000CC"/>
                    </a:buClr>
                    <a:buSzPct val="80000"/>
                    <a:buFont typeface="Wingdings" panose="05000000000000000000" pitchFamily="2" charset="2"/>
                    <a:buChar char="o"/>
                    <a:defRPr sz="2800" b="1">
                      <a:solidFill>
                        <a:srgbClr val="0000FF"/>
                      </a:solidFill>
                      <a:latin typeface="Arial Narrow" panose="020B0606020202030204" pitchFamily="34" charset="0"/>
                      <a:ea typeface="楷体_GB2312" charset="-122"/>
                      <a:cs typeface="楷体_GB2312" charset="-122"/>
                    </a:defRPr>
                  </a:lvl5pPr>
                </a:lstStyle>
                <a:p>
                  <a:pPr marL="0" lvl="0" indent="0" eaLnBrk="1" hangingPunct="1">
                    <a:lnSpc>
                      <a:spcPct val="100000"/>
                    </a:lnSpc>
                    <a:spcBef>
                      <a:spcPct val="0"/>
                    </a:spcBef>
                  </a:pPr>
                  <a:r>
                    <a:rPr lang="en-US" altLang="zh-CN" sz="2000" b="1" dirty="0">
                      <a:solidFill>
                        <a:srgbClr val="000000"/>
                      </a:solidFill>
                    </a:rPr>
                    <a:t>1</a:t>
                  </a:r>
                  <a:endParaRPr lang="en-US" altLang="zh-CN" sz="2000" b="1" dirty="0">
                    <a:solidFill>
                      <a:srgbClr val="000000"/>
                    </a:solidFill>
                    <a:ea typeface="Times New Roman" panose="02020603050405020304" pitchFamily="18" charset="0"/>
                  </a:endParaRPr>
                </a:p>
              </p:txBody>
            </p:sp>
            <p:sp>
              <p:nvSpPr>
                <p:cNvPr id="203815" name="Rectangle 51"/>
                <p:cNvSpPr/>
                <p:nvPr/>
              </p:nvSpPr>
              <p:spPr>
                <a:xfrm>
                  <a:off x="6440244" y="3280395"/>
                  <a:ext cx="312851" cy="400179"/>
                </a:xfrm>
                <a:prstGeom prst="rect">
                  <a:avLst/>
                </a:prstGeom>
                <a:noFill/>
                <a:ln w="9525">
                  <a:noFill/>
                </a:ln>
              </p:spPr>
              <p:txBody>
                <a:bodyPr wrap="none">
                  <a:spAutoFit/>
                </a:bodyPr>
                <a:lstStyle>
                  <a:lvl1pPr marL="342900" indent="-342900" algn="l" rtl="0" eaLnBrk="0" fontAlgn="base" hangingPunct="0">
                    <a:lnSpc>
                      <a:spcPct val="130000"/>
                    </a:lnSpc>
                    <a:spcBef>
                      <a:spcPct val="20000"/>
                    </a:spcBef>
                    <a:spcAft>
                      <a:spcPct val="0"/>
                    </a:spcAft>
                    <a:defRPr sz="2400">
                      <a:solidFill>
                        <a:srgbClr val="0000FF"/>
                      </a:solidFill>
                      <a:latin typeface="Times New Roman" panose="02020603050405020304" pitchFamily="18" charset="0"/>
                      <a:ea typeface="+mn-ea"/>
                      <a:cs typeface="+mn-cs"/>
                    </a:defRPr>
                  </a:lvl1pPr>
                  <a:lvl2pPr marL="742950" indent="-285750" algn="l" rtl="0" eaLnBrk="0" fontAlgn="base" hangingPunct="0">
                    <a:lnSpc>
                      <a:spcPct val="130000"/>
                    </a:lnSpc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0000CC"/>
                    </a:buClr>
                    <a:buSzPct val="80000"/>
                    <a:buFont typeface="Wingdings" panose="05000000000000000000" pitchFamily="2" charset="2"/>
                    <a:buChar char="o"/>
                    <a:defRPr sz="3000" b="1">
                      <a:solidFill>
                        <a:srgbClr val="0000FF"/>
                      </a:solidFill>
                      <a:latin typeface="Arial Narrow" panose="020B0606020202030204" pitchFamily="34" charset="0"/>
                      <a:ea typeface="楷体_GB2312" charset="-122"/>
                      <a:cs typeface="楷体_GB2312" charset="-122"/>
                    </a:defRPr>
                  </a:lvl2pPr>
                  <a:lvl3pPr marL="1143000" indent="-228600" algn="l" rtl="0" eaLnBrk="0" fontAlgn="base" hangingPunct="0">
                    <a:lnSpc>
                      <a:spcPct val="130000"/>
                    </a:lnSpc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0000CC"/>
                    </a:buClr>
                    <a:buSzPct val="80000"/>
                    <a:buFont typeface="Wingdings" panose="05000000000000000000" pitchFamily="2" charset="2"/>
                    <a:buChar char="n"/>
                    <a:defRPr sz="3000" b="1">
                      <a:solidFill>
                        <a:srgbClr val="0000FF"/>
                      </a:solidFill>
                      <a:latin typeface="Arial Narrow" panose="020B0606020202030204" pitchFamily="34" charset="0"/>
                      <a:ea typeface="楷体_GB2312" charset="-122"/>
                      <a:cs typeface="楷体_GB2312" charset="-122"/>
                    </a:defRPr>
                  </a:lvl3pPr>
                  <a:lvl4pPr marL="1600200" indent="-228600" algn="l" rtl="0" eaLnBrk="0" fontAlgn="base" hangingPunct="0">
                    <a:lnSpc>
                      <a:spcPct val="130000"/>
                    </a:lnSpc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0000CC"/>
                    </a:buClr>
                    <a:buSzPct val="80000"/>
                    <a:buFont typeface="Wingdings" panose="05000000000000000000" pitchFamily="2" charset="2"/>
                    <a:buChar char="o"/>
                    <a:defRPr sz="2800" b="1">
                      <a:solidFill>
                        <a:srgbClr val="0000FF"/>
                      </a:solidFill>
                      <a:latin typeface="Arial Narrow" panose="020B0606020202030204" pitchFamily="34" charset="0"/>
                      <a:ea typeface="楷体_GB2312" charset="-122"/>
                      <a:cs typeface="楷体_GB2312" charset="-122"/>
                    </a:defRPr>
                  </a:lvl4pPr>
                  <a:lvl5pPr marL="2057400" indent="-228600" algn="l" rtl="0" eaLnBrk="0" fontAlgn="base" hangingPunct="0">
                    <a:lnSpc>
                      <a:spcPct val="130000"/>
                    </a:lnSpc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0000CC"/>
                    </a:buClr>
                    <a:buSzPct val="80000"/>
                    <a:buFont typeface="Wingdings" panose="05000000000000000000" pitchFamily="2" charset="2"/>
                    <a:buChar char="o"/>
                    <a:defRPr sz="2800" b="1">
                      <a:solidFill>
                        <a:srgbClr val="0000FF"/>
                      </a:solidFill>
                      <a:latin typeface="Arial Narrow" panose="020B0606020202030204" pitchFamily="34" charset="0"/>
                      <a:ea typeface="楷体_GB2312" charset="-122"/>
                      <a:cs typeface="楷体_GB2312" charset="-122"/>
                    </a:defRPr>
                  </a:lvl5pPr>
                </a:lstStyle>
                <a:p>
                  <a:pPr marL="0" lvl="0" indent="0" eaLnBrk="1" hangingPunct="1">
                    <a:lnSpc>
                      <a:spcPct val="100000"/>
                    </a:lnSpc>
                    <a:spcBef>
                      <a:spcPct val="0"/>
                    </a:spcBef>
                  </a:pPr>
                  <a:r>
                    <a:rPr lang="en-US" altLang="zh-CN" sz="2000" b="1" dirty="0">
                      <a:solidFill>
                        <a:srgbClr val="000000"/>
                      </a:solidFill>
                    </a:rPr>
                    <a:t>1</a:t>
                  </a:r>
                  <a:endParaRPr lang="en-US" altLang="zh-CN" sz="2000" b="1" dirty="0">
                    <a:solidFill>
                      <a:srgbClr val="000000"/>
                    </a:solidFill>
                    <a:ea typeface="Times New Roman" panose="02020603050405020304" pitchFamily="18" charset="0"/>
                  </a:endParaRPr>
                </a:p>
              </p:txBody>
            </p:sp>
            <p:sp>
              <p:nvSpPr>
                <p:cNvPr id="203816" name="Rectangle 51"/>
                <p:cNvSpPr/>
                <p:nvPr/>
              </p:nvSpPr>
              <p:spPr>
                <a:xfrm>
                  <a:off x="6826607" y="3281524"/>
                  <a:ext cx="312851" cy="400179"/>
                </a:xfrm>
                <a:prstGeom prst="rect">
                  <a:avLst/>
                </a:prstGeom>
                <a:noFill/>
                <a:ln w="9525">
                  <a:noFill/>
                </a:ln>
              </p:spPr>
              <p:txBody>
                <a:bodyPr wrap="none">
                  <a:spAutoFit/>
                </a:bodyPr>
                <a:lstStyle>
                  <a:lvl1pPr marL="342900" indent="-342900" algn="l" rtl="0" eaLnBrk="0" fontAlgn="base" hangingPunct="0">
                    <a:lnSpc>
                      <a:spcPct val="130000"/>
                    </a:lnSpc>
                    <a:spcBef>
                      <a:spcPct val="20000"/>
                    </a:spcBef>
                    <a:spcAft>
                      <a:spcPct val="0"/>
                    </a:spcAft>
                    <a:defRPr sz="2400">
                      <a:solidFill>
                        <a:srgbClr val="0000FF"/>
                      </a:solidFill>
                      <a:latin typeface="Times New Roman" panose="02020603050405020304" pitchFamily="18" charset="0"/>
                      <a:ea typeface="+mn-ea"/>
                      <a:cs typeface="+mn-cs"/>
                    </a:defRPr>
                  </a:lvl1pPr>
                  <a:lvl2pPr marL="742950" indent="-285750" algn="l" rtl="0" eaLnBrk="0" fontAlgn="base" hangingPunct="0">
                    <a:lnSpc>
                      <a:spcPct val="130000"/>
                    </a:lnSpc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0000CC"/>
                    </a:buClr>
                    <a:buSzPct val="80000"/>
                    <a:buFont typeface="Wingdings" panose="05000000000000000000" pitchFamily="2" charset="2"/>
                    <a:buChar char="o"/>
                    <a:defRPr sz="3000" b="1">
                      <a:solidFill>
                        <a:srgbClr val="0000FF"/>
                      </a:solidFill>
                      <a:latin typeface="Arial Narrow" panose="020B0606020202030204" pitchFamily="34" charset="0"/>
                      <a:ea typeface="楷体_GB2312" charset="-122"/>
                      <a:cs typeface="楷体_GB2312" charset="-122"/>
                    </a:defRPr>
                  </a:lvl2pPr>
                  <a:lvl3pPr marL="1143000" indent="-228600" algn="l" rtl="0" eaLnBrk="0" fontAlgn="base" hangingPunct="0">
                    <a:lnSpc>
                      <a:spcPct val="130000"/>
                    </a:lnSpc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0000CC"/>
                    </a:buClr>
                    <a:buSzPct val="80000"/>
                    <a:buFont typeface="Wingdings" panose="05000000000000000000" pitchFamily="2" charset="2"/>
                    <a:buChar char="n"/>
                    <a:defRPr sz="3000" b="1">
                      <a:solidFill>
                        <a:srgbClr val="0000FF"/>
                      </a:solidFill>
                      <a:latin typeface="Arial Narrow" panose="020B0606020202030204" pitchFamily="34" charset="0"/>
                      <a:ea typeface="楷体_GB2312" charset="-122"/>
                      <a:cs typeface="楷体_GB2312" charset="-122"/>
                    </a:defRPr>
                  </a:lvl3pPr>
                  <a:lvl4pPr marL="1600200" indent="-228600" algn="l" rtl="0" eaLnBrk="0" fontAlgn="base" hangingPunct="0">
                    <a:lnSpc>
                      <a:spcPct val="130000"/>
                    </a:lnSpc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0000CC"/>
                    </a:buClr>
                    <a:buSzPct val="80000"/>
                    <a:buFont typeface="Wingdings" panose="05000000000000000000" pitchFamily="2" charset="2"/>
                    <a:buChar char="o"/>
                    <a:defRPr sz="2800" b="1">
                      <a:solidFill>
                        <a:srgbClr val="0000FF"/>
                      </a:solidFill>
                      <a:latin typeface="Arial Narrow" panose="020B0606020202030204" pitchFamily="34" charset="0"/>
                      <a:ea typeface="楷体_GB2312" charset="-122"/>
                      <a:cs typeface="楷体_GB2312" charset="-122"/>
                    </a:defRPr>
                  </a:lvl4pPr>
                  <a:lvl5pPr marL="2057400" indent="-228600" algn="l" rtl="0" eaLnBrk="0" fontAlgn="base" hangingPunct="0">
                    <a:lnSpc>
                      <a:spcPct val="130000"/>
                    </a:lnSpc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0000CC"/>
                    </a:buClr>
                    <a:buSzPct val="80000"/>
                    <a:buFont typeface="Wingdings" panose="05000000000000000000" pitchFamily="2" charset="2"/>
                    <a:buChar char="o"/>
                    <a:defRPr sz="2800" b="1">
                      <a:solidFill>
                        <a:srgbClr val="0000FF"/>
                      </a:solidFill>
                      <a:latin typeface="Arial Narrow" panose="020B0606020202030204" pitchFamily="34" charset="0"/>
                      <a:ea typeface="楷体_GB2312" charset="-122"/>
                      <a:cs typeface="楷体_GB2312" charset="-122"/>
                    </a:defRPr>
                  </a:lvl5pPr>
                </a:lstStyle>
                <a:p>
                  <a:pPr marL="0" lvl="0" indent="0" eaLnBrk="1" hangingPunct="1">
                    <a:lnSpc>
                      <a:spcPct val="100000"/>
                    </a:lnSpc>
                    <a:spcBef>
                      <a:spcPct val="0"/>
                    </a:spcBef>
                  </a:pPr>
                  <a:r>
                    <a:rPr lang="en-US" altLang="zh-CN" sz="2000" b="1" dirty="0">
                      <a:solidFill>
                        <a:srgbClr val="003300"/>
                      </a:solidFill>
                    </a:rPr>
                    <a:t>1</a:t>
                  </a:r>
                  <a:endParaRPr lang="en-US" altLang="zh-CN" sz="2000" b="1" dirty="0">
                    <a:solidFill>
                      <a:srgbClr val="003300"/>
                    </a:solidFill>
                    <a:ea typeface="Times New Roman" panose="02020603050405020304" pitchFamily="18" charset="0"/>
                  </a:endParaRPr>
                </a:p>
              </p:txBody>
            </p:sp>
          </p:grpSp>
          <p:sp>
            <p:nvSpPr>
              <p:cNvPr id="203806" name="Rectangle 5"/>
              <p:cNvSpPr/>
              <p:nvPr/>
            </p:nvSpPr>
            <p:spPr>
              <a:xfrm>
                <a:off x="693253" y="5752802"/>
                <a:ext cx="1706626" cy="360063"/>
              </a:xfrm>
              <a:prstGeom prst="rect">
                <a:avLst/>
              </a:prstGeom>
              <a:solidFill>
                <a:srgbClr val="FFFFFF"/>
              </a:solidFill>
              <a:ln w="19050">
                <a:noFill/>
              </a:ln>
            </p:spPr>
            <p:txBody>
              <a:bodyPr wrap="none" anchor="ctr" anchorCtr="0"/>
              <a:lstStyle>
                <a:lvl1pPr marL="342900" indent="-342900" algn="l" rtl="0" eaLnBrk="0" fontAlgn="base" hangingPunct="0">
                  <a:lnSpc>
                    <a:spcPct val="130000"/>
                  </a:lnSpc>
                  <a:spcBef>
                    <a:spcPct val="20000"/>
                  </a:spcBef>
                  <a:spcAft>
                    <a:spcPct val="0"/>
                  </a:spcAft>
                  <a:defRPr sz="2400">
                    <a:solidFill>
                      <a:srgbClr val="0000FF"/>
                    </a:solidFill>
                    <a:latin typeface="Times New Roman" panose="02020603050405020304" pitchFamily="18" charset="0"/>
                    <a:ea typeface="+mn-ea"/>
                    <a:cs typeface="+mn-cs"/>
                  </a:defRPr>
                </a:lvl1pPr>
                <a:lvl2pPr marL="742950" indent="-285750" algn="l" rtl="0" eaLnBrk="0" fontAlgn="base" hangingPunct="0">
                  <a:lnSpc>
                    <a:spcPct val="13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0000CC"/>
                  </a:buClr>
                  <a:buSzPct val="80000"/>
                  <a:buFont typeface="Wingdings" panose="05000000000000000000" pitchFamily="2" charset="2"/>
                  <a:buChar char="o"/>
                  <a:defRPr sz="3000" b="1">
                    <a:solidFill>
                      <a:srgbClr val="0000FF"/>
                    </a:solidFill>
                    <a:latin typeface="Arial Narrow" panose="020B0606020202030204" pitchFamily="34" charset="0"/>
                    <a:ea typeface="楷体_GB2312" charset="-122"/>
                    <a:cs typeface="楷体_GB2312" charset="-122"/>
                  </a:defRPr>
                </a:lvl2pPr>
                <a:lvl3pPr marL="1143000" indent="-228600" algn="l" rtl="0" eaLnBrk="0" fontAlgn="base" hangingPunct="0">
                  <a:lnSpc>
                    <a:spcPct val="13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0000CC"/>
                  </a:buClr>
                  <a:buSzPct val="80000"/>
                  <a:buFont typeface="Wingdings" panose="05000000000000000000" pitchFamily="2" charset="2"/>
                  <a:buChar char="n"/>
                  <a:defRPr sz="3000" b="1">
                    <a:solidFill>
                      <a:srgbClr val="0000FF"/>
                    </a:solidFill>
                    <a:latin typeface="Arial Narrow" panose="020B0606020202030204" pitchFamily="34" charset="0"/>
                    <a:ea typeface="楷体_GB2312" charset="-122"/>
                    <a:cs typeface="楷体_GB2312" charset="-122"/>
                  </a:defRPr>
                </a:lvl3pPr>
                <a:lvl4pPr marL="1600200" indent="-228600" algn="l" rtl="0" eaLnBrk="0" fontAlgn="base" hangingPunct="0">
                  <a:lnSpc>
                    <a:spcPct val="13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0000CC"/>
                  </a:buClr>
                  <a:buSzPct val="80000"/>
                  <a:buFont typeface="Wingdings" panose="05000000000000000000" pitchFamily="2" charset="2"/>
                  <a:buChar char="o"/>
                  <a:defRPr sz="2800" b="1">
                    <a:solidFill>
                      <a:srgbClr val="0000FF"/>
                    </a:solidFill>
                    <a:latin typeface="Arial Narrow" panose="020B0606020202030204" pitchFamily="34" charset="0"/>
                    <a:ea typeface="楷体_GB2312" charset="-122"/>
                    <a:cs typeface="楷体_GB2312" charset="-122"/>
                  </a:defRPr>
                </a:lvl4pPr>
                <a:lvl5pPr marL="2057400" indent="-228600" algn="l" rtl="0" eaLnBrk="0" fontAlgn="base" hangingPunct="0">
                  <a:lnSpc>
                    <a:spcPct val="13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0000CC"/>
                  </a:buClr>
                  <a:buSzPct val="80000"/>
                  <a:buFont typeface="Wingdings" panose="05000000000000000000" pitchFamily="2" charset="2"/>
                  <a:buChar char="o"/>
                  <a:defRPr sz="2800" b="1">
                    <a:solidFill>
                      <a:srgbClr val="0000FF"/>
                    </a:solidFill>
                    <a:latin typeface="Arial Narrow" panose="020B0606020202030204" pitchFamily="34" charset="0"/>
                    <a:ea typeface="楷体_GB2312" charset="-122"/>
                    <a:cs typeface="楷体_GB2312" charset="-122"/>
                  </a:defRPr>
                </a:lvl5pPr>
              </a:lstStyle>
              <a:p>
                <a:pPr marL="0" lvl="0" indent="669925" algn="r" eaLnBrk="1" hangingPunct="1">
                  <a:lnSpc>
                    <a:spcPct val="100000"/>
                  </a:lnSpc>
                  <a:spcBef>
                    <a:spcPct val="0"/>
                  </a:spcBef>
                </a:pPr>
                <a:r>
                  <a:rPr lang="en-US" altLang="zh-CN" sz="1800" b="1" i="1" dirty="0">
                    <a:solidFill>
                      <a:srgbClr val="003300"/>
                    </a:solidFill>
                  </a:rPr>
                  <a:t>Q</a:t>
                </a:r>
                <a:r>
                  <a:rPr lang="en-US" altLang="zh-CN" sz="1800" b="1" baseline="-25000" dirty="0">
                    <a:solidFill>
                      <a:srgbClr val="003300"/>
                    </a:solidFill>
                  </a:rPr>
                  <a:t>0</a:t>
                </a:r>
                <a:r>
                  <a:rPr lang="en-US" altLang="zh-CN" sz="1800" b="1" i="1" dirty="0">
                    <a:solidFill>
                      <a:srgbClr val="003300"/>
                    </a:solidFill>
                  </a:rPr>
                  <a:t>= q</a:t>
                </a:r>
                <a:r>
                  <a:rPr lang="en-US" altLang="zh-CN" sz="1800" b="1" baseline="-25000" dirty="0">
                    <a:solidFill>
                      <a:srgbClr val="003300"/>
                    </a:solidFill>
                  </a:rPr>
                  <a:t>0</a:t>
                </a:r>
                <a:r>
                  <a:rPr lang="en-US" altLang="zh-CN" sz="1800" b="1" i="1" dirty="0">
                    <a:solidFill>
                      <a:srgbClr val="003300"/>
                    </a:solidFill>
                  </a:rPr>
                  <a:t>w' +q'</a:t>
                </a:r>
                <a:r>
                  <a:rPr lang="en-US" altLang="zh-CN" sz="1800" b="1" baseline="-25000" dirty="0">
                    <a:solidFill>
                      <a:srgbClr val="003300"/>
                    </a:solidFill>
                  </a:rPr>
                  <a:t>0</a:t>
                </a:r>
                <a:r>
                  <a:rPr lang="en-US" altLang="zh-CN" sz="1800" b="1" i="1" dirty="0">
                    <a:solidFill>
                      <a:srgbClr val="003300"/>
                    </a:solidFill>
                  </a:rPr>
                  <a:t>w</a:t>
                </a:r>
                <a:endParaRPr lang="en-US" altLang="zh-CN" sz="1800" b="1" dirty="0">
                  <a:solidFill>
                    <a:srgbClr val="0000CC"/>
                  </a:solidFill>
                </a:endParaRPr>
              </a:p>
            </p:txBody>
          </p:sp>
        </p:grpSp>
        <p:sp>
          <p:nvSpPr>
            <p:cNvPr id="93" name="矩形: 圆角 40"/>
            <p:cNvSpPr>
              <a:spLocks noChangeArrowheads="1"/>
            </p:cNvSpPr>
            <p:nvPr/>
          </p:nvSpPr>
          <p:spPr bwMode="auto">
            <a:xfrm>
              <a:off x="6362701" y="3865383"/>
              <a:ext cx="1474786" cy="263501"/>
            </a:xfrm>
            <a:prstGeom prst="roundRect">
              <a:avLst>
                <a:gd name="adj" fmla="val 16667"/>
              </a:avLst>
            </a:prstGeom>
            <a:solidFill>
              <a:schemeClr val="bg2">
                <a:lumMod val="75000"/>
                <a:alpha val="39999"/>
              </a:schemeClr>
            </a:solidFill>
            <a:ln>
              <a:noFill/>
            </a:ln>
          </p:spPr>
          <p:txBody>
            <a:bodyPr/>
            <a:lstStyle>
              <a:lvl1pPr>
                <a:lnSpc>
                  <a:spcPct val="130000"/>
                </a:lnSpc>
                <a:spcBef>
                  <a:spcPct val="20000"/>
                </a:spcBef>
                <a:defRPr sz="2400">
                  <a:solidFill>
                    <a:srgbClr val="0000FF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lnSpc>
                  <a:spcPct val="130000"/>
                </a:lnSpc>
                <a:spcBef>
                  <a:spcPct val="20000"/>
                </a:spcBef>
                <a:buClr>
                  <a:srgbClr val="0000CC"/>
                </a:buClr>
                <a:buSzPct val="80000"/>
                <a:buFont typeface="Wingdings" panose="05000000000000000000" pitchFamily="2" charset="2"/>
                <a:buChar char="o"/>
                <a:defRPr sz="3000" b="1">
                  <a:solidFill>
                    <a:srgbClr val="0000FF"/>
                  </a:solidFill>
                  <a:latin typeface="Arial Narrow" panose="020B0606020202030204" pitchFamily="34" charset="0"/>
                  <a:ea typeface="楷体_GB2312" charset="-122"/>
                  <a:cs typeface="楷体_GB2312" charset="-122"/>
                </a:defRPr>
              </a:lvl2pPr>
              <a:lvl3pPr marL="1143000" indent="-228600">
                <a:lnSpc>
                  <a:spcPct val="130000"/>
                </a:lnSpc>
                <a:spcBef>
                  <a:spcPct val="20000"/>
                </a:spcBef>
                <a:buClr>
                  <a:srgbClr val="0000CC"/>
                </a:buClr>
                <a:buSzPct val="80000"/>
                <a:buFont typeface="Wingdings" panose="05000000000000000000" pitchFamily="2" charset="2"/>
                <a:buChar char="n"/>
                <a:defRPr sz="3000" b="1">
                  <a:solidFill>
                    <a:srgbClr val="0000FF"/>
                  </a:solidFill>
                  <a:latin typeface="Arial Narrow" panose="020B0606020202030204" pitchFamily="34" charset="0"/>
                  <a:ea typeface="楷体_GB2312" charset="-122"/>
                  <a:cs typeface="楷体_GB2312" charset="-122"/>
                </a:defRPr>
              </a:lvl3pPr>
              <a:lvl4pPr marL="1600200" indent="-228600">
                <a:lnSpc>
                  <a:spcPct val="130000"/>
                </a:lnSpc>
                <a:spcBef>
                  <a:spcPct val="20000"/>
                </a:spcBef>
                <a:buClr>
                  <a:srgbClr val="0000CC"/>
                </a:buClr>
                <a:buSzPct val="80000"/>
                <a:buFont typeface="Wingdings" panose="05000000000000000000" pitchFamily="2" charset="2"/>
                <a:buChar char="o"/>
                <a:defRPr sz="2800" b="1">
                  <a:solidFill>
                    <a:srgbClr val="0000FF"/>
                  </a:solidFill>
                  <a:latin typeface="Arial Narrow" panose="020B0606020202030204" pitchFamily="34" charset="0"/>
                  <a:ea typeface="楷体_GB2312" charset="-122"/>
                  <a:cs typeface="楷体_GB2312" charset="-122"/>
                </a:defRPr>
              </a:lvl4pPr>
              <a:lvl5pPr marL="2057400" indent="-228600">
                <a:lnSpc>
                  <a:spcPct val="130000"/>
                </a:lnSpc>
                <a:spcBef>
                  <a:spcPct val="20000"/>
                </a:spcBef>
                <a:buClr>
                  <a:srgbClr val="0000CC"/>
                </a:buClr>
                <a:buSzPct val="80000"/>
                <a:buFont typeface="Wingdings" panose="05000000000000000000" pitchFamily="2" charset="2"/>
                <a:buChar char="o"/>
                <a:defRPr sz="2800" b="1">
                  <a:solidFill>
                    <a:srgbClr val="0000FF"/>
                  </a:solidFill>
                  <a:latin typeface="Arial Narrow" panose="020B0606020202030204" pitchFamily="34" charset="0"/>
                  <a:ea typeface="楷体_GB2312" charset="-122"/>
                  <a:cs typeface="楷体_GB2312" charset="-122"/>
                </a:defRPr>
              </a:lvl5pPr>
              <a:lvl6pPr marL="2514600" indent="-228600" eaLnBrk="0" fontAlgn="base" hangingPunct="0">
                <a:lnSpc>
                  <a:spcPct val="13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0000CC"/>
                </a:buClr>
                <a:buSzPct val="80000"/>
                <a:buFont typeface="Wingdings" panose="05000000000000000000" pitchFamily="2" charset="2"/>
                <a:buChar char="o"/>
                <a:defRPr sz="2800" b="1">
                  <a:solidFill>
                    <a:srgbClr val="0000FF"/>
                  </a:solidFill>
                  <a:latin typeface="Arial Narrow" panose="020B0606020202030204" pitchFamily="34" charset="0"/>
                  <a:ea typeface="楷体_GB2312" charset="-122"/>
                  <a:cs typeface="楷体_GB2312" charset="-122"/>
                </a:defRPr>
              </a:lvl6pPr>
              <a:lvl7pPr marL="2971800" indent="-228600" eaLnBrk="0" fontAlgn="base" hangingPunct="0">
                <a:lnSpc>
                  <a:spcPct val="13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0000CC"/>
                </a:buClr>
                <a:buSzPct val="80000"/>
                <a:buFont typeface="Wingdings" panose="05000000000000000000" pitchFamily="2" charset="2"/>
                <a:buChar char="o"/>
                <a:defRPr sz="2800" b="1">
                  <a:solidFill>
                    <a:srgbClr val="0000FF"/>
                  </a:solidFill>
                  <a:latin typeface="Arial Narrow" panose="020B0606020202030204" pitchFamily="34" charset="0"/>
                  <a:ea typeface="楷体_GB2312" charset="-122"/>
                  <a:cs typeface="楷体_GB2312" charset="-122"/>
                </a:defRPr>
              </a:lvl7pPr>
              <a:lvl8pPr marL="3429000" indent="-228600" eaLnBrk="0" fontAlgn="base" hangingPunct="0">
                <a:lnSpc>
                  <a:spcPct val="13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0000CC"/>
                </a:buClr>
                <a:buSzPct val="80000"/>
                <a:buFont typeface="Wingdings" panose="05000000000000000000" pitchFamily="2" charset="2"/>
                <a:buChar char="o"/>
                <a:defRPr sz="2800" b="1">
                  <a:solidFill>
                    <a:srgbClr val="0000FF"/>
                  </a:solidFill>
                  <a:latin typeface="Arial Narrow" panose="020B0606020202030204" pitchFamily="34" charset="0"/>
                  <a:ea typeface="楷体_GB2312" charset="-122"/>
                  <a:cs typeface="楷体_GB2312" charset="-122"/>
                </a:defRPr>
              </a:lvl8pPr>
              <a:lvl9pPr marL="3886200" indent="-228600" eaLnBrk="0" fontAlgn="base" hangingPunct="0">
                <a:lnSpc>
                  <a:spcPct val="13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0000CC"/>
                </a:buClr>
                <a:buSzPct val="80000"/>
                <a:buFont typeface="Wingdings" panose="05000000000000000000" pitchFamily="2" charset="2"/>
                <a:buChar char="o"/>
                <a:defRPr sz="2800" b="1">
                  <a:solidFill>
                    <a:srgbClr val="0000FF"/>
                  </a:solidFill>
                  <a:latin typeface="Arial Narrow" panose="020B0606020202030204" pitchFamily="34" charset="0"/>
                  <a:ea typeface="楷体_GB2312" charset="-122"/>
                  <a:cs typeface="楷体_GB2312" charset="-122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7A77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94" name="矩形: 圆角 40"/>
            <p:cNvSpPr>
              <a:spLocks noChangeArrowheads="1"/>
            </p:cNvSpPr>
            <p:nvPr/>
          </p:nvSpPr>
          <p:spPr bwMode="auto">
            <a:xfrm>
              <a:off x="6373813" y="3041545"/>
              <a:ext cx="1476374" cy="263501"/>
            </a:xfrm>
            <a:prstGeom prst="roundRect">
              <a:avLst>
                <a:gd name="adj" fmla="val 16667"/>
              </a:avLst>
            </a:prstGeom>
            <a:solidFill>
              <a:schemeClr val="bg2">
                <a:lumMod val="75000"/>
                <a:alpha val="39999"/>
              </a:schemeClr>
            </a:solidFill>
            <a:ln>
              <a:noFill/>
            </a:ln>
          </p:spPr>
          <p:txBody>
            <a:bodyPr/>
            <a:lstStyle>
              <a:lvl1pPr>
                <a:lnSpc>
                  <a:spcPct val="130000"/>
                </a:lnSpc>
                <a:spcBef>
                  <a:spcPct val="20000"/>
                </a:spcBef>
                <a:defRPr sz="2400">
                  <a:solidFill>
                    <a:srgbClr val="0000FF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lnSpc>
                  <a:spcPct val="130000"/>
                </a:lnSpc>
                <a:spcBef>
                  <a:spcPct val="20000"/>
                </a:spcBef>
                <a:buClr>
                  <a:srgbClr val="0000CC"/>
                </a:buClr>
                <a:buSzPct val="80000"/>
                <a:buFont typeface="Wingdings" panose="05000000000000000000" pitchFamily="2" charset="2"/>
                <a:buChar char="o"/>
                <a:defRPr sz="3000" b="1">
                  <a:solidFill>
                    <a:srgbClr val="0000FF"/>
                  </a:solidFill>
                  <a:latin typeface="Arial Narrow" panose="020B0606020202030204" pitchFamily="34" charset="0"/>
                  <a:ea typeface="楷体_GB2312" charset="-122"/>
                  <a:cs typeface="楷体_GB2312" charset="-122"/>
                </a:defRPr>
              </a:lvl2pPr>
              <a:lvl3pPr marL="1143000" indent="-228600">
                <a:lnSpc>
                  <a:spcPct val="130000"/>
                </a:lnSpc>
                <a:spcBef>
                  <a:spcPct val="20000"/>
                </a:spcBef>
                <a:buClr>
                  <a:srgbClr val="0000CC"/>
                </a:buClr>
                <a:buSzPct val="80000"/>
                <a:buFont typeface="Wingdings" panose="05000000000000000000" pitchFamily="2" charset="2"/>
                <a:buChar char="n"/>
                <a:defRPr sz="3000" b="1">
                  <a:solidFill>
                    <a:srgbClr val="0000FF"/>
                  </a:solidFill>
                  <a:latin typeface="Arial Narrow" panose="020B0606020202030204" pitchFamily="34" charset="0"/>
                  <a:ea typeface="楷体_GB2312" charset="-122"/>
                  <a:cs typeface="楷体_GB2312" charset="-122"/>
                </a:defRPr>
              </a:lvl3pPr>
              <a:lvl4pPr marL="1600200" indent="-228600">
                <a:lnSpc>
                  <a:spcPct val="130000"/>
                </a:lnSpc>
                <a:spcBef>
                  <a:spcPct val="20000"/>
                </a:spcBef>
                <a:buClr>
                  <a:srgbClr val="0000CC"/>
                </a:buClr>
                <a:buSzPct val="80000"/>
                <a:buFont typeface="Wingdings" panose="05000000000000000000" pitchFamily="2" charset="2"/>
                <a:buChar char="o"/>
                <a:defRPr sz="2800" b="1">
                  <a:solidFill>
                    <a:srgbClr val="0000FF"/>
                  </a:solidFill>
                  <a:latin typeface="Arial Narrow" panose="020B0606020202030204" pitchFamily="34" charset="0"/>
                  <a:ea typeface="楷体_GB2312" charset="-122"/>
                  <a:cs typeface="楷体_GB2312" charset="-122"/>
                </a:defRPr>
              </a:lvl4pPr>
              <a:lvl5pPr marL="2057400" indent="-228600">
                <a:lnSpc>
                  <a:spcPct val="130000"/>
                </a:lnSpc>
                <a:spcBef>
                  <a:spcPct val="20000"/>
                </a:spcBef>
                <a:buClr>
                  <a:srgbClr val="0000CC"/>
                </a:buClr>
                <a:buSzPct val="80000"/>
                <a:buFont typeface="Wingdings" panose="05000000000000000000" pitchFamily="2" charset="2"/>
                <a:buChar char="o"/>
                <a:defRPr sz="2800" b="1">
                  <a:solidFill>
                    <a:srgbClr val="0000FF"/>
                  </a:solidFill>
                  <a:latin typeface="Arial Narrow" panose="020B0606020202030204" pitchFamily="34" charset="0"/>
                  <a:ea typeface="楷体_GB2312" charset="-122"/>
                  <a:cs typeface="楷体_GB2312" charset="-122"/>
                </a:defRPr>
              </a:lvl5pPr>
              <a:lvl6pPr marL="2514600" indent="-228600" eaLnBrk="0" fontAlgn="base" hangingPunct="0">
                <a:lnSpc>
                  <a:spcPct val="13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0000CC"/>
                </a:buClr>
                <a:buSzPct val="80000"/>
                <a:buFont typeface="Wingdings" panose="05000000000000000000" pitchFamily="2" charset="2"/>
                <a:buChar char="o"/>
                <a:defRPr sz="2800" b="1">
                  <a:solidFill>
                    <a:srgbClr val="0000FF"/>
                  </a:solidFill>
                  <a:latin typeface="Arial Narrow" panose="020B0606020202030204" pitchFamily="34" charset="0"/>
                  <a:ea typeface="楷体_GB2312" charset="-122"/>
                  <a:cs typeface="楷体_GB2312" charset="-122"/>
                </a:defRPr>
              </a:lvl6pPr>
              <a:lvl7pPr marL="2971800" indent="-228600" eaLnBrk="0" fontAlgn="base" hangingPunct="0">
                <a:lnSpc>
                  <a:spcPct val="13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0000CC"/>
                </a:buClr>
                <a:buSzPct val="80000"/>
                <a:buFont typeface="Wingdings" panose="05000000000000000000" pitchFamily="2" charset="2"/>
                <a:buChar char="o"/>
                <a:defRPr sz="2800" b="1">
                  <a:solidFill>
                    <a:srgbClr val="0000FF"/>
                  </a:solidFill>
                  <a:latin typeface="Arial Narrow" panose="020B0606020202030204" pitchFamily="34" charset="0"/>
                  <a:ea typeface="楷体_GB2312" charset="-122"/>
                  <a:cs typeface="楷体_GB2312" charset="-122"/>
                </a:defRPr>
              </a:lvl7pPr>
              <a:lvl8pPr marL="3429000" indent="-228600" eaLnBrk="0" fontAlgn="base" hangingPunct="0">
                <a:lnSpc>
                  <a:spcPct val="13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0000CC"/>
                </a:buClr>
                <a:buSzPct val="80000"/>
                <a:buFont typeface="Wingdings" panose="05000000000000000000" pitchFamily="2" charset="2"/>
                <a:buChar char="o"/>
                <a:defRPr sz="2800" b="1">
                  <a:solidFill>
                    <a:srgbClr val="0000FF"/>
                  </a:solidFill>
                  <a:latin typeface="Arial Narrow" panose="020B0606020202030204" pitchFamily="34" charset="0"/>
                  <a:ea typeface="楷体_GB2312" charset="-122"/>
                  <a:cs typeface="楷体_GB2312" charset="-122"/>
                </a:defRPr>
              </a:lvl8pPr>
              <a:lvl9pPr marL="3886200" indent="-228600" eaLnBrk="0" fontAlgn="base" hangingPunct="0">
                <a:lnSpc>
                  <a:spcPct val="13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0000CC"/>
                </a:buClr>
                <a:buSzPct val="80000"/>
                <a:buFont typeface="Wingdings" panose="05000000000000000000" pitchFamily="2" charset="2"/>
                <a:buChar char="o"/>
                <a:defRPr sz="2800" b="1">
                  <a:solidFill>
                    <a:srgbClr val="0000FF"/>
                  </a:solidFill>
                  <a:latin typeface="Arial Narrow" panose="020B0606020202030204" pitchFamily="34" charset="0"/>
                  <a:ea typeface="楷体_GB2312" charset="-122"/>
                  <a:cs typeface="楷体_GB2312" charset="-122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7A77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</p:grpSp>
    </p:spTree>
  </p:cSld>
  <p:clrMapOvr>
    <a:masterClrMapping/>
  </p:clrMapOvr>
  <p:transition spd="slow">
    <p:randomBar dir="vert"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04802" name="TextBox 1"/>
          <p:cNvSpPr txBox="1"/>
          <p:nvPr/>
        </p:nvSpPr>
        <p:spPr>
          <a:xfrm>
            <a:off x="498475" y="1206500"/>
            <a:ext cx="8382000" cy="52070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lnSpc>
                <a:spcPct val="130000"/>
              </a:lnSpc>
              <a:spcBef>
                <a:spcPct val="20000"/>
              </a:spcBef>
              <a:spcAft>
                <a:spcPct val="0"/>
              </a:spcAft>
              <a:defRPr sz="2400">
                <a:solidFill>
                  <a:srgbClr val="0000FF"/>
                </a:solidFill>
                <a:latin typeface="Times New Roman" panose="02020603050405020304" pitchFamily="18" charset="0"/>
                <a:ea typeface="+mn-ea"/>
                <a:cs typeface="+mn-cs"/>
              </a:defRPr>
            </a:lvl1pPr>
            <a:lvl2pPr marL="742950" indent="-285750" algn="l" rtl="0" eaLnBrk="0" fontAlgn="base" hangingPunct="0">
              <a:lnSpc>
                <a:spcPct val="130000"/>
              </a:lnSpc>
              <a:spcBef>
                <a:spcPct val="20000"/>
              </a:spcBef>
              <a:spcAft>
                <a:spcPct val="0"/>
              </a:spcAft>
              <a:buClr>
                <a:srgbClr val="0000CC"/>
              </a:buClr>
              <a:buSzPct val="80000"/>
              <a:buFont typeface="Wingdings" panose="05000000000000000000" pitchFamily="2" charset="2"/>
              <a:buChar char="o"/>
              <a:defRPr sz="3000" b="1">
                <a:solidFill>
                  <a:srgbClr val="0000FF"/>
                </a:solidFill>
                <a:latin typeface="Arial Narrow" panose="020B0606020202030204" pitchFamily="34" charset="0"/>
                <a:ea typeface="楷体_GB2312" charset="-122"/>
                <a:cs typeface="楷体_GB2312" charset="-122"/>
              </a:defRPr>
            </a:lvl2pPr>
            <a:lvl3pPr marL="1143000" indent="-228600" algn="l" rtl="0" eaLnBrk="0" fontAlgn="base" hangingPunct="0">
              <a:lnSpc>
                <a:spcPct val="130000"/>
              </a:lnSpc>
              <a:spcBef>
                <a:spcPct val="20000"/>
              </a:spcBef>
              <a:spcAft>
                <a:spcPct val="0"/>
              </a:spcAft>
              <a:buClr>
                <a:srgbClr val="0000CC"/>
              </a:buClr>
              <a:buSzPct val="80000"/>
              <a:buFont typeface="Wingdings" panose="05000000000000000000" pitchFamily="2" charset="2"/>
              <a:buChar char="n"/>
              <a:defRPr sz="3000" b="1">
                <a:solidFill>
                  <a:srgbClr val="0000FF"/>
                </a:solidFill>
                <a:latin typeface="Arial Narrow" panose="020B0606020202030204" pitchFamily="34" charset="0"/>
                <a:ea typeface="楷体_GB2312" charset="-122"/>
                <a:cs typeface="楷体_GB2312" charset="-122"/>
              </a:defRPr>
            </a:lvl3pPr>
            <a:lvl4pPr marL="1600200" indent="-228600" algn="l" rtl="0" eaLnBrk="0" fontAlgn="base" hangingPunct="0">
              <a:lnSpc>
                <a:spcPct val="130000"/>
              </a:lnSpc>
              <a:spcBef>
                <a:spcPct val="20000"/>
              </a:spcBef>
              <a:spcAft>
                <a:spcPct val="0"/>
              </a:spcAft>
              <a:buClr>
                <a:srgbClr val="0000CC"/>
              </a:buClr>
              <a:buSzPct val="80000"/>
              <a:buFont typeface="Wingdings" panose="05000000000000000000" pitchFamily="2" charset="2"/>
              <a:buChar char="o"/>
              <a:defRPr sz="2800" b="1">
                <a:solidFill>
                  <a:srgbClr val="0000FF"/>
                </a:solidFill>
                <a:latin typeface="Arial Narrow" panose="020B0606020202030204" pitchFamily="34" charset="0"/>
                <a:ea typeface="楷体_GB2312" charset="-122"/>
                <a:cs typeface="楷体_GB2312" charset="-122"/>
              </a:defRPr>
            </a:lvl4pPr>
            <a:lvl5pPr marL="2057400" indent="-228600" algn="l" rtl="0" eaLnBrk="0" fontAlgn="base" hangingPunct="0">
              <a:lnSpc>
                <a:spcPct val="130000"/>
              </a:lnSpc>
              <a:spcBef>
                <a:spcPct val="20000"/>
              </a:spcBef>
              <a:spcAft>
                <a:spcPct val="0"/>
              </a:spcAft>
              <a:buClr>
                <a:srgbClr val="0000CC"/>
              </a:buClr>
              <a:buSzPct val="80000"/>
              <a:buFont typeface="Wingdings" panose="05000000000000000000" pitchFamily="2" charset="2"/>
              <a:buChar char="o"/>
              <a:defRPr sz="2800" b="1">
                <a:solidFill>
                  <a:srgbClr val="0000FF"/>
                </a:solidFill>
                <a:latin typeface="Arial Narrow" panose="020B0606020202030204" pitchFamily="34" charset="0"/>
                <a:ea typeface="楷体_GB2312" charset="-122"/>
                <a:cs typeface="楷体_GB2312" charset="-122"/>
              </a:defRPr>
            </a:lvl5pPr>
          </a:lstStyle>
          <a:p>
            <a:pPr marL="0" lvl="0" indent="0">
              <a:spcBef>
                <a:spcPct val="0"/>
              </a:spcBef>
            </a:pPr>
            <a:r>
              <a:rPr lang="zh-CN" altLang="en-US" b="1" dirty="0">
                <a:solidFill>
                  <a:srgbClr val="000000"/>
                </a:solidFill>
              </a:rPr>
              <a:t>（</a:t>
            </a:r>
            <a:r>
              <a:rPr lang="en-US" altLang="zh-CN" b="1" dirty="0">
                <a:solidFill>
                  <a:srgbClr val="000000"/>
                </a:solidFill>
              </a:rPr>
              <a:t>4</a:t>
            </a:r>
            <a:r>
              <a:rPr lang="zh-CN" altLang="en-US" b="1" dirty="0">
                <a:solidFill>
                  <a:srgbClr val="000000"/>
                </a:solidFill>
              </a:rPr>
              <a:t>）采用</a:t>
            </a:r>
            <a:r>
              <a:rPr lang="en-US" altLang="zh-CN" b="1" dirty="0">
                <a:solidFill>
                  <a:srgbClr val="000000"/>
                </a:solidFill>
              </a:rPr>
              <a:t>JK</a:t>
            </a:r>
            <a:r>
              <a:rPr lang="zh-CN" altLang="en-US" b="1" dirty="0">
                <a:solidFill>
                  <a:srgbClr val="000000"/>
                </a:solidFill>
              </a:rPr>
              <a:t>触发器实现：</a:t>
            </a:r>
            <a:r>
              <a:rPr lang="en-US" altLang="zh-CN" b="1" i="1" dirty="0">
                <a:solidFill>
                  <a:srgbClr val="000000"/>
                </a:solidFill>
              </a:rPr>
              <a:t>JK </a:t>
            </a:r>
            <a:r>
              <a:rPr lang="zh-CN" altLang="en-US" b="1" dirty="0">
                <a:solidFill>
                  <a:srgbClr val="000000"/>
                </a:solidFill>
              </a:rPr>
              <a:t>触发器特性方程：</a:t>
            </a:r>
            <a:r>
              <a:rPr lang="en-US" altLang="zh-CN" b="1" i="1" dirty="0">
                <a:solidFill>
                  <a:srgbClr val="000000"/>
                </a:solidFill>
              </a:rPr>
              <a:t>Q</a:t>
            </a:r>
            <a:r>
              <a:rPr lang="en-US" altLang="zh-CN" b="1" dirty="0">
                <a:solidFill>
                  <a:srgbClr val="000000"/>
                </a:solidFill>
                <a:latin typeface="宋体" panose="02010600030101010101" pitchFamily="2" charset="-122"/>
              </a:rPr>
              <a:t>=</a:t>
            </a:r>
            <a:r>
              <a:rPr lang="en-US" altLang="zh-CN" b="1" i="1" dirty="0">
                <a:solidFill>
                  <a:srgbClr val="000000"/>
                </a:solidFill>
              </a:rPr>
              <a:t>J</a:t>
            </a:r>
            <a:r>
              <a:rPr lang="en-US" altLang="zh-CN" b="1" dirty="0">
                <a:solidFill>
                  <a:srgbClr val="000000"/>
                </a:solidFill>
              </a:rPr>
              <a:t>∙</a:t>
            </a:r>
            <a:r>
              <a:rPr lang="en-US" altLang="zh-CN" b="1" i="1" dirty="0">
                <a:solidFill>
                  <a:srgbClr val="000000"/>
                </a:solidFill>
              </a:rPr>
              <a:t>q'+K'</a:t>
            </a:r>
            <a:r>
              <a:rPr lang="en-US" altLang="zh-CN" b="1" dirty="0">
                <a:solidFill>
                  <a:srgbClr val="000000"/>
                </a:solidFill>
              </a:rPr>
              <a:t>∙</a:t>
            </a:r>
            <a:r>
              <a:rPr lang="en-US" altLang="zh-CN" b="1" i="1" dirty="0">
                <a:solidFill>
                  <a:srgbClr val="000000"/>
                </a:solidFill>
              </a:rPr>
              <a:t>q</a:t>
            </a:r>
            <a:endParaRPr lang="en-US" altLang="zh-CN" b="1" dirty="0">
              <a:solidFill>
                <a:srgbClr val="000000"/>
              </a:solidFill>
              <a:ea typeface="Times New Roman" panose="02020603050405020304" pitchFamily="18" charset="0"/>
            </a:endParaRPr>
          </a:p>
        </p:txBody>
      </p:sp>
      <p:sp>
        <p:nvSpPr>
          <p:cNvPr id="204803" name="TextBox 1"/>
          <p:cNvSpPr txBox="1"/>
          <p:nvPr/>
        </p:nvSpPr>
        <p:spPr>
          <a:xfrm>
            <a:off x="671513" y="1857375"/>
            <a:ext cx="3900487" cy="428117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lnSpc>
                <a:spcPct val="130000"/>
              </a:lnSpc>
              <a:spcBef>
                <a:spcPct val="20000"/>
              </a:spcBef>
              <a:spcAft>
                <a:spcPct val="0"/>
              </a:spcAft>
              <a:defRPr sz="2400">
                <a:solidFill>
                  <a:srgbClr val="0000FF"/>
                </a:solidFill>
                <a:latin typeface="Times New Roman" panose="02020603050405020304" pitchFamily="18" charset="0"/>
                <a:ea typeface="+mn-ea"/>
                <a:cs typeface="+mn-cs"/>
              </a:defRPr>
            </a:lvl1pPr>
            <a:lvl2pPr marL="742950" indent="-285750" algn="l" rtl="0" eaLnBrk="0" fontAlgn="base" hangingPunct="0">
              <a:lnSpc>
                <a:spcPct val="130000"/>
              </a:lnSpc>
              <a:spcBef>
                <a:spcPct val="20000"/>
              </a:spcBef>
              <a:spcAft>
                <a:spcPct val="0"/>
              </a:spcAft>
              <a:buClr>
                <a:srgbClr val="0000CC"/>
              </a:buClr>
              <a:buSzPct val="80000"/>
              <a:buFont typeface="Wingdings" panose="05000000000000000000" pitchFamily="2" charset="2"/>
              <a:buChar char="o"/>
              <a:defRPr sz="3000" b="1">
                <a:solidFill>
                  <a:srgbClr val="0000FF"/>
                </a:solidFill>
                <a:latin typeface="Arial Narrow" panose="020B0606020202030204" pitchFamily="34" charset="0"/>
                <a:ea typeface="楷体_GB2312" charset="-122"/>
                <a:cs typeface="楷体_GB2312" charset="-122"/>
              </a:defRPr>
            </a:lvl2pPr>
            <a:lvl3pPr marL="1143000" indent="-228600" algn="l" rtl="0" eaLnBrk="0" fontAlgn="base" hangingPunct="0">
              <a:lnSpc>
                <a:spcPct val="130000"/>
              </a:lnSpc>
              <a:spcBef>
                <a:spcPct val="20000"/>
              </a:spcBef>
              <a:spcAft>
                <a:spcPct val="0"/>
              </a:spcAft>
              <a:buClr>
                <a:srgbClr val="0000CC"/>
              </a:buClr>
              <a:buSzPct val="80000"/>
              <a:buFont typeface="Wingdings" panose="05000000000000000000" pitchFamily="2" charset="2"/>
              <a:buChar char="n"/>
              <a:defRPr sz="3000" b="1">
                <a:solidFill>
                  <a:srgbClr val="0000FF"/>
                </a:solidFill>
                <a:latin typeface="Arial Narrow" panose="020B0606020202030204" pitchFamily="34" charset="0"/>
                <a:ea typeface="楷体_GB2312" charset="-122"/>
                <a:cs typeface="楷体_GB2312" charset="-122"/>
              </a:defRPr>
            </a:lvl3pPr>
            <a:lvl4pPr marL="1600200" indent="-228600" algn="l" rtl="0" eaLnBrk="0" fontAlgn="base" hangingPunct="0">
              <a:lnSpc>
                <a:spcPct val="130000"/>
              </a:lnSpc>
              <a:spcBef>
                <a:spcPct val="20000"/>
              </a:spcBef>
              <a:spcAft>
                <a:spcPct val="0"/>
              </a:spcAft>
              <a:buClr>
                <a:srgbClr val="0000CC"/>
              </a:buClr>
              <a:buSzPct val="80000"/>
              <a:buFont typeface="Wingdings" panose="05000000000000000000" pitchFamily="2" charset="2"/>
              <a:buChar char="o"/>
              <a:defRPr sz="2800" b="1">
                <a:solidFill>
                  <a:srgbClr val="0000FF"/>
                </a:solidFill>
                <a:latin typeface="Arial Narrow" panose="020B0606020202030204" pitchFamily="34" charset="0"/>
                <a:ea typeface="楷体_GB2312" charset="-122"/>
                <a:cs typeface="楷体_GB2312" charset="-122"/>
              </a:defRPr>
            </a:lvl4pPr>
            <a:lvl5pPr marL="2057400" indent="-228600" algn="l" rtl="0" eaLnBrk="0" fontAlgn="base" hangingPunct="0">
              <a:lnSpc>
                <a:spcPct val="130000"/>
              </a:lnSpc>
              <a:spcBef>
                <a:spcPct val="20000"/>
              </a:spcBef>
              <a:spcAft>
                <a:spcPct val="0"/>
              </a:spcAft>
              <a:buClr>
                <a:srgbClr val="0000CC"/>
              </a:buClr>
              <a:buSzPct val="80000"/>
              <a:buFont typeface="Wingdings" panose="05000000000000000000" pitchFamily="2" charset="2"/>
              <a:buChar char="o"/>
              <a:defRPr sz="2800" b="1">
                <a:solidFill>
                  <a:srgbClr val="0000FF"/>
                </a:solidFill>
                <a:latin typeface="Arial Narrow" panose="020B0606020202030204" pitchFamily="34" charset="0"/>
                <a:ea typeface="楷体_GB2312" charset="-122"/>
                <a:cs typeface="楷体_GB2312" charset="-122"/>
              </a:defRPr>
            </a:lvl5pPr>
          </a:lstStyle>
          <a:p>
            <a:pPr marL="0" lvl="0" indent="0">
              <a:spcBef>
                <a:spcPct val="0"/>
              </a:spcBef>
              <a:buClr>
                <a:srgbClr val="007A77"/>
              </a:buClr>
            </a:pPr>
            <a:r>
              <a:rPr lang="en-US" altLang="zh-CN" sz="2200" b="1" i="1" dirty="0">
                <a:solidFill>
                  <a:srgbClr val="000000"/>
                </a:solidFill>
              </a:rPr>
              <a:t>Q</a:t>
            </a:r>
            <a:r>
              <a:rPr lang="en-US" altLang="zh-CN" sz="2200" b="1" baseline="-25000" dirty="0">
                <a:solidFill>
                  <a:srgbClr val="000000"/>
                </a:solidFill>
              </a:rPr>
              <a:t>2 </a:t>
            </a:r>
            <a:r>
              <a:rPr lang="en-US" altLang="zh-CN" sz="2200" b="1" dirty="0">
                <a:solidFill>
                  <a:srgbClr val="000000"/>
                </a:solidFill>
                <a:latin typeface="宋体" panose="02010600030101010101" pitchFamily="2" charset="-122"/>
              </a:rPr>
              <a:t>=</a:t>
            </a:r>
            <a:r>
              <a:rPr lang="en-US" altLang="zh-CN" sz="2200" b="1" i="1" dirty="0">
                <a:solidFill>
                  <a:srgbClr val="003300"/>
                </a:solidFill>
              </a:rPr>
              <a:t>q</a:t>
            </a:r>
            <a:r>
              <a:rPr lang="en-US" altLang="zh-CN" sz="2200" b="1" baseline="-25000" dirty="0">
                <a:solidFill>
                  <a:srgbClr val="003300"/>
                </a:solidFill>
              </a:rPr>
              <a:t>2</a:t>
            </a:r>
            <a:r>
              <a:rPr lang="en-US" altLang="zh-CN" sz="2200" b="1" i="1" dirty="0">
                <a:solidFill>
                  <a:srgbClr val="003300"/>
                </a:solidFill>
              </a:rPr>
              <a:t>q'</a:t>
            </a:r>
            <a:r>
              <a:rPr lang="en-US" altLang="zh-CN" sz="2200" b="1" baseline="-25000" dirty="0">
                <a:solidFill>
                  <a:srgbClr val="003300"/>
                </a:solidFill>
              </a:rPr>
              <a:t>1</a:t>
            </a:r>
            <a:r>
              <a:rPr lang="en-US" altLang="zh-CN" sz="2200" b="1" i="1" dirty="0">
                <a:solidFill>
                  <a:srgbClr val="003300"/>
                </a:solidFill>
              </a:rPr>
              <a:t>+q</a:t>
            </a:r>
            <a:r>
              <a:rPr lang="en-US" altLang="zh-CN" sz="2200" b="1" baseline="-25000" dirty="0">
                <a:solidFill>
                  <a:srgbClr val="003300"/>
                </a:solidFill>
              </a:rPr>
              <a:t>2</a:t>
            </a:r>
            <a:r>
              <a:rPr lang="en-US" altLang="zh-CN" sz="2200" b="1" i="1" dirty="0">
                <a:solidFill>
                  <a:srgbClr val="003300"/>
                </a:solidFill>
              </a:rPr>
              <a:t>q'</a:t>
            </a:r>
            <a:r>
              <a:rPr lang="en-US" altLang="zh-CN" sz="2200" b="1" baseline="-25000" dirty="0">
                <a:solidFill>
                  <a:srgbClr val="003300"/>
                </a:solidFill>
              </a:rPr>
              <a:t>0</a:t>
            </a:r>
            <a:r>
              <a:rPr lang="en-US" altLang="zh-CN" sz="2200" b="1" i="1" dirty="0">
                <a:solidFill>
                  <a:srgbClr val="003300"/>
                </a:solidFill>
              </a:rPr>
              <a:t>+w'q</a:t>
            </a:r>
            <a:r>
              <a:rPr lang="en-US" altLang="zh-CN" sz="2200" b="1" baseline="-25000" dirty="0">
                <a:solidFill>
                  <a:srgbClr val="003300"/>
                </a:solidFill>
              </a:rPr>
              <a:t>2</a:t>
            </a:r>
            <a:r>
              <a:rPr lang="en-US" altLang="zh-CN" sz="2200" b="1" dirty="0">
                <a:solidFill>
                  <a:srgbClr val="003300"/>
                </a:solidFill>
              </a:rPr>
              <a:t>+</a:t>
            </a:r>
            <a:r>
              <a:rPr lang="en-US" altLang="zh-CN" sz="2200" b="1" i="1" dirty="0">
                <a:solidFill>
                  <a:srgbClr val="003300"/>
                </a:solidFill>
              </a:rPr>
              <a:t>wq'</a:t>
            </a:r>
            <a:r>
              <a:rPr lang="en-US" altLang="zh-CN" sz="2200" b="1" baseline="-25000" dirty="0">
                <a:solidFill>
                  <a:srgbClr val="003300"/>
                </a:solidFill>
              </a:rPr>
              <a:t>2</a:t>
            </a:r>
            <a:r>
              <a:rPr lang="en-US" altLang="zh-CN" sz="2200" b="1" i="1" dirty="0">
                <a:solidFill>
                  <a:srgbClr val="003300"/>
                </a:solidFill>
              </a:rPr>
              <a:t>q</a:t>
            </a:r>
            <a:r>
              <a:rPr lang="en-US" altLang="zh-CN" sz="2200" b="1" baseline="-25000" dirty="0">
                <a:solidFill>
                  <a:srgbClr val="003300"/>
                </a:solidFill>
              </a:rPr>
              <a:t>1</a:t>
            </a:r>
            <a:r>
              <a:rPr lang="en-US" altLang="zh-CN" sz="2200" b="1" i="1" dirty="0">
                <a:solidFill>
                  <a:srgbClr val="003300"/>
                </a:solidFill>
              </a:rPr>
              <a:t>q</a:t>
            </a:r>
            <a:r>
              <a:rPr lang="en-US" altLang="zh-CN" sz="2200" b="1" baseline="-25000" dirty="0">
                <a:solidFill>
                  <a:srgbClr val="003300"/>
                </a:solidFill>
              </a:rPr>
              <a:t>0</a:t>
            </a:r>
            <a:endParaRPr lang="en-US" altLang="zh-CN" sz="2200" b="1" baseline="-25000" dirty="0">
              <a:solidFill>
                <a:srgbClr val="003300"/>
              </a:solidFill>
            </a:endParaRPr>
          </a:p>
          <a:p>
            <a:pPr marL="0" lvl="0" indent="0">
              <a:spcBef>
                <a:spcPct val="0"/>
              </a:spcBef>
              <a:buClr>
                <a:srgbClr val="007A77"/>
              </a:buClr>
            </a:pPr>
            <a:r>
              <a:rPr lang="en-US" altLang="zh-CN" sz="2200" b="1" dirty="0">
                <a:solidFill>
                  <a:srgbClr val="000000"/>
                </a:solidFill>
              </a:rPr>
              <a:t>=</a:t>
            </a:r>
            <a:r>
              <a:rPr lang="en-US" altLang="zh-CN" sz="2200" b="1" i="1" dirty="0">
                <a:solidFill>
                  <a:srgbClr val="003300"/>
                </a:solidFill>
              </a:rPr>
              <a:t> </a:t>
            </a:r>
            <a:r>
              <a:rPr lang="en-US" altLang="zh-CN" sz="2200" b="1" dirty="0">
                <a:solidFill>
                  <a:srgbClr val="003300"/>
                </a:solidFill>
              </a:rPr>
              <a:t>(</a:t>
            </a:r>
            <a:r>
              <a:rPr lang="en-US" altLang="zh-CN" sz="2200" b="1" i="1" dirty="0">
                <a:solidFill>
                  <a:srgbClr val="003300"/>
                </a:solidFill>
              </a:rPr>
              <a:t>q</a:t>
            </a:r>
            <a:r>
              <a:rPr lang="en-US" altLang="zh-CN" sz="2200" b="1" baseline="-25000" dirty="0">
                <a:solidFill>
                  <a:srgbClr val="003300"/>
                </a:solidFill>
              </a:rPr>
              <a:t>1</a:t>
            </a:r>
            <a:r>
              <a:rPr lang="en-US" altLang="zh-CN" sz="2200" b="1" i="1" dirty="0">
                <a:solidFill>
                  <a:srgbClr val="003300"/>
                </a:solidFill>
              </a:rPr>
              <a:t>q</a:t>
            </a:r>
            <a:r>
              <a:rPr lang="en-US" altLang="zh-CN" sz="2200" b="1" baseline="-25000" dirty="0">
                <a:solidFill>
                  <a:srgbClr val="003300"/>
                </a:solidFill>
              </a:rPr>
              <a:t>0</a:t>
            </a:r>
            <a:r>
              <a:rPr lang="en-US" altLang="zh-CN" sz="2200" b="1" i="1" dirty="0">
                <a:solidFill>
                  <a:srgbClr val="003300"/>
                </a:solidFill>
              </a:rPr>
              <a:t>w</a:t>
            </a:r>
            <a:r>
              <a:rPr lang="en-US" altLang="zh-CN" sz="2200" b="1" dirty="0">
                <a:solidFill>
                  <a:srgbClr val="003300"/>
                </a:solidFill>
              </a:rPr>
              <a:t>)</a:t>
            </a:r>
            <a:r>
              <a:rPr lang="en-US" altLang="zh-CN" sz="2200" b="1" i="1" dirty="0">
                <a:solidFill>
                  <a:srgbClr val="003300"/>
                </a:solidFill>
              </a:rPr>
              <a:t>'</a:t>
            </a:r>
            <a:r>
              <a:rPr lang="en-US" altLang="zh-CN" sz="2200" b="1" dirty="0">
                <a:solidFill>
                  <a:srgbClr val="000000"/>
                </a:solidFill>
              </a:rPr>
              <a:t>∙</a:t>
            </a:r>
            <a:r>
              <a:rPr lang="en-US" altLang="zh-CN" sz="2200" b="1" i="1" dirty="0">
                <a:solidFill>
                  <a:srgbClr val="000000"/>
                </a:solidFill>
              </a:rPr>
              <a:t>q</a:t>
            </a:r>
            <a:r>
              <a:rPr lang="en-US" altLang="zh-CN" sz="2200" b="1" baseline="-25000" dirty="0">
                <a:solidFill>
                  <a:srgbClr val="000000"/>
                </a:solidFill>
              </a:rPr>
              <a:t>2</a:t>
            </a:r>
            <a:r>
              <a:rPr lang="en-US" altLang="zh-CN" sz="2200" b="1" i="1" dirty="0">
                <a:solidFill>
                  <a:srgbClr val="000000"/>
                </a:solidFill>
              </a:rPr>
              <a:t>+ </a:t>
            </a:r>
            <a:r>
              <a:rPr lang="en-US" altLang="zh-CN" sz="2200" b="1" dirty="0">
                <a:solidFill>
                  <a:srgbClr val="003300"/>
                </a:solidFill>
              </a:rPr>
              <a:t>(</a:t>
            </a:r>
            <a:r>
              <a:rPr lang="en-US" altLang="zh-CN" sz="2200" b="1" i="1" dirty="0">
                <a:solidFill>
                  <a:srgbClr val="003300"/>
                </a:solidFill>
              </a:rPr>
              <a:t>q</a:t>
            </a:r>
            <a:r>
              <a:rPr lang="en-US" altLang="zh-CN" sz="2200" b="1" baseline="-25000" dirty="0">
                <a:solidFill>
                  <a:srgbClr val="003300"/>
                </a:solidFill>
              </a:rPr>
              <a:t>1</a:t>
            </a:r>
            <a:r>
              <a:rPr lang="en-US" altLang="zh-CN" sz="2200" b="1" i="1" dirty="0">
                <a:solidFill>
                  <a:srgbClr val="003300"/>
                </a:solidFill>
              </a:rPr>
              <a:t>q</a:t>
            </a:r>
            <a:r>
              <a:rPr lang="en-US" altLang="zh-CN" sz="2200" b="1" baseline="-25000" dirty="0">
                <a:solidFill>
                  <a:srgbClr val="003300"/>
                </a:solidFill>
              </a:rPr>
              <a:t>0</a:t>
            </a:r>
            <a:r>
              <a:rPr lang="en-US" altLang="zh-CN" sz="2200" b="1" i="1" dirty="0">
                <a:solidFill>
                  <a:srgbClr val="003300"/>
                </a:solidFill>
              </a:rPr>
              <a:t>w</a:t>
            </a:r>
            <a:r>
              <a:rPr lang="en-US" altLang="zh-CN" sz="2200" b="1" dirty="0">
                <a:solidFill>
                  <a:srgbClr val="003300"/>
                </a:solidFill>
              </a:rPr>
              <a:t>)</a:t>
            </a:r>
            <a:r>
              <a:rPr lang="en-US" altLang="zh-CN" sz="2200" b="1" dirty="0">
                <a:solidFill>
                  <a:srgbClr val="000000"/>
                </a:solidFill>
              </a:rPr>
              <a:t>∙</a:t>
            </a:r>
            <a:r>
              <a:rPr lang="en-US" altLang="zh-CN" sz="2200" b="1" i="1" dirty="0">
                <a:solidFill>
                  <a:srgbClr val="000000"/>
                </a:solidFill>
              </a:rPr>
              <a:t>q</a:t>
            </a:r>
            <a:r>
              <a:rPr lang="en-US" altLang="zh-CN" sz="2200" b="1" i="1" dirty="0">
                <a:solidFill>
                  <a:srgbClr val="003300"/>
                </a:solidFill>
                <a:sym typeface="+mn-ea"/>
              </a:rPr>
              <a:t>'</a:t>
            </a:r>
            <a:r>
              <a:rPr lang="en-US" altLang="zh-CN" sz="2200" b="1" baseline="-25000" dirty="0">
                <a:solidFill>
                  <a:srgbClr val="000000"/>
                </a:solidFill>
              </a:rPr>
              <a:t>2 </a:t>
            </a:r>
            <a:endParaRPr lang="en-US" altLang="zh-CN" sz="2200" b="1" baseline="-25000" dirty="0">
              <a:solidFill>
                <a:srgbClr val="000000"/>
              </a:solidFill>
            </a:endParaRPr>
          </a:p>
          <a:p>
            <a:pPr marL="0" lvl="0" indent="0">
              <a:spcBef>
                <a:spcPct val="0"/>
              </a:spcBef>
              <a:buClr>
                <a:srgbClr val="007A77"/>
              </a:buClr>
            </a:pPr>
            <a:r>
              <a:rPr lang="en-US" altLang="zh-CN" sz="2200" b="1" dirty="0">
                <a:solidFill>
                  <a:srgbClr val="000000"/>
                </a:solidFill>
              </a:rPr>
              <a:t>=&gt;</a:t>
            </a:r>
            <a:r>
              <a:rPr lang="en-US" altLang="zh-CN" sz="2200" b="1" i="1" dirty="0">
                <a:solidFill>
                  <a:srgbClr val="C00000"/>
                </a:solidFill>
              </a:rPr>
              <a:t>J</a:t>
            </a:r>
            <a:r>
              <a:rPr lang="en-US" altLang="zh-CN" sz="2200" b="1" baseline="-25000" dirty="0">
                <a:solidFill>
                  <a:srgbClr val="C00000"/>
                </a:solidFill>
              </a:rPr>
              <a:t>2</a:t>
            </a:r>
            <a:r>
              <a:rPr lang="en-US" altLang="zh-CN" sz="2200" b="1" dirty="0">
                <a:solidFill>
                  <a:srgbClr val="C00000"/>
                </a:solidFill>
              </a:rPr>
              <a:t>= </a:t>
            </a:r>
            <a:r>
              <a:rPr lang="en-US" altLang="zh-CN" sz="2200" b="1" i="1" dirty="0">
                <a:solidFill>
                  <a:srgbClr val="C00000"/>
                </a:solidFill>
              </a:rPr>
              <a:t>K</a:t>
            </a:r>
            <a:r>
              <a:rPr lang="en-US" altLang="zh-CN" sz="2200" b="1" baseline="-25000" dirty="0">
                <a:solidFill>
                  <a:srgbClr val="C00000"/>
                </a:solidFill>
              </a:rPr>
              <a:t>2 </a:t>
            </a:r>
            <a:r>
              <a:rPr lang="en-US" altLang="zh-CN" sz="2200" b="1" dirty="0">
                <a:solidFill>
                  <a:srgbClr val="C00000"/>
                </a:solidFill>
              </a:rPr>
              <a:t>= </a:t>
            </a:r>
            <a:r>
              <a:rPr lang="en-US" altLang="zh-CN" sz="2200" b="1" i="1" dirty="0">
                <a:solidFill>
                  <a:srgbClr val="C00000"/>
                </a:solidFill>
              </a:rPr>
              <a:t>q</a:t>
            </a:r>
            <a:r>
              <a:rPr lang="en-US" altLang="zh-CN" sz="2200" b="1" baseline="-25000" dirty="0">
                <a:solidFill>
                  <a:srgbClr val="C00000"/>
                </a:solidFill>
              </a:rPr>
              <a:t>1</a:t>
            </a:r>
            <a:r>
              <a:rPr lang="en-US" altLang="zh-CN" sz="2200" b="1" i="1" dirty="0">
                <a:solidFill>
                  <a:srgbClr val="C00000"/>
                </a:solidFill>
              </a:rPr>
              <a:t>q</a:t>
            </a:r>
            <a:r>
              <a:rPr lang="en-US" altLang="zh-CN" sz="2200" b="1" baseline="-25000" dirty="0">
                <a:solidFill>
                  <a:srgbClr val="C00000"/>
                </a:solidFill>
              </a:rPr>
              <a:t>0</a:t>
            </a:r>
            <a:r>
              <a:rPr lang="en-US" altLang="zh-CN" sz="2200" b="1" i="1" dirty="0">
                <a:solidFill>
                  <a:srgbClr val="C00000"/>
                </a:solidFill>
              </a:rPr>
              <a:t>w</a:t>
            </a:r>
            <a:endParaRPr lang="en-US" altLang="zh-CN" sz="2200" b="1" dirty="0">
              <a:solidFill>
                <a:srgbClr val="C00000"/>
              </a:solidFill>
            </a:endParaRPr>
          </a:p>
          <a:p>
            <a:pPr marL="0" lvl="0" indent="0">
              <a:spcBef>
                <a:spcPts val="600"/>
              </a:spcBef>
              <a:buClr>
                <a:srgbClr val="007A77"/>
              </a:buClr>
            </a:pPr>
            <a:r>
              <a:rPr lang="en-US" altLang="zh-CN" sz="2200" b="1" i="1" dirty="0">
                <a:solidFill>
                  <a:srgbClr val="000000"/>
                </a:solidFill>
              </a:rPr>
              <a:t>Q</a:t>
            </a:r>
            <a:r>
              <a:rPr lang="en-US" altLang="zh-CN" sz="2200" b="1" baseline="-25000" dirty="0">
                <a:solidFill>
                  <a:srgbClr val="000000"/>
                </a:solidFill>
              </a:rPr>
              <a:t>1 </a:t>
            </a:r>
            <a:r>
              <a:rPr lang="en-US" altLang="zh-CN" sz="2200" b="1" dirty="0">
                <a:solidFill>
                  <a:srgbClr val="000000"/>
                </a:solidFill>
                <a:latin typeface="宋体" panose="02010600030101010101" pitchFamily="2" charset="-122"/>
              </a:rPr>
              <a:t>=</a:t>
            </a:r>
            <a:r>
              <a:rPr lang="en-US" altLang="zh-CN" sz="2200" b="1" i="1" dirty="0">
                <a:solidFill>
                  <a:srgbClr val="003300"/>
                </a:solidFill>
              </a:rPr>
              <a:t> wq'</a:t>
            </a:r>
            <a:r>
              <a:rPr lang="en-US" altLang="zh-CN" sz="2200" b="1" baseline="-25000" dirty="0">
                <a:solidFill>
                  <a:srgbClr val="003300"/>
                </a:solidFill>
              </a:rPr>
              <a:t>1</a:t>
            </a:r>
            <a:r>
              <a:rPr lang="en-US" altLang="zh-CN" sz="2200" b="1" i="1" dirty="0">
                <a:solidFill>
                  <a:srgbClr val="003300"/>
                </a:solidFill>
              </a:rPr>
              <a:t>q</a:t>
            </a:r>
            <a:r>
              <a:rPr lang="en-US" altLang="zh-CN" sz="2200" b="1" baseline="-25000" dirty="0">
                <a:solidFill>
                  <a:srgbClr val="003300"/>
                </a:solidFill>
              </a:rPr>
              <a:t>0</a:t>
            </a:r>
            <a:r>
              <a:rPr lang="en-US" altLang="zh-CN" sz="2200" b="1" i="1" dirty="0">
                <a:solidFill>
                  <a:srgbClr val="003300"/>
                </a:solidFill>
              </a:rPr>
              <a:t>+w'q</a:t>
            </a:r>
            <a:r>
              <a:rPr lang="en-US" altLang="zh-CN" sz="2200" b="1" baseline="-25000" dirty="0">
                <a:solidFill>
                  <a:srgbClr val="003300"/>
                </a:solidFill>
              </a:rPr>
              <a:t>1</a:t>
            </a:r>
            <a:r>
              <a:rPr lang="en-US" altLang="zh-CN" sz="2200" b="1" i="1" dirty="0">
                <a:solidFill>
                  <a:srgbClr val="003300"/>
                </a:solidFill>
              </a:rPr>
              <a:t>+q</a:t>
            </a:r>
            <a:r>
              <a:rPr lang="en-US" altLang="zh-CN" sz="2200" b="1" baseline="-25000" dirty="0">
                <a:solidFill>
                  <a:srgbClr val="003300"/>
                </a:solidFill>
              </a:rPr>
              <a:t>1</a:t>
            </a:r>
            <a:r>
              <a:rPr lang="en-US" altLang="zh-CN" sz="2200" b="1" i="1" dirty="0">
                <a:solidFill>
                  <a:srgbClr val="003300"/>
                </a:solidFill>
              </a:rPr>
              <a:t>q'</a:t>
            </a:r>
            <a:r>
              <a:rPr lang="en-US" altLang="zh-CN" sz="2200" b="1" baseline="-25000" dirty="0">
                <a:solidFill>
                  <a:srgbClr val="003300"/>
                </a:solidFill>
              </a:rPr>
              <a:t>0</a:t>
            </a:r>
            <a:endParaRPr lang="en-US" altLang="zh-CN" sz="2200" b="1" baseline="-25000" dirty="0">
              <a:solidFill>
                <a:srgbClr val="003300"/>
              </a:solidFill>
            </a:endParaRPr>
          </a:p>
          <a:p>
            <a:pPr marL="0" lvl="0" indent="0">
              <a:spcBef>
                <a:spcPct val="0"/>
              </a:spcBef>
              <a:buClr>
                <a:srgbClr val="007A77"/>
              </a:buClr>
            </a:pPr>
            <a:r>
              <a:rPr lang="en-US" altLang="zh-CN" sz="2200" b="1" dirty="0">
                <a:solidFill>
                  <a:srgbClr val="000000"/>
                </a:solidFill>
              </a:rPr>
              <a:t>= </a:t>
            </a:r>
            <a:r>
              <a:rPr lang="en-US" altLang="zh-CN" sz="2200" b="1" i="1" dirty="0">
                <a:solidFill>
                  <a:srgbClr val="003300"/>
                </a:solidFill>
              </a:rPr>
              <a:t>wq</a:t>
            </a:r>
            <a:r>
              <a:rPr lang="en-US" altLang="zh-CN" sz="2200" b="1" baseline="-25000" dirty="0">
                <a:solidFill>
                  <a:srgbClr val="003300"/>
                </a:solidFill>
              </a:rPr>
              <a:t>0</a:t>
            </a:r>
            <a:r>
              <a:rPr lang="en-US" altLang="zh-CN" sz="2200" b="1" dirty="0">
                <a:solidFill>
                  <a:srgbClr val="000000"/>
                </a:solidFill>
              </a:rPr>
              <a:t>∙</a:t>
            </a:r>
            <a:r>
              <a:rPr lang="en-US" altLang="zh-CN" sz="2200" b="1" i="1" dirty="0">
                <a:solidFill>
                  <a:srgbClr val="003300"/>
                </a:solidFill>
              </a:rPr>
              <a:t>q'</a:t>
            </a:r>
            <a:r>
              <a:rPr lang="en-US" altLang="zh-CN" sz="2200" b="1" baseline="-25000" dirty="0">
                <a:solidFill>
                  <a:srgbClr val="003300"/>
                </a:solidFill>
              </a:rPr>
              <a:t>1</a:t>
            </a:r>
            <a:r>
              <a:rPr lang="en-US" altLang="zh-CN" sz="2200" b="1" i="1" dirty="0">
                <a:solidFill>
                  <a:srgbClr val="003300"/>
                </a:solidFill>
              </a:rPr>
              <a:t>+</a:t>
            </a:r>
            <a:r>
              <a:rPr lang="en-US" altLang="zh-CN" sz="2200" b="1" dirty="0">
                <a:solidFill>
                  <a:srgbClr val="003300"/>
                </a:solidFill>
              </a:rPr>
              <a:t>(</a:t>
            </a:r>
            <a:r>
              <a:rPr lang="en-US" altLang="zh-CN" sz="2200" b="1" i="1" dirty="0">
                <a:solidFill>
                  <a:srgbClr val="003300"/>
                </a:solidFill>
              </a:rPr>
              <a:t>wq</a:t>
            </a:r>
            <a:r>
              <a:rPr lang="en-US" altLang="zh-CN" sz="2200" b="1" baseline="-25000" dirty="0">
                <a:solidFill>
                  <a:srgbClr val="003300"/>
                </a:solidFill>
              </a:rPr>
              <a:t>0</a:t>
            </a:r>
            <a:r>
              <a:rPr lang="en-US" altLang="zh-CN" sz="2200" b="1" dirty="0">
                <a:solidFill>
                  <a:srgbClr val="003300"/>
                </a:solidFill>
              </a:rPr>
              <a:t>)</a:t>
            </a:r>
            <a:r>
              <a:rPr lang="en-US" altLang="zh-CN" sz="2200" b="1" i="1" dirty="0">
                <a:solidFill>
                  <a:srgbClr val="003300"/>
                </a:solidFill>
              </a:rPr>
              <a:t>'</a:t>
            </a:r>
            <a:r>
              <a:rPr lang="en-US" altLang="zh-CN" sz="2200" b="1" dirty="0">
                <a:solidFill>
                  <a:srgbClr val="000000"/>
                </a:solidFill>
              </a:rPr>
              <a:t>∙ </a:t>
            </a:r>
            <a:r>
              <a:rPr lang="en-US" altLang="zh-CN" sz="2200" b="1" i="1" dirty="0">
                <a:solidFill>
                  <a:srgbClr val="003300"/>
                </a:solidFill>
              </a:rPr>
              <a:t>q</a:t>
            </a:r>
            <a:r>
              <a:rPr lang="en-US" altLang="zh-CN" sz="2200" b="1" baseline="-25000" dirty="0">
                <a:solidFill>
                  <a:srgbClr val="003300"/>
                </a:solidFill>
              </a:rPr>
              <a:t>1</a:t>
            </a:r>
            <a:endParaRPr lang="en-US" altLang="zh-CN" sz="2200" b="1" baseline="-25000" dirty="0">
              <a:solidFill>
                <a:srgbClr val="003300"/>
              </a:solidFill>
            </a:endParaRPr>
          </a:p>
          <a:p>
            <a:pPr marL="0" lvl="0" indent="0">
              <a:spcBef>
                <a:spcPct val="0"/>
              </a:spcBef>
              <a:buClr>
                <a:srgbClr val="007A77"/>
              </a:buClr>
            </a:pPr>
            <a:r>
              <a:rPr lang="en-US" altLang="zh-CN" sz="2200" b="1" dirty="0">
                <a:solidFill>
                  <a:srgbClr val="000000"/>
                </a:solidFill>
              </a:rPr>
              <a:t>=&gt;</a:t>
            </a:r>
            <a:r>
              <a:rPr lang="en-US" altLang="zh-CN" sz="2200" b="1" i="1" dirty="0">
                <a:solidFill>
                  <a:srgbClr val="C00000"/>
                </a:solidFill>
              </a:rPr>
              <a:t>J</a:t>
            </a:r>
            <a:r>
              <a:rPr lang="en-US" altLang="zh-CN" sz="2200" b="1" baseline="-25000" dirty="0">
                <a:solidFill>
                  <a:srgbClr val="C00000"/>
                </a:solidFill>
              </a:rPr>
              <a:t>1</a:t>
            </a:r>
            <a:r>
              <a:rPr lang="en-US" altLang="zh-CN" sz="2200" b="1" dirty="0">
                <a:solidFill>
                  <a:srgbClr val="C00000"/>
                </a:solidFill>
              </a:rPr>
              <a:t>=</a:t>
            </a:r>
            <a:r>
              <a:rPr lang="en-US" altLang="zh-CN" sz="2200" b="1" i="1" dirty="0">
                <a:solidFill>
                  <a:srgbClr val="C00000"/>
                </a:solidFill>
              </a:rPr>
              <a:t>K</a:t>
            </a:r>
            <a:r>
              <a:rPr lang="en-US" altLang="zh-CN" sz="2200" b="1" baseline="-25000" dirty="0">
                <a:solidFill>
                  <a:srgbClr val="C00000"/>
                </a:solidFill>
              </a:rPr>
              <a:t>1</a:t>
            </a:r>
            <a:r>
              <a:rPr lang="en-US" altLang="zh-CN" sz="2200" b="1" dirty="0">
                <a:solidFill>
                  <a:srgbClr val="C00000"/>
                </a:solidFill>
              </a:rPr>
              <a:t>=</a:t>
            </a:r>
            <a:r>
              <a:rPr lang="en-US" altLang="zh-CN" sz="2200" b="1" i="1" dirty="0">
                <a:solidFill>
                  <a:srgbClr val="C00000"/>
                </a:solidFill>
              </a:rPr>
              <a:t>wq</a:t>
            </a:r>
            <a:r>
              <a:rPr lang="en-US" altLang="zh-CN" sz="2200" b="1" baseline="-25000" dirty="0">
                <a:solidFill>
                  <a:srgbClr val="C00000"/>
                </a:solidFill>
              </a:rPr>
              <a:t>0</a:t>
            </a:r>
            <a:endParaRPr lang="en-US" altLang="zh-CN" sz="2200" b="1" baseline="-25000" dirty="0">
              <a:solidFill>
                <a:srgbClr val="C00000"/>
              </a:solidFill>
            </a:endParaRPr>
          </a:p>
          <a:p>
            <a:pPr marL="0" lvl="0" indent="0">
              <a:spcBef>
                <a:spcPts val="600"/>
              </a:spcBef>
              <a:buClr>
                <a:srgbClr val="007A77"/>
              </a:buClr>
            </a:pPr>
            <a:r>
              <a:rPr lang="en-US" altLang="zh-CN" sz="2200" b="1" i="1" dirty="0">
                <a:solidFill>
                  <a:srgbClr val="003300"/>
                </a:solidFill>
              </a:rPr>
              <a:t>Q</a:t>
            </a:r>
            <a:r>
              <a:rPr lang="en-US" altLang="zh-CN" sz="2200" b="1" baseline="-25000" dirty="0">
                <a:solidFill>
                  <a:srgbClr val="003300"/>
                </a:solidFill>
              </a:rPr>
              <a:t>0</a:t>
            </a:r>
            <a:r>
              <a:rPr lang="en-US" altLang="zh-CN" sz="2200" b="1" i="1" dirty="0">
                <a:solidFill>
                  <a:srgbClr val="003300"/>
                </a:solidFill>
              </a:rPr>
              <a:t>= q</a:t>
            </a:r>
            <a:r>
              <a:rPr lang="en-US" altLang="zh-CN" sz="2200" b="1" baseline="-25000" dirty="0">
                <a:solidFill>
                  <a:srgbClr val="003300"/>
                </a:solidFill>
              </a:rPr>
              <a:t>0</a:t>
            </a:r>
            <a:r>
              <a:rPr lang="en-US" altLang="zh-CN" sz="2200" b="1" i="1" dirty="0">
                <a:solidFill>
                  <a:srgbClr val="003300"/>
                </a:solidFill>
              </a:rPr>
              <a:t>w' +q'</a:t>
            </a:r>
            <a:r>
              <a:rPr lang="en-US" altLang="zh-CN" sz="2200" b="1" baseline="-25000" dirty="0">
                <a:solidFill>
                  <a:srgbClr val="003300"/>
                </a:solidFill>
              </a:rPr>
              <a:t>0</a:t>
            </a:r>
            <a:r>
              <a:rPr lang="en-US" altLang="zh-CN" sz="2200" b="1" i="1" dirty="0">
                <a:solidFill>
                  <a:srgbClr val="003300"/>
                </a:solidFill>
              </a:rPr>
              <a:t>w</a:t>
            </a:r>
            <a:endParaRPr lang="en-US" altLang="zh-CN" sz="2200" b="1" i="1" dirty="0">
              <a:solidFill>
                <a:srgbClr val="003300"/>
              </a:solidFill>
            </a:endParaRPr>
          </a:p>
          <a:p>
            <a:pPr marL="0" lvl="0" indent="0">
              <a:spcBef>
                <a:spcPct val="0"/>
              </a:spcBef>
              <a:buClr>
                <a:srgbClr val="007A77"/>
              </a:buClr>
            </a:pPr>
            <a:r>
              <a:rPr lang="en-US" altLang="zh-CN" sz="2200" b="1" dirty="0">
                <a:solidFill>
                  <a:srgbClr val="000000"/>
                </a:solidFill>
              </a:rPr>
              <a:t> =&gt;</a:t>
            </a:r>
            <a:r>
              <a:rPr lang="en-US" altLang="zh-CN" sz="2200" b="1" i="1" dirty="0">
                <a:solidFill>
                  <a:srgbClr val="C00000"/>
                </a:solidFill>
              </a:rPr>
              <a:t>J</a:t>
            </a:r>
            <a:r>
              <a:rPr lang="en-US" altLang="zh-CN" sz="2200" b="1" baseline="-25000" dirty="0">
                <a:solidFill>
                  <a:srgbClr val="C00000"/>
                </a:solidFill>
              </a:rPr>
              <a:t>0</a:t>
            </a:r>
            <a:r>
              <a:rPr lang="en-US" altLang="zh-CN" sz="2200" b="1" dirty="0">
                <a:solidFill>
                  <a:srgbClr val="C00000"/>
                </a:solidFill>
              </a:rPr>
              <a:t>=</a:t>
            </a:r>
            <a:r>
              <a:rPr lang="en-US" altLang="zh-CN" sz="2200" b="1" i="1" dirty="0">
                <a:solidFill>
                  <a:srgbClr val="C00000"/>
                </a:solidFill>
              </a:rPr>
              <a:t>K</a:t>
            </a:r>
            <a:r>
              <a:rPr lang="en-US" altLang="zh-CN" sz="2200" b="1" baseline="-25000" dirty="0">
                <a:solidFill>
                  <a:srgbClr val="C00000"/>
                </a:solidFill>
              </a:rPr>
              <a:t>0</a:t>
            </a:r>
            <a:r>
              <a:rPr lang="en-US" altLang="zh-CN" sz="2200" b="1" dirty="0">
                <a:solidFill>
                  <a:srgbClr val="C00000"/>
                </a:solidFill>
              </a:rPr>
              <a:t>=</a:t>
            </a:r>
            <a:r>
              <a:rPr lang="en-US" altLang="zh-CN" sz="2200" b="1" i="1" dirty="0">
                <a:solidFill>
                  <a:srgbClr val="C00000"/>
                </a:solidFill>
              </a:rPr>
              <a:t>w</a:t>
            </a:r>
            <a:endParaRPr lang="en-US" altLang="zh-CN" sz="2200" b="1" i="1" dirty="0">
              <a:solidFill>
                <a:srgbClr val="C00000"/>
              </a:solidFill>
            </a:endParaRPr>
          </a:p>
          <a:p>
            <a:pPr marL="0" lvl="0" indent="0">
              <a:spcBef>
                <a:spcPts val="600"/>
              </a:spcBef>
              <a:buClr>
                <a:srgbClr val="007A77"/>
              </a:buClr>
            </a:pPr>
            <a:r>
              <a:rPr lang="en-US" altLang="zh-CN" sz="2200" b="1" i="1" dirty="0">
                <a:solidFill>
                  <a:srgbClr val="C00000"/>
                </a:solidFill>
              </a:rPr>
              <a:t>Y</a:t>
            </a:r>
            <a:r>
              <a:rPr lang="en-US" altLang="zh-CN" sz="2200" b="1" dirty="0">
                <a:solidFill>
                  <a:srgbClr val="C00000"/>
                </a:solidFill>
              </a:rPr>
              <a:t>=</a:t>
            </a:r>
            <a:r>
              <a:rPr lang="en-US" altLang="zh-CN" sz="2200" b="1" i="1" dirty="0">
                <a:solidFill>
                  <a:srgbClr val="C00000"/>
                </a:solidFill>
              </a:rPr>
              <a:t>wq</a:t>
            </a:r>
            <a:r>
              <a:rPr lang="en-US" altLang="zh-CN" sz="2200" b="1" baseline="-25000" dirty="0">
                <a:solidFill>
                  <a:srgbClr val="C00000"/>
                </a:solidFill>
              </a:rPr>
              <a:t>2</a:t>
            </a:r>
            <a:r>
              <a:rPr lang="en-US" altLang="zh-CN" sz="2200" b="1" i="1" dirty="0">
                <a:solidFill>
                  <a:srgbClr val="C00000"/>
                </a:solidFill>
              </a:rPr>
              <a:t>q</a:t>
            </a:r>
            <a:r>
              <a:rPr lang="en-US" altLang="zh-CN" sz="2200" b="1" baseline="-25000" dirty="0">
                <a:solidFill>
                  <a:srgbClr val="C00000"/>
                </a:solidFill>
              </a:rPr>
              <a:t>1</a:t>
            </a:r>
            <a:r>
              <a:rPr lang="en-US" altLang="zh-CN" sz="2200" b="1" i="1" dirty="0">
                <a:solidFill>
                  <a:srgbClr val="C00000"/>
                </a:solidFill>
              </a:rPr>
              <a:t>q</a:t>
            </a:r>
            <a:r>
              <a:rPr lang="en-US" altLang="zh-CN" sz="2200" b="1" baseline="-25000" dirty="0">
                <a:solidFill>
                  <a:srgbClr val="C00000"/>
                </a:solidFill>
              </a:rPr>
              <a:t>0</a:t>
            </a:r>
            <a:endParaRPr lang="en-US" altLang="zh-CN" sz="2200" b="1" i="1" dirty="0">
              <a:solidFill>
                <a:srgbClr val="C00000"/>
              </a:solidFill>
              <a:ea typeface="Times New Roman" panose="02020603050405020304" pitchFamily="18" charset="0"/>
            </a:endParaRPr>
          </a:p>
        </p:txBody>
      </p:sp>
      <p:sp>
        <p:nvSpPr>
          <p:cNvPr id="204804" name="标题 2"/>
          <p:cNvSpPr>
            <a:spLocks noGrp="1" noRot="1"/>
          </p:cNvSpPr>
          <p:nvPr>
            <p:ph type="title"/>
          </p:nvPr>
        </p:nvSpPr>
        <p:spPr>
          <a:xfrm>
            <a:off x="498475" y="417513"/>
            <a:ext cx="6746875" cy="725487"/>
          </a:xfrm>
        </p:spPr>
        <p:txBody>
          <a:bodyPr vert="horz" wrap="square" lIns="91440" tIns="45720" rIns="91440" bIns="45720" anchor="ctr" anchorCtr="0"/>
          <a:p>
            <a:r>
              <a:rPr lang="en-US" altLang="zh-CN" sz="2800" dirty="0">
                <a:solidFill>
                  <a:srgbClr val="FF0000"/>
                </a:solidFill>
                <a:ea typeface="楷体_GB2312" charset="-122"/>
              </a:rPr>
              <a:t>6.9 </a:t>
            </a:r>
            <a:r>
              <a:rPr lang="zh-CN" altLang="en-US" sz="2800" dirty="0">
                <a:solidFill>
                  <a:srgbClr val="FF0000"/>
                </a:solidFill>
                <a:ea typeface="楷体_GB2312" charset="-122"/>
              </a:rPr>
              <a:t>同步计数器设计</a:t>
            </a:r>
            <a:endParaRPr lang="zh-CN" altLang="en-US" sz="2800" dirty="0">
              <a:solidFill>
                <a:srgbClr val="FF0000"/>
              </a:solidFill>
              <a:ea typeface="楷体_GB2312" charset="-122"/>
            </a:endParaRPr>
          </a:p>
        </p:txBody>
      </p:sp>
      <p:grpSp>
        <p:nvGrpSpPr>
          <p:cNvPr id="204805" name="组合 5"/>
          <p:cNvGrpSpPr/>
          <p:nvPr/>
        </p:nvGrpSpPr>
        <p:grpSpPr>
          <a:xfrm>
            <a:off x="4137025" y="1974850"/>
            <a:ext cx="4930775" cy="4354513"/>
            <a:chOff x="1010205" y="2279730"/>
            <a:chExt cx="4929581" cy="4353639"/>
          </a:xfrm>
        </p:grpSpPr>
        <p:pic>
          <p:nvPicPr>
            <p:cNvPr id="204807" name="图片 1"/>
            <p:cNvPicPr>
              <a:picLocks noChangeAspect="1"/>
            </p:cNvPicPr>
            <p:nvPr/>
          </p:nvPicPr>
          <p:blipFill>
            <a:blip r:embed="rId1"/>
            <a:stretch>
              <a:fillRect/>
            </a:stretch>
          </p:blipFill>
          <p:spPr>
            <a:xfrm>
              <a:off x="1010205" y="2393156"/>
              <a:ext cx="4822825" cy="4240213"/>
            </a:xfrm>
            <a:prstGeom prst="rect">
              <a:avLst/>
            </a:prstGeom>
            <a:noFill/>
            <a:ln w="9525">
              <a:noFill/>
            </a:ln>
          </p:spPr>
        </p:pic>
        <p:cxnSp>
          <p:nvCxnSpPr>
            <p:cNvPr id="204808" name="直接连接符 7"/>
            <p:cNvCxnSpPr/>
            <p:nvPr/>
          </p:nvCxnSpPr>
          <p:spPr>
            <a:xfrm>
              <a:off x="1845945" y="2284798"/>
              <a:ext cx="2988000" cy="0"/>
            </a:xfrm>
            <a:prstGeom prst="line">
              <a:avLst/>
            </a:prstGeom>
            <a:ln w="15875" cap="flat" cmpd="sng">
              <a:solidFill>
                <a:srgbClr val="000000"/>
              </a:solidFill>
              <a:prstDash val="solid"/>
              <a:headEnd type="none" w="med" len="med"/>
              <a:tailEnd type="none" w="med" len="med"/>
            </a:ln>
          </p:spPr>
        </p:cxnSp>
        <p:cxnSp>
          <p:nvCxnSpPr>
            <p:cNvPr id="204809" name="直接连接符 8"/>
            <p:cNvCxnSpPr/>
            <p:nvPr/>
          </p:nvCxnSpPr>
          <p:spPr>
            <a:xfrm flipV="1">
              <a:off x="1851623" y="2281635"/>
              <a:ext cx="0" cy="363985"/>
            </a:xfrm>
            <a:prstGeom prst="line">
              <a:avLst/>
            </a:prstGeom>
            <a:ln w="15875" cap="flat" cmpd="sng">
              <a:solidFill>
                <a:srgbClr val="000000"/>
              </a:solidFill>
              <a:prstDash val="solid"/>
              <a:headEnd type="none" w="med" len="med"/>
              <a:tailEnd type="none" w="med" len="med"/>
            </a:ln>
          </p:spPr>
        </p:cxnSp>
        <p:cxnSp>
          <p:nvCxnSpPr>
            <p:cNvPr id="204810" name="直接连接符 9"/>
            <p:cNvCxnSpPr/>
            <p:nvPr/>
          </p:nvCxnSpPr>
          <p:spPr>
            <a:xfrm>
              <a:off x="4831080" y="2279730"/>
              <a:ext cx="0" cy="288000"/>
            </a:xfrm>
            <a:prstGeom prst="line">
              <a:avLst/>
            </a:prstGeom>
            <a:ln w="15875" cap="flat" cmpd="sng">
              <a:solidFill>
                <a:srgbClr val="000000"/>
              </a:solidFill>
              <a:prstDash val="solid"/>
              <a:headEnd type="none" w="med" len="med"/>
              <a:tailEnd type="none" w="med" len="med"/>
            </a:ln>
          </p:spPr>
        </p:cxnSp>
        <p:cxnSp>
          <p:nvCxnSpPr>
            <p:cNvPr id="204811" name="直接连接符 10"/>
            <p:cNvCxnSpPr/>
            <p:nvPr/>
          </p:nvCxnSpPr>
          <p:spPr>
            <a:xfrm flipH="1">
              <a:off x="4829175" y="2560110"/>
              <a:ext cx="108000" cy="0"/>
            </a:xfrm>
            <a:prstGeom prst="line">
              <a:avLst/>
            </a:prstGeom>
            <a:ln w="15875" cap="flat" cmpd="sng">
              <a:solidFill>
                <a:srgbClr val="000000"/>
              </a:solidFill>
              <a:prstDash val="solid"/>
              <a:headEnd type="none" w="med" len="med"/>
              <a:tailEnd type="none" w="med" len="med"/>
            </a:ln>
          </p:spPr>
        </p:cxnSp>
        <p:pic>
          <p:nvPicPr>
            <p:cNvPr id="204812" name="图片 11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4935269" y="2502854"/>
              <a:ext cx="1004517" cy="442192"/>
            </a:xfrm>
            <a:prstGeom prst="rect">
              <a:avLst/>
            </a:prstGeom>
            <a:noFill/>
            <a:ln w="9525">
              <a:noFill/>
            </a:ln>
          </p:spPr>
        </p:pic>
      </p:grpSp>
      <p:sp>
        <p:nvSpPr>
          <p:cNvPr id="204806" name="灯片编号占位符 1"/>
          <p:cNvSpPr txBox="1">
            <a:spLocks noGrp="1"/>
          </p:cNvSpPr>
          <p:nvPr>
            <p:ph type="sldNum" sz="quarter" idx="11"/>
          </p:nvPr>
        </p:nvSpPr>
        <p:spPr>
          <a:xfrm>
            <a:off x="8388350" y="6453188"/>
            <a:ext cx="720725" cy="360362"/>
          </a:xfrm>
          <a:noFill/>
          <a:ln>
            <a:noFill/>
          </a:ln>
        </p:spPr>
        <p:txBody>
          <a:bodyPr/>
          <a:p>
            <a:pPr marL="0" indent="0" algn="ctr" eaLnBrk="1" hangingPunct="1">
              <a:lnSpc>
                <a:spcPct val="100000"/>
              </a:lnSpc>
              <a:spcBef>
                <a:spcPct val="0"/>
              </a:spcBef>
            </a:pPr>
            <a:fld id="{9A0DB2DC-4C9A-4742-B13C-FB6460FD3503}" type="slidenum">
              <a:rPr lang="en-US" altLang="zh-CN" sz="1600" dirty="0">
                <a:solidFill>
                  <a:srgbClr val="000000"/>
                </a:solidFill>
                <a:ea typeface="楷体_GB2312" charset="-122"/>
              </a:rPr>
            </a:fld>
            <a:endParaRPr lang="en-US" altLang="zh-CN" sz="1600" dirty="0">
              <a:solidFill>
                <a:srgbClr val="000000"/>
              </a:solidFill>
              <a:ea typeface="楷体_GB2312" charset="-122"/>
            </a:endParaRPr>
          </a:p>
        </p:txBody>
      </p:sp>
    </p:spTree>
  </p:cSld>
  <p:clrMapOvr>
    <a:masterClrMapping/>
  </p:clrMapOvr>
  <p:transition spd="slow">
    <p:randomBar dir="vert"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05826" name="灯片编号占位符 3"/>
          <p:cNvSpPr txBox="1">
            <a:spLocks noGrp="1"/>
          </p:cNvSpPr>
          <p:nvPr>
            <p:ph type="sldNum" sz="quarter" idx="11"/>
          </p:nvPr>
        </p:nvSpPr>
        <p:spPr>
          <a:xfrm>
            <a:off x="8388350" y="6453188"/>
            <a:ext cx="720725" cy="360362"/>
          </a:xfrm>
          <a:noFill/>
          <a:ln>
            <a:noFill/>
          </a:ln>
        </p:spPr>
        <p:txBody>
          <a:bodyPr/>
          <a:p>
            <a:pPr marL="0" indent="0" algn="ctr" eaLnBrk="1" hangingPunct="1">
              <a:lnSpc>
                <a:spcPct val="100000"/>
              </a:lnSpc>
              <a:spcBef>
                <a:spcPct val="0"/>
              </a:spcBef>
            </a:pPr>
            <a:fld id="{9A0DB2DC-4C9A-4742-B13C-FB6460FD3503}" type="slidenum">
              <a:rPr lang="en-US" altLang="zh-CN" sz="1600" dirty="0">
                <a:solidFill>
                  <a:srgbClr val="000000"/>
                </a:solidFill>
                <a:ea typeface="楷体_GB2312" charset="-122"/>
              </a:rPr>
            </a:fld>
            <a:endParaRPr lang="en-US" altLang="zh-CN" sz="1600" dirty="0">
              <a:solidFill>
                <a:srgbClr val="000000"/>
              </a:solidFill>
              <a:ea typeface="楷体_GB2312" charset="-122"/>
            </a:endParaRPr>
          </a:p>
        </p:txBody>
      </p:sp>
      <p:sp>
        <p:nvSpPr>
          <p:cNvPr id="205827" name="标题 2"/>
          <p:cNvSpPr>
            <a:spLocks noGrp="1" noRot="1"/>
          </p:cNvSpPr>
          <p:nvPr>
            <p:ph type="title"/>
          </p:nvPr>
        </p:nvSpPr>
        <p:spPr>
          <a:xfrm>
            <a:off x="498475" y="417513"/>
            <a:ext cx="6746875" cy="725487"/>
          </a:xfrm>
        </p:spPr>
        <p:txBody>
          <a:bodyPr vert="horz" wrap="square" lIns="91440" tIns="45720" rIns="91440" bIns="45720" anchor="ctr" anchorCtr="0"/>
          <a:p>
            <a:r>
              <a:rPr lang="en-US" altLang="zh-CN" sz="2800" dirty="0">
                <a:solidFill>
                  <a:srgbClr val="FF0000"/>
                </a:solidFill>
                <a:ea typeface="楷体_GB2312" charset="-122"/>
              </a:rPr>
              <a:t>6.9 </a:t>
            </a:r>
            <a:r>
              <a:rPr lang="zh-CN" altLang="en-US" sz="2800" dirty="0">
                <a:solidFill>
                  <a:srgbClr val="FF0000"/>
                </a:solidFill>
                <a:ea typeface="楷体_GB2312" charset="-122"/>
              </a:rPr>
              <a:t>同步计数器设计</a:t>
            </a:r>
            <a:endParaRPr lang="zh-CN" altLang="en-US" sz="2800" dirty="0">
              <a:solidFill>
                <a:srgbClr val="FF0000"/>
              </a:solidFill>
              <a:ea typeface="楷体_GB2312" charset="-122"/>
            </a:endParaRPr>
          </a:p>
        </p:txBody>
      </p:sp>
      <p:sp>
        <p:nvSpPr>
          <p:cNvPr id="205828" name="TextBox 1"/>
          <p:cNvSpPr txBox="1"/>
          <p:nvPr/>
        </p:nvSpPr>
        <p:spPr>
          <a:xfrm>
            <a:off x="630238" y="1698625"/>
            <a:ext cx="3900487" cy="3074988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lnSpc>
                <a:spcPct val="130000"/>
              </a:lnSpc>
              <a:spcBef>
                <a:spcPct val="20000"/>
              </a:spcBef>
              <a:spcAft>
                <a:spcPct val="0"/>
              </a:spcAft>
              <a:defRPr sz="2400">
                <a:solidFill>
                  <a:srgbClr val="0000FF"/>
                </a:solidFill>
                <a:latin typeface="Times New Roman" panose="02020603050405020304" pitchFamily="18" charset="0"/>
                <a:ea typeface="+mn-ea"/>
                <a:cs typeface="+mn-cs"/>
              </a:defRPr>
            </a:lvl1pPr>
            <a:lvl2pPr marL="742950" indent="-285750" algn="l" rtl="0" eaLnBrk="0" fontAlgn="base" hangingPunct="0">
              <a:lnSpc>
                <a:spcPct val="130000"/>
              </a:lnSpc>
              <a:spcBef>
                <a:spcPct val="20000"/>
              </a:spcBef>
              <a:spcAft>
                <a:spcPct val="0"/>
              </a:spcAft>
              <a:buClr>
                <a:srgbClr val="0000CC"/>
              </a:buClr>
              <a:buSzPct val="80000"/>
              <a:buFont typeface="Wingdings" panose="05000000000000000000" pitchFamily="2" charset="2"/>
              <a:buChar char="o"/>
              <a:defRPr sz="3000" b="1">
                <a:solidFill>
                  <a:srgbClr val="0000FF"/>
                </a:solidFill>
                <a:latin typeface="Arial Narrow" panose="020B0606020202030204" pitchFamily="34" charset="0"/>
                <a:ea typeface="楷体_GB2312" charset="-122"/>
                <a:cs typeface="楷体_GB2312" charset="-122"/>
              </a:defRPr>
            </a:lvl2pPr>
            <a:lvl3pPr marL="1143000" indent="-228600" algn="l" rtl="0" eaLnBrk="0" fontAlgn="base" hangingPunct="0">
              <a:lnSpc>
                <a:spcPct val="130000"/>
              </a:lnSpc>
              <a:spcBef>
                <a:spcPct val="20000"/>
              </a:spcBef>
              <a:spcAft>
                <a:spcPct val="0"/>
              </a:spcAft>
              <a:buClr>
                <a:srgbClr val="0000CC"/>
              </a:buClr>
              <a:buSzPct val="80000"/>
              <a:buFont typeface="Wingdings" panose="05000000000000000000" pitchFamily="2" charset="2"/>
              <a:buChar char="n"/>
              <a:defRPr sz="3000" b="1">
                <a:solidFill>
                  <a:srgbClr val="0000FF"/>
                </a:solidFill>
                <a:latin typeface="Arial Narrow" panose="020B0606020202030204" pitchFamily="34" charset="0"/>
                <a:ea typeface="楷体_GB2312" charset="-122"/>
                <a:cs typeface="楷体_GB2312" charset="-122"/>
              </a:defRPr>
            </a:lvl3pPr>
            <a:lvl4pPr marL="1600200" indent="-228600" algn="l" rtl="0" eaLnBrk="0" fontAlgn="base" hangingPunct="0">
              <a:lnSpc>
                <a:spcPct val="130000"/>
              </a:lnSpc>
              <a:spcBef>
                <a:spcPct val="20000"/>
              </a:spcBef>
              <a:spcAft>
                <a:spcPct val="0"/>
              </a:spcAft>
              <a:buClr>
                <a:srgbClr val="0000CC"/>
              </a:buClr>
              <a:buSzPct val="80000"/>
              <a:buFont typeface="Wingdings" panose="05000000000000000000" pitchFamily="2" charset="2"/>
              <a:buChar char="o"/>
              <a:defRPr sz="2800" b="1">
                <a:solidFill>
                  <a:srgbClr val="0000FF"/>
                </a:solidFill>
                <a:latin typeface="Arial Narrow" panose="020B0606020202030204" pitchFamily="34" charset="0"/>
                <a:ea typeface="楷体_GB2312" charset="-122"/>
                <a:cs typeface="楷体_GB2312" charset="-122"/>
              </a:defRPr>
            </a:lvl4pPr>
            <a:lvl5pPr marL="2057400" indent="-228600" algn="l" rtl="0" eaLnBrk="0" fontAlgn="base" hangingPunct="0">
              <a:lnSpc>
                <a:spcPct val="130000"/>
              </a:lnSpc>
              <a:spcBef>
                <a:spcPct val="20000"/>
              </a:spcBef>
              <a:spcAft>
                <a:spcPct val="0"/>
              </a:spcAft>
              <a:buClr>
                <a:srgbClr val="0000CC"/>
              </a:buClr>
              <a:buSzPct val="80000"/>
              <a:buFont typeface="Wingdings" panose="05000000000000000000" pitchFamily="2" charset="2"/>
              <a:buChar char="o"/>
              <a:defRPr sz="2800" b="1">
                <a:solidFill>
                  <a:srgbClr val="0000FF"/>
                </a:solidFill>
                <a:latin typeface="Arial Narrow" panose="020B0606020202030204" pitchFamily="34" charset="0"/>
                <a:ea typeface="楷体_GB2312" charset="-122"/>
                <a:cs typeface="楷体_GB2312" charset="-122"/>
              </a:defRPr>
            </a:lvl5pPr>
          </a:lstStyle>
          <a:p>
            <a:pPr marL="0" lvl="0" indent="0">
              <a:spcBef>
                <a:spcPts val="600"/>
              </a:spcBef>
              <a:buClr>
                <a:srgbClr val="007A77"/>
              </a:buClr>
            </a:pPr>
            <a:r>
              <a:rPr lang="en-US" altLang="zh-CN" sz="2200" b="1" i="1" dirty="0">
                <a:solidFill>
                  <a:srgbClr val="000000"/>
                </a:solidFill>
              </a:rPr>
              <a:t>J</a:t>
            </a:r>
            <a:r>
              <a:rPr lang="en-US" altLang="zh-CN" sz="2200" b="1" baseline="-25000" dirty="0">
                <a:solidFill>
                  <a:srgbClr val="000000"/>
                </a:solidFill>
              </a:rPr>
              <a:t>0</a:t>
            </a:r>
            <a:r>
              <a:rPr lang="en-US" altLang="zh-CN" sz="2200" b="1" dirty="0">
                <a:solidFill>
                  <a:srgbClr val="000000"/>
                </a:solidFill>
              </a:rPr>
              <a:t>=</a:t>
            </a:r>
            <a:r>
              <a:rPr lang="en-US" altLang="zh-CN" sz="2200" b="1" i="1" dirty="0">
                <a:solidFill>
                  <a:srgbClr val="000000"/>
                </a:solidFill>
              </a:rPr>
              <a:t>K</a:t>
            </a:r>
            <a:r>
              <a:rPr lang="en-US" altLang="zh-CN" sz="2200" b="1" baseline="-25000" dirty="0">
                <a:solidFill>
                  <a:srgbClr val="000000"/>
                </a:solidFill>
              </a:rPr>
              <a:t>0</a:t>
            </a:r>
            <a:r>
              <a:rPr lang="en-US" altLang="zh-CN" sz="2200" b="1" dirty="0">
                <a:solidFill>
                  <a:srgbClr val="000000"/>
                </a:solidFill>
              </a:rPr>
              <a:t>= </a:t>
            </a:r>
            <a:r>
              <a:rPr lang="en-US" altLang="zh-CN" sz="2200" b="1" i="1" dirty="0">
                <a:solidFill>
                  <a:srgbClr val="000000"/>
                </a:solidFill>
              </a:rPr>
              <a:t>w</a:t>
            </a:r>
            <a:endParaRPr lang="en-US" altLang="zh-CN" sz="2200" b="1" i="1" dirty="0">
              <a:solidFill>
                <a:srgbClr val="000000"/>
              </a:solidFill>
            </a:endParaRPr>
          </a:p>
          <a:p>
            <a:pPr marL="0" lvl="0" indent="0">
              <a:spcBef>
                <a:spcPts val="600"/>
              </a:spcBef>
              <a:buClr>
                <a:srgbClr val="007A77"/>
              </a:buClr>
            </a:pPr>
            <a:r>
              <a:rPr lang="en-US" altLang="zh-CN" sz="2200" b="1" i="1" dirty="0">
                <a:solidFill>
                  <a:srgbClr val="000000"/>
                </a:solidFill>
              </a:rPr>
              <a:t>J</a:t>
            </a:r>
            <a:r>
              <a:rPr lang="en-US" altLang="zh-CN" sz="2200" b="1" baseline="-25000" dirty="0">
                <a:solidFill>
                  <a:srgbClr val="000000"/>
                </a:solidFill>
              </a:rPr>
              <a:t>1</a:t>
            </a:r>
            <a:r>
              <a:rPr lang="en-US" altLang="zh-CN" sz="2200" b="1" dirty="0">
                <a:solidFill>
                  <a:srgbClr val="000000"/>
                </a:solidFill>
              </a:rPr>
              <a:t>=</a:t>
            </a:r>
            <a:r>
              <a:rPr lang="en-US" altLang="zh-CN" sz="2200" b="1" i="1" dirty="0">
                <a:solidFill>
                  <a:srgbClr val="000000"/>
                </a:solidFill>
              </a:rPr>
              <a:t>K</a:t>
            </a:r>
            <a:r>
              <a:rPr lang="en-US" altLang="zh-CN" sz="2200" b="1" baseline="-25000" dirty="0">
                <a:solidFill>
                  <a:srgbClr val="000000"/>
                </a:solidFill>
              </a:rPr>
              <a:t>1</a:t>
            </a:r>
            <a:r>
              <a:rPr lang="en-US" altLang="zh-CN" sz="2200" b="1" dirty="0">
                <a:solidFill>
                  <a:srgbClr val="000000"/>
                </a:solidFill>
              </a:rPr>
              <a:t>= </a:t>
            </a:r>
            <a:r>
              <a:rPr lang="en-US" altLang="zh-CN" sz="2200" b="1" i="1" dirty="0">
                <a:solidFill>
                  <a:srgbClr val="000000"/>
                </a:solidFill>
              </a:rPr>
              <a:t>wq</a:t>
            </a:r>
            <a:r>
              <a:rPr lang="en-US" altLang="zh-CN" sz="2200" b="1" baseline="-25000" dirty="0">
                <a:solidFill>
                  <a:srgbClr val="000000"/>
                </a:solidFill>
              </a:rPr>
              <a:t>0</a:t>
            </a:r>
            <a:r>
              <a:rPr lang="en-US" altLang="zh-CN" sz="2200" b="1" dirty="0">
                <a:solidFill>
                  <a:srgbClr val="000000"/>
                </a:solidFill>
              </a:rPr>
              <a:t> </a:t>
            </a:r>
            <a:r>
              <a:rPr lang="en-US" altLang="zh-CN" sz="2200" b="1" dirty="0">
                <a:solidFill>
                  <a:srgbClr val="C00000"/>
                </a:solidFill>
              </a:rPr>
              <a:t>= </a:t>
            </a:r>
            <a:r>
              <a:rPr lang="en-US" altLang="zh-CN" sz="2200" b="1" i="1" dirty="0">
                <a:solidFill>
                  <a:srgbClr val="C00000"/>
                </a:solidFill>
              </a:rPr>
              <a:t>J</a:t>
            </a:r>
            <a:r>
              <a:rPr lang="en-US" altLang="zh-CN" sz="2200" b="1" baseline="-25000" dirty="0">
                <a:solidFill>
                  <a:srgbClr val="C00000"/>
                </a:solidFill>
              </a:rPr>
              <a:t>0</a:t>
            </a:r>
            <a:r>
              <a:rPr lang="en-US" altLang="zh-CN" sz="2200" b="1" i="1" dirty="0">
                <a:solidFill>
                  <a:srgbClr val="C00000"/>
                </a:solidFill>
              </a:rPr>
              <a:t>q</a:t>
            </a:r>
            <a:r>
              <a:rPr lang="en-US" altLang="zh-CN" sz="2200" b="1" baseline="-25000" dirty="0">
                <a:solidFill>
                  <a:srgbClr val="C00000"/>
                </a:solidFill>
              </a:rPr>
              <a:t>0</a:t>
            </a:r>
            <a:endParaRPr lang="en-US" altLang="zh-CN" sz="2200" b="1" baseline="-25000" dirty="0">
              <a:solidFill>
                <a:srgbClr val="C00000"/>
              </a:solidFill>
            </a:endParaRPr>
          </a:p>
          <a:p>
            <a:pPr marL="0" lvl="0" indent="0">
              <a:spcBef>
                <a:spcPts val="600"/>
              </a:spcBef>
              <a:buClr>
                <a:srgbClr val="007A77"/>
              </a:buClr>
            </a:pPr>
            <a:r>
              <a:rPr lang="en-US" altLang="zh-CN" sz="2200" b="1" i="1" dirty="0">
                <a:solidFill>
                  <a:srgbClr val="000000"/>
                </a:solidFill>
              </a:rPr>
              <a:t>J</a:t>
            </a:r>
            <a:r>
              <a:rPr lang="en-US" altLang="zh-CN" sz="2200" b="1" baseline="-25000" dirty="0">
                <a:solidFill>
                  <a:srgbClr val="000000"/>
                </a:solidFill>
              </a:rPr>
              <a:t>2</a:t>
            </a:r>
            <a:r>
              <a:rPr lang="en-US" altLang="zh-CN" sz="2200" b="1" dirty="0">
                <a:solidFill>
                  <a:srgbClr val="000000"/>
                </a:solidFill>
              </a:rPr>
              <a:t>= </a:t>
            </a:r>
            <a:r>
              <a:rPr lang="en-US" altLang="zh-CN" sz="2200" b="1" i="1" dirty="0">
                <a:solidFill>
                  <a:srgbClr val="000000"/>
                </a:solidFill>
              </a:rPr>
              <a:t>K</a:t>
            </a:r>
            <a:r>
              <a:rPr lang="en-US" altLang="zh-CN" sz="2200" b="1" baseline="-25000" dirty="0">
                <a:solidFill>
                  <a:srgbClr val="000000"/>
                </a:solidFill>
              </a:rPr>
              <a:t>2 </a:t>
            </a:r>
            <a:r>
              <a:rPr lang="en-US" altLang="zh-CN" sz="2200" b="1" dirty="0">
                <a:solidFill>
                  <a:srgbClr val="000000"/>
                </a:solidFill>
              </a:rPr>
              <a:t>= </a:t>
            </a:r>
            <a:r>
              <a:rPr lang="en-US" altLang="zh-CN" sz="2200" b="1" i="1" dirty="0">
                <a:solidFill>
                  <a:srgbClr val="000000"/>
                </a:solidFill>
              </a:rPr>
              <a:t>q</a:t>
            </a:r>
            <a:r>
              <a:rPr lang="en-US" altLang="zh-CN" sz="2200" b="1" baseline="-25000" dirty="0">
                <a:solidFill>
                  <a:srgbClr val="000000"/>
                </a:solidFill>
              </a:rPr>
              <a:t>1</a:t>
            </a:r>
            <a:r>
              <a:rPr lang="en-US" altLang="zh-CN" sz="2200" b="1" i="1" dirty="0">
                <a:solidFill>
                  <a:srgbClr val="000000"/>
                </a:solidFill>
              </a:rPr>
              <a:t>q</a:t>
            </a:r>
            <a:r>
              <a:rPr lang="en-US" altLang="zh-CN" sz="2200" b="1" baseline="-25000" dirty="0">
                <a:solidFill>
                  <a:srgbClr val="000000"/>
                </a:solidFill>
              </a:rPr>
              <a:t>0</a:t>
            </a:r>
            <a:r>
              <a:rPr lang="en-US" altLang="zh-CN" sz="2200" b="1" i="1" dirty="0">
                <a:solidFill>
                  <a:srgbClr val="000000"/>
                </a:solidFill>
              </a:rPr>
              <a:t>w</a:t>
            </a:r>
            <a:r>
              <a:rPr lang="en-US" altLang="zh-CN" sz="2200" b="1" dirty="0">
                <a:solidFill>
                  <a:srgbClr val="C00000"/>
                </a:solidFill>
              </a:rPr>
              <a:t> = </a:t>
            </a:r>
            <a:r>
              <a:rPr lang="en-US" altLang="zh-CN" sz="2200" b="1" i="1" dirty="0">
                <a:solidFill>
                  <a:srgbClr val="C00000"/>
                </a:solidFill>
              </a:rPr>
              <a:t>J</a:t>
            </a:r>
            <a:r>
              <a:rPr lang="en-US" altLang="zh-CN" sz="2200" b="1" baseline="-25000" dirty="0">
                <a:solidFill>
                  <a:srgbClr val="C00000"/>
                </a:solidFill>
              </a:rPr>
              <a:t>1</a:t>
            </a:r>
            <a:r>
              <a:rPr lang="en-US" altLang="zh-CN" sz="2200" b="1" i="1" dirty="0">
                <a:solidFill>
                  <a:srgbClr val="C00000"/>
                </a:solidFill>
              </a:rPr>
              <a:t>q</a:t>
            </a:r>
            <a:r>
              <a:rPr lang="en-US" altLang="zh-CN" sz="2200" b="1" baseline="-25000" dirty="0">
                <a:solidFill>
                  <a:srgbClr val="C00000"/>
                </a:solidFill>
              </a:rPr>
              <a:t>1</a:t>
            </a:r>
            <a:endParaRPr lang="en-US" altLang="zh-CN" sz="2200" b="1" dirty="0">
              <a:solidFill>
                <a:srgbClr val="000000"/>
              </a:solidFill>
            </a:endParaRPr>
          </a:p>
          <a:p>
            <a:pPr marL="0" lvl="0" indent="0">
              <a:spcBef>
                <a:spcPts val="600"/>
              </a:spcBef>
              <a:buClr>
                <a:srgbClr val="007A77"/>
              </a:buClr>
            </a:pPr>
            <a:r>
              <a:rPr lang="en-US" altLang="zh-CN" sz="2200" b="1" i="1" dirty="0">
                <a:solidFill>
                  <a:srgbClr val="000000"/>
                </a:solidFill>
              </a:rPr>
              <a:t>∙∙∙∙</a:t>
            </a:r>
            <a:endParaRPr lang="en-US" altLang="zh-CN" sz="2200" b="1" i="1" dirty="0">
              <a:solidFill>
                <a:srgbClr val="000000"/>
              </a:solidFill>
            </a:endParaRPr>
          </a:p>
          <a:p>
            <a:pPr marL="0" lvl="0" indent="0">
              <a:spcBef>
                <a:spcPts val="600"/>
              </a:spcBef>
              <a:buClr>
                <a:srgbClr val="007A77"/>
              </a:buClr>
            </a:pPr>
            <a:r>
              <a:rPr lang="en-US" altLang="zh-CN" sz="2200" b="1" i="1" dirty="0">
                <a:solidFill>
                  <a:srgbClr val="000000"/>
                </a:solidFill>
              </a:rPr>
              <a:t>J</a:t>
            </a:r>
            <a:r>
              <a:rPr lang="en-US" altLang="zh-CN" sz="2200" b="1" baseline="-25000" dirty="0">
                <a:solidFill>
                  <a:srgbClr val="000000"/>
                </a:solidFill>
              </a:rPr>
              <a:t>n</a:t>
            </a:r>
            <a:r>
              <a:rPr lang="en-US" altLang="zh-CN" sz="2200" b="1" dirty="0">
                <a:solidFill>
                  <a:srgbClr val="000000"/>
                </a:solidFill>
              </a:rPr>
              <a:t>= </a:t>
            </a:r>
            <a:r>
              <a:rPr lang="en-US" altLang="zh-CN" sz="2200" b="1" i="1" dirty="0">
                <a:solidFill>
                  <a:srgbClr val="000000"/>
                </a:solidFill>
              </a:rPr>
              <a:t>K</a:t>
            </a:r>
            <a:r>
              <a:rPr lang="en-US" altLang="zh-CN" sz="2200" b="1" baseline="-25000" dirty="0">
                <a:solidFill>
                  <a:srgbClr val="000000"/>
                </a:solidFill>
              </a:rPr>
              <a:t>n </a:t>
            </a:r>
            <a:r>
              <a:rPr lang="en-US" altLang="zh-CN" sz="2200" b="1" dirty="0">
                <a:solidFill>
                  <a:srgbClr val="C00000"/>
                </a:solidFill>
              </a:rPr>
              <a:t>= </a:t>
            </a:r>
            <a:r>
              <a:rPr lang="en-US" altLang="zh-CN" sz="2200" b="1" i="1" dirty="0">
                <a:solidFill>
                  <a:srgbClr val="C00000"/>
                </a:solidFill>
              </a:rPr>
              <a:t>J</a:t>
            </a:r>
            <a:r>
              <a:rPr lang="en-US" altLang="zh-CN" sz="2200" b="1" baseline="-25000" dirty="0">
                <a:solidFill>
                  <a:srgbClr val="C00000"/>
                </a:solidFill>
              </a:rPr>
              <a:t>n-1</a:t>
            </a:r>
            <a:r>
              <a:rPr lang="en-US" altLang="zh-CN" sz="2200" b="1" i="1" dirty="0">
                <a:solidFill>
                  <a:srgbClr val="C00000"/>
                </a:solidFill>
              </a:rPr>
              <a:t>q</a:t>
            </a:r>
            <a:r>
              <a:rPr lang="en-US" altLang="zh-CN" sz="2200" b="1" baseline="-25000" dirty="0">
                <a:solidFill>
                  <a:srgbClr val="C00000"/>
                </a:solidFill>
              </a:rPr>
              <a:t>n-1</a:t>
            </a:r>
            <a:endParaRPr lang="en-US" altLang="zh-CN" sz="2200" b="1" i="1" dirty="0">
              <a:solidFill>
                <a:srgbClr val="C00000"/>
              </a:solidFill>
            </a:endParaRPr>
          </a:p>
          <a:p>
            <a:pPr marL="0" lvl="0" indent="0">
              <a:spcBef>
                <a:spcPts val="600"/>
              </a:spcBef>
              <a:buClr>
                <a:srgbClr val="007A77"/>
              </a:buClr>
            </a:pPr>
            <a:r>
              <a:rPr lang="en-US" altLang="zh-CN" sz="2200" b="1" i="1" dirty="0">
                <a:solidFill>
                  <a:srgbClr val="C00000"/>
                </a:solidFill>
              </a:rPr>
              <a:t>Y</a:t>
            </a:r>
            <a:r>
              <a:rPr lang="en-US" altLang="zh-CN" sz="2200" b="1" dirty="0">
                <a:solidFill>
                  <a:srgbClr val="C00000"/>
                </a:solidFill>
              </a:rPr>
              <a:t>=</a:t>
            </a:r>
            <a:r>
              <a:rPr lang="en-US" altLang="zh-CN" sz="2200" b="1" i="1" dirty="0">
                <a:solidFill>
                  <a:srgbClr val="C00000"/>
                </a:solidFill>
              </a:rPr>
              <a:t>q</a:t>
            </a:r>
            <a:r>
              <a:rPr lang="en-US" altLang="zh-CN" sz="2200" b="1" baseline="-25000" dirty="0">
                <a:solidFill>
                  <a:srgbClr val="C00000"/>
                </a:solidFill>
              </a:rPr>
              <a:t>n</a:t>
            </a:r>
            <a:r>
              <a:rPr lang="en-US" altLang="zh-CN" sz="2200" b="1" dirty="0">
                <a:solidFill>
                  <a:srgbClr val="C00000"/>
                </a:solidFill>
              </a:rPr>
              <a:t> ∙∙∙ </a:t>
            </a:r>
            <a:r>
              <a:rPr lang="en-US" altLang="zh-CN" sz="2200" b="1" i="1" dirty="0">
                <a:solidFill>
                  <a:srgbClr val="C00000"/>
                </a:solidFill>
              </a:rPr>
              <a:t>q</a:t>
            </a:r>
            <a:r>
              <a:rPr lang="en-US" altLang="zh-CN" sz="2200" b="1" baseline="-25000" dirty="0">
                <a:solidFill>
                  <a:srgbClr val="C00000"/>
                </a:solidFill>
              </a:rPr>
              <a:t>1</a:t>
            </a:r>
            <a:r>
              <a:rPr lang="en-US" altLang="zh-CN" sz="2200" b="1" i="1" dirty="0">
                <a:solidFill>
                  <a:srgbClr val="C00000"/>
                </a:solidFill>
              </a:rPr>
              <a:t>q</a:t>
            </a:r>
            <a:r>
              <a:rPr lang="en-US" altLang="zh-CN" sz="2200" b="1" baseline="-25000" dirty="0">
                <a:solidFill>
                  <a:srgbClr val="C00000"/>
                </a:solidFill>
              </a:rPr>
              <a:t>0</a:t>
            </a:r>
            <a:endParaRPr lang="en-US" altLang="zh-CN" sz="2200" b="1" dirty="0">
              <a:solidFill>
                <a:srgbClr val="C00000"/>
              </a:solidFill>
            </a:endParaRPr>
          </a:p>
        </p:txBody>
      </p:sp>
      <p:sp>
        <p:nvSpPr>
          <p:cNvPr id="205829" name="TextBox 1"/>
          <p:cNvSpPr txBox="1"/>
          <p:nvPr/>
        </p:nvSpPr>
        <p:spPr>
          <a:xfrm>
            <a:off x="498475" y="1206500"/>
            <a:ext cx="8382000" cy="52070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lnSpc>
                <a:spcPct val="130000"/>
              </a:lnSpc>
              <a:spcBef>
                <a:spcPct val="20000"/>
              </a:spcBef>
              <a:spcAft>
                <a:spcPct val="0"/>
              </a:spcAft>
              <a:defRPr sz="2400">
                <a:solidFill>
                  <a:srgbClr val="0000FF"/>
                </a:solidFill>
                <a:latin typeface="Times New Roman" panose="02020603050405020304" pitchFamily="18" charset="0"/>
                <a:ea typeface="+mn-ea"/>
                <a:cs typeface="+mn-cs"/>
              </a:defRPr>
            </a:lvl1pPr>
            <a:lvl2pPr marL="742950" indent="-285750" algn="l" rtl="0" eaLnBrk="0" fontAlgn="base" hangingPunct="0">
              <a:lnSpc>
                <a:spcPct val="130000"/>
              </a:lnSpc>
              <a:spcBef>
                <a:spcPct val="20000"/>
              </a:spcBef>
              <a:spcAft>
                <a:spcPct val="0"/>
              </a:spcAft>
              <a:buClr>
                <a:srgbClr val="0000CC"/>
              </a:buClr>
              <a:buSzPct val="80000"/>
              <a:buFont typeface="Wingdings" panose="05000000000000000000" pitchFamily="2" charset="2"/>
              <a:buChar char="o"/>
              <a:defRPr sz="3000" b="1">
                <a:solidFill>
                  <a:srgbClr val="0000FF"/>
                </a:solidFill>
                <a:latin typeface="Arial Narrow" panose="020B0606020202030204" pitchFamily="34" charset="0"/>
                <a:ea typeface="楷体_GB2312" charset="-122"/>
                <a:cs typeface="楷体_GB2312" charset="-122"/>
              </a:defRPr>
            </a:lvl2pPr>
            <a:lvl3pPr marL="1143000" indent="-228600" algn="l" rtl="0" eaLnBrk="0" fontAlgn="base" hangingPunct="0">
              <a:lnSpc>
                <a:spcPct val="130000"/>
              </a:lnSpc>
              <a:spcBef>
                <a:spcPct val="20000"/>
              </a:spcBef>
              <a:spcAft>
                <a:spcPct val="0"/>
              </a:spcAft>
              <a:buClr>
                <a:srgbClr val="0000CC"/>
              </a:buClr>
              <a:buSzPct val="80000"/>
              <a:buFont typeface="Wingdings" panose="05000000000000000000" pitchFamily="2" charset="2"/>
              <a:buChar char="n"/>
              <a:defRPr sz="3000" b="1">
                <a:solidFill>
                  <a:srgbClr val="0000FF"/>
                </a:solidFill>
                <a:latin typeface="Arial Narrow" panose="020B0606020202030204" pitchFamily="34" charset="0"/>
                <a:ea typeface="楷体_GB2312" charset="-122"/>
                <a:cs typeface="楷体_GB2312" charset="-122"/>
              </a:defRPr>
            </a:lvl3pPr>
            <a:lvl4pPr marL="1600200" indent="-228600" algn="l" rtl="0" eaLnBrk="0" fontAlgn="base" hangingPunct="0">
              <a:lnSpc>
                <a:spcPct val="130000"/>
              </a:lnSpc>
              <a:spcBef>
                <a:spcPct val="20000"/>
              </a:spcBef>
              <a:spcAft>
                <a:spcPct val="0"/>
              </a:spcAft>
              <a:buClr>
                <a:srgbClr val="0000CC"/>
              </a:buClr>
              <a:buSzPct val="80000"/>
              <a:buFont typeface="Wingdings" panose="05000000000000000000" pitchFamily="2" charset="2"/>
              <a:buChar char="o"/>
              <a:defRPr sz="2800" b="1">
                <a:solidFill>
                  <a:srgbClr val="0000FF"/>
                </a:solidFill>
                <a:latin typeface="Arial Narrow" panose="020B0606020202030204" pitchFamily="34" charset="0"/>
                <a:ea typeface="楷体_GB2312" charset="-122"/>
                <a:cs typeface="楷体_GB2312" charset="-122"/>
              </a:defRPr>
            </a:lvl4pPr>
            <a:lvl5pPr marL="2057400" indent="-228600" algn="l" rtl="0" eaLnBrk="0" fontAlgn="base" hangingPunct="0">
              <a:lnSpc>
                <a:spcPct val="130000"/>
              </a:lnSpc>
              <a:spcBef>
                <a:spcPct val="20000"/>
              </a:spcBef>
              <a:spcAft>
                <a:spcPct val="0"/>
              </a:spcAft>
              <a:buClr>
                <a:srgbClr val="0000CC"/>
              </a:buClr>
              <a:buSzPct val="80000"/>
              <a:buFont typeface="Wingdings" panose="05000000000000000000" pitchFamily="2" charset="2"/>
              <a:buChar char="o"/>
              <a:defRPr sz="2800" b="1">
                <a:solidFill>
                  <a:srgbClr val="0000FF"/>
                </a:solidFill>
                <a:latin typeface="Arial Narrow" panose="020B0606020202030204" pitchFamily="34" charset="0"/>
                <a:ea typeface="楷体_GB2312" charset="-122"/>
                <a:cs typeface="楷体_GB2312" charset="-122"/>
              </a:defRPr>
            </a:lvl5pPr>
          </a:lstStyle>
          <a:p>
            <a:pPr marL="0" lvl="0" indent="0">
              <a:spcBef>
                <a:spcPct val="0"/>
              </a:spcBef>
            </a:pPr>
            <a:r>
              <a:rPr lang="zh-CN" altLang="en-US" b="1" dirty="0">
                <a:solidFill>
                  <a:srgbClr val="000000"/>
                </a:solidFill>
              </a:rPr>
              <a:t>上述电路很容易扩展为大型计数器：</a:t>
            </a:r>
            <a:endParaRPr lang="en-US" altLang="zh-CN" b="1" dirty="0">
              <a:solidFill>
                <a:srgbClr val="000000"/>
              </a:solidFill>
              <a:ea typeface="Times New Roman" panose="02020603050405020304" pitchFamily="18" charset="0"/>
            </a:endParaRPr>
          </a:p>
        </p:txBody>
      </p:sp>
      <p:pic>
        <p:nvPicPr>
          <p:cNvPr id="205830" name="图片 7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029075" y="1952625"/>
            <a:ext cx="4908550" cy="4287838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205831" name="椭圆 8"/>
          <p:cNvSpPr/>
          <p:nvPr/>
        </p:nvSpPr>
        <p:spPr>
          <a:xfrm>
            <a:off x="5059363" y="4551363"/>
            <a:ext cx="1027112" cy="782637"/>
          </a:xfrm>
          <a:prstGeom prst="ellipse">
            <a:avLst/>
          </a:prstGeom>
          <a:solidFill>
            <a:srgbClr val="FFC000">
              <a:alpha val="41176"/>
            </a:srgbClr>
          </a:solidFill>
          <a:ln w="12700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lnSpc>
                <a:spcPct val="130000"/>
              </a:lnSpc>
              <a:spcBef>
                <a:spcPct val="20000"/>
              </a:spcBef>
              <a:spcAft>
                <a:spcPct val="0"/>
              </a:spcAft>
              <a:defRPr sz="2400">
                <a:solidFill>
                  <a:srgbClr val="0000FF"/>
                </a:solidFill>
                <a:latin typeface="Times New Roman" panose="02020603050405020304" pitchFamily="18" charset="0"/>
                <a:ea typeface="+mn-ea"/>
                <a:cs typeface="+mn-cs"/>
              </a:defRPr>
            </a:lvl1pPr>
            <a:lvl2pPr marL="742950" indent="-285750" algn="l" rtl="0" eaLnBrk="0" fontAlgn="base" hangingPunct="0">
              <a:lnSpc>
                <a:spcPct val="130000"/>
              </a:lnSpc>
              <a:spcBef>
                <a:spcPct val="20000"/>
              </a:spcBef>
              <a:spcAft>
                <a:spcPct val="0"/>
              </a:spcAft>
              <a:buClr>
                <a:srgbClr val="0000CC"/>
              </a:buClr>
              <a:buSzPct val="80000"/>
              <a:buFont typeface="Wingdings" panose="05000000000000000000" pitchFamily="2" charset="2"/>
              <a:buChar char="o"/>
              <a:defRPr sz="3000" b="1">
                <a:solidFill>
                  <a:srgbClr val="0000FF"/>
                </a:solidFill>
                <a:latin typeface="Arial Narrow" panose="020B0606020202030204" pitchFamily="34" charset="0"/>
                <a:ea typeface="楷体_GB2312" charset="-122"/>
                <a:cs typeface="楷体_GB2312" charset="-122"/>
              </a:defRPr>
            </a:lvl2pPr>
            <a:lvl3pPr marL="1143000" indent="-228600" algn="l" rtl="0" eaLnBrk="0" fontAlgn="base" hangingPunct="0">
              <a:lnSpc>
                <a:spcPct val="130000"/>
              </a:lnSpc>
              <a:spcBef>
                <a:spcPct val="20000"/>
              </a:spcBef>
              <a:spcAft>
                <a:spcPct val="0"/>
              </a:spcAft>
              <a:buClr>
                <a:srgbClr val="0000CC"/>
              </a:buClr>
              <a:buSzPct val="80000"/>
              <a:buFont typeface="Wingdings" panose="05000000000000000000" pitchFamily="2" charset="2"/>
              <a:buChar char="n"/>
              <a:defRPr sz="3000" b="1">
                <a:solidFill>
                  <a:srgbClr val="0000FF"/>
                </a:solidFill>
                <a:latin typeface="Arial Narrow" panose="020B0606020202030204" pitchFamily="34" charset="0"/>
                <a:ea typeface="楷体_GB2312" charset="-122"/>
                <a:cs typeface="楷体_GB2312" charset="-122"/>
              </a:defRPr>
            </a:lvl3pPr>
            <a:lvl4pPr marL="1600200" indent="-228600" algn="l" rtl="0" eaLnBrk="0" fontAlgn="base" hangingPunct="0">
              <a:lnSpc>
                <a:spcPct val="130000"/>
              </a:lnSpc>
              <a:spcBef>
                <a:spcPct val="20000"/>
              </a:spcBef>
              <a:spcAft>
                <a:spcPct val="0"/>
              </a:spcAft>
              <a:buClr>
                <a:srgbClr val="0000CC"/>
              </a:buClr>
              <a:buSzPct val="80000"/>
              <a:buFont typeface="Wingdings" panose="05000000000000000000" pitchFamily="2" charset="2"/>
              <a:buChar char="o"/>
              <a:defRPr sz="2800" b="1">
                <a:solidFill>
                  <a:srgbClr val="0000FF"/>
                </a:solidFill>
                <a:latin typeface="Arial Narrow" panose="020B0606020202030204" pitchFamily="34" charset="0"/>
                <a:ea typeface="楷体_GB2312" charset="-122"/>
                <a:cs typeface="楷体_GB2312" charset="-122"/>
              </a:defRPr>
            </a:lvl4pPr>
            <a:lvl5pPr marL="2057400" indent="-228600" algn="l" rtl="0" eaLnBrk="0" fontAlgn="base" hangingPunct="0">
              <a:lnSpc>
                <a:spcPct val="130000"/>
              </a:lnSpc>
              <a:spcBef>
                <a:spcPct val="20000"/>
              </a:spcBef>
              <a:spcAft>
                <a:spcPct val="0"/>
              </a:spcAft>
              <a:buClr>
                <a:srgbClr val="0000CC"/>
              </a:buClr>
              <a:buSzPct val="80000"/>
              <a:buFont typeface="Wingdings" panose="05000000000000000000" pitchFamily="2" charset="2"/>
              <a:buChar char="o"/>
              <a:defRPr sz="2800" b="1">
                <a:solidFill>
                  <a:srgbClr val="0000FF"/>
                </a:solidFill>
                <a:latin typeface="Arial Narrow" panose="020B0606020202030204" pitchFamily="34" charset="0"/>
                <a:ea typeface="楷体_GB2312" charset="-122"/>
                <a:cs typeface="楷体_GB2312" charset="-122"/>
              </a:defRPr>
            </a:lvl5pPr>
          </a:lstStyle>
          <a:p>
            <a:pPr marL="0" lvl="0" indent="0">
              <a:lnSpc>
                <a:spcPct val="100000"/>
              </a:lnSpc>
              <a:spcBef>
                <a:spcPct val="0"/>
              </a:spcBef>
            </a:pPr>
            <a:endParaRPr lang="zh-CN" altLang="en-US" sz="1800" dirty="0">
              <a:solidFill>
                <a:srgbClr val="007A77"/>
              </a:solidFill>
              <a:latin typeface="Arial" panose="020B0604020202020204" pitchFamily="34" charset="0"/>
            </a:endParaRPr>
          </a:p>
        </p:txBody>
      </p:sp>
      <p:sp>
        <p:nvSpPr>
          <p:cNvPr id="205832" name="TextBox 1"/>
          <p:cNvSpPr txBox="1"/>
          <p:nvPr/>
        </p:nvSpPr>
        <p:spPr>
          <a:xfrm>
            <a:off x="565150" y="4797425"/>
            <a:ext cx="3559175" cy="153035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lnSpc>
                <a:spcPct val="130000"/>
              </a:lnSpc>
              <a:spcBef>
                <a:spcPct val="20000"/>
              </a:spcBef>
              <a:spcAft>
                <a:spcPct val="0"/>
              </a:spcAft>
              <a:defRPr sz="2400">
                <a:solidFill>
                  <a:srgbClr val="0000FF"/>
                </a:solidFill>
                <a:latin typeface="Times New Roman" panose="02020603050405020304" pitchFamily="18" charset="0"/>
                <a:ea typeface="+mn-ea"/>
                <a:cs typeface="+mn-cs"/>
              </a:defRPr>
            </a:lvl1pPr>
            <a:lvl2pPr marL="742950" indent="-285750" algn="l" rtl="0" eaLnBrk="0" fontAlgn="base" hangingPunct="0">
              <a:lnSpc>
                <a:spcPct val="130000"/>
              </a:lnSpc>
              <a:spcBef>
                <a:spcPct val="20000"/>
              </a:spcBef>
              <a:spcAft>
                <a:spcPct val="0"/>
              </a:spcAft>
              <a:buClr>
                <a:srgbClr val="0000CC"/>
              </a:buClr>
              <a:buSzPct val="80000"/>
              <a:buFont typeface="Wingdings" panose="05000000000000000000" pitchFamily="2" charset="2"/>
              <a:buChar char="o"/>
              <a:defRPr sz="3000" b="1">
                <a:solidFill>
                  <a:srgbClr val="0000FF"/>
                </a:solidFill>
                <a:latin typeface="Arial Narrow" panose="020B0606020202030204" pitchFamily="34" charset="0"/>
                <a:ea typeface="楷体_GB2312" charset="-122"/>
                <a:cs typeface="楷体_GB2312" charset="-122"/>
              </a:defRPr>
            </a:lvl2pPr>
            <a:lvl3pPr marL="1143000" indent="-228600" algn="l" rtl="0" eaLnBrk="0" fontAlgn="base" hangingPunct="0">
              <a:lnSpc>
                <a:spcPct val="130000"/>
              </a:lnSpc>
              <a:spcBef>
                <a:spcPct val="20000"/>
              </a:spcBef>
              <a:spcAft>
                <a:spcPct val="0"/>
              </a:spcAft>
              <a:buClr>
                <a:srgbClr val="0000CC"/>
              </a:buClr>
              <a:buSzPct val="80000"/>
              <a:buFont typeface="Wingdings" panose="05000000000000000000" pitchFamily="2" charset="2"/>
              <a:buChar char="n"/>
              <a:defRPr sz="3000" b="1">
                <a:solidFill>
                  <a:srgbClr val="0000FF"/>
                </a:solidFill>
                <a:latin typeface="Arial Narrow" panose="020B0606020202030204" pitchFamily="34" charset="0"/>
                <a:ea typeface="楷体_GB2312" charset="-122"/>
                <a:cs typeface="楷体_GB2312" charset="-122"/>
              </a:defRPr>
            </a:lvl3pPr>
            <a:lvl4pPr marL="1600200" indent="-228600" algn="l" rtl="0" eaLnBrk="0" fontAlgn="base" hangingPunct="0">
              <a:lnSpc>
                <a:spcPct val="130000"/>
              </a:lnSpc>
              <a:spcBef>
                <a:spcPct val="20000"/>
              </a:spcBef>
              <a:spcAft>
                <a:spcPct val="0"/>
              </a:spcAft>
              <a:buClr>
                <a:srgbClr val="0000CC"/>
              </a:buClr>
              <a:buSzPct val="80000"/>
              <a:buFont typeface="Wingdings" panose="05000000000000000000" pitchFamily="2" charset="2"/>
              <a:buChar char="o"/>
              <a:defRPr sz="2800" b="1">
                <a:solidFill>
                  <a:srgbClr val="0000FF"/>
                </a:solidFill>
                <a:latin typeface="Arial Narrow" panose="020B0606020202030204" pitchFamily="34" charset="0"/>
                <a:ea typeface="楷体_GB2312" charset="-122"/>
                <a:cs typeface="楷体_GB2312" charset="-122"/>
              </a:defRPr>
            </a:lvl4pPr>
            <a:lvl5pPr marL="2057400" indent="-228600" algn="l" rtl="0" eaLnBrk="0" fontAlgn="base" hangingPunct="0">
              <a:lnSpc>
                <a:spcPct val="130000"/>
              </a:lnSpc>
              <a:spcBef>
                <a:spcPct val="20000"/>
              </a:spcBef>
              <a:spcAft>
                <a:spcPct val="0"/>
              </a:spcAft>
              <a:buClr>
                <a:srgbClr val="0000CC"/>
              </a:buClr>
              <a:buSzPct val="80000"/>
              <a:buFont typeface="Wingdings" panose="05000000000000000000" pitchFamily="2" charset="2"/>
              <a:buChar char="o"/>
              <a:defRPr sz="2800" b="1">
                <a:solidFill>
                  <a:srgbClr val="0000FF"/>
                </a:solidFill>
                <a:latin typeface="Arial Narrow" panose="020B0606020202030204" pitchFamily="34" charset="0"/>
                <a:ea typeface="楷体_GB2312" charset="-122"/>
                <a:cs typeface="楷体_GB2312" charset="-122"/>
              </a:defRPr>
            </a:lvl5pPr>
          </a:lstStyle>
          <a:p>
            <a:pPr marL="0" lvl="0" indent="0">
              <a:spcBef>
                <a:spcPct val="0"/>
              </a:spcBef>
            </a:pPr>
            <a:r>
              <a:rPr lang="zh-CN" altLang="en-US" b="1" u="sng" dirty="0">
                <a:solidFill>
                  <a:srgbClr val="FF0000"/>
                </a:solidFill>
              </a:rPr>
              <a:t>与门</a:t>
            </a:r>
            <a:r>
              <a:rPr lang="zh-CN" altLang="en-US" b="1" dirty="0">
                <a:solidFill>
                  <a:srgbClr val="000000"/>
                </a:solidFill>
              </a:rPr>
              <a:t>的规模与计数位数呈比例增长，可以采用因子分解形式。</a:t>
            </a:r>
            <a:endParaRPr lang="en-US" altLang="zh-CN" b="1" dirty="0">
              <a:solidFill>
                <a:srgbClr val="000000"/>
              </a:solidFill>
              <a:ea typeface="Times New Roman" panose="02020603050405020304" pitchFamily="18" charset="0"/>
            </a:endParaRPr>
          </a:p>
        </p:txBody>
      </p:sp>
      <p:cxnSp>
        <p:nvCxnSpPr>
          <p:cNvPr id="205833" name="直接连接符 8"/>
          <p:cNvCxnSpPr/>
          <p:nvPr/>
        </p:nvCxnSpPr>
        <p:spPr>
          <a:xfrm>
            <a:off x="4864100" y="1851025"/>
            <a:ext cx="2989263" cy="0"/>
          </a:xfrm>
          <a:prstGeom prst="line">
            <a:avLst/>
          </a:prstGeom>
          <a:ln w="15875" cap="flat" cmpd="sng">
            <a:solidFill>
              <a:srgbClr val="000000"/>
            </a:solidFill>
            <a:prstDash val="solid"/>
            <a:headEnd type="none" w="med" len="med"/>
            <a:tailEnd type="none" w="med" len="med"/>
          </a:ln>
        </p:spPr>
      </p:cxnSp>
      <p:cxnSp>
        <p:nvCxnSpPr>
          <p:cNvPr id="205834" name="直接连接符 9"/>
          <p:cNvCxnSpPr/>
          <p:nvPr/>
        </p:nvCxnSpPr>
        <p:spPr>
          <a:xfrm flipV="1">
            <a:off x="4870450" y="1847850"/>
            <a:ext cx="0" cy="365125"/>
          </a:xfrm>
          <a:prstGeom prst="line">
            <a:avLst/>
          </a:prstGeom>
          <a:ln w="15875" cap="flat" cmpd="sng">
            <a:solidFill>
              <a:srgbClr val="000000"/>
            </a:solidFill>
            <a:prstDash val="solid"/>
            <a:headEnd type="none" w="med" len="med"/>
            <a:tailEnd type="none" w="med" len="med"/>
          </a:ln>
        </p:spPr>
      </p:cxnSp>
      <p:cxnSp>
        <p:nvCxnSpPr>
          <p:cNvPr id="205835" name="直接连接符 10"/>
          <p:cNvCxnSpPr/>
          <p:nvPr/>
        </p:nvCxnSpPr>
        <p:spPr>
          <a:xfrm>
            <a:off x="7850188" y="1846263"/>
            <a:ext cx="0" cy="288925"/>
          </a:xfrm>
          <a:prstGeom prst="line">
            <a:avLst/>
          </a:prstGeom>
          <a:ln w="15875" cap="flat" cmpd="sng">
            <a:solidFill>
              <a:srgbClr val="000000"/>
            </a:solidFill>
            <a:prstDash val="solid"/>
            <a:headEnd type="none" w="med" len="med"/>
            <a:tailEnd type="none" w="med" len="med"/>
          </a:ln>
        </p:spPr>
      </p:cxnSp>
      <p:cxnSp>
        <p:nvCxnSpPr>
          <p:cNvPr id="205836" name="直接连接符 11"/>
          <p:cNvCxnSpPr/>
          <p:nvPr/>
        </p:nvCxnSpPr>
        <p:spPr>
          <a:xfrm flipH="1">
            <a:off x="7848600" y="2127250"/>
            <a:ext cx="107950" cy="0"/>
          </a:xfrm>
          <a:prstGeom prst="line">
            <a:avLst/>
          </a:prstGeom>
          <a:ln w="15875" cap="flat" cmpd="sng">
            <a:solidFill>
              <a:srgbClr val="000000"/>
            </a:solidFill>
            <a:prstDash val="solid"/>
            <a:headEnd type="none" w="med" len="med"/>
            <a:tailEnd type="none" w="med" len="med"/>
          </a:ln>
        </p:spPr>
      </p:cxnSp>
      <p:pic>
        <p:nvPicPr>
          <p:cNvPr id="205837" name="图片 1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53375" y="2079625"/>
            <a:ext cx="1004888" cy="442913"/>
          </a:xfrm>
          <a:prstGeom prst="rect">
            <a:avLst/>
          </a:prstGeom>
          <a:noFill/>
          <a:ln w="9525">
            <a:noFill/>
          </a:ln>
        </p:spPr>
      </p:pic>
    </p:spTree>
  </p:cSld>
  <p:clrMapOvr>
    <a:masterClrMapping/>
  </p:clrMapOvr>
  <p:transition spd="slow">
    <p:randomBar dir="vert"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06850" name="灯片编号占位符 3"/>
          <p:cNvSpPr txBox="1">
            <a:spLocks noGrp="1"/>
          </p:cNvSpPr>
          <p:nvPr>
            <p:ph type="sldNum" sz="quarter" idx="11"/>
          </p:nvPr>
        </p:nvSpPr>
        <p:spPr>
          <a:xfrm>
            <a:off x="8388350" y="6453188"/>
            <a:ext cx="720725" cy="360362"/>
          </a:xfrm>
          <a:noFill/>
          <a:ln>
            <a:noFill/>
          </a:ln>
        </p:spPr>
        <p:txBody>
          <a:bodyPr/>
          <a:p>
            <a:pPr marL="0" indent="0" algn="ctr" eaLnBrk="1" hangingPunct="1">
              <a:lnSpc>
                <a:spcPct val="100000"/>
              </a:lnSpc>
              <a:spcBef>
                <a:spcPct val="0"/>
              </a:spcBef>
            </a:pPr>
            <a:fld id="{9A0DB2DC-4C9A-4742-B13C-FB6460FD3503}" type="slidenum">
              <a:rPr lang="en-US" altLang="zh-CN" sz="1600" dirty="0">
                <a:solidFill>
                  <a:srgbClr val="000000"/>
                </a:solidFill>
                <a:ea typeface="楷体_GB2312" charset="-122"/>
              </a:rPr>
            </a:fld>
            <a:endParaRPr lang="en-US" altLang="zh-CN" sz="1600" dirty="0">
              <a:solidFill>
                <a:srgbClr val="000000"/>
              </a:solidFill>
              <a:ea typeface="楷体_GB2312" charset="-122"/>
            </a:endParaRPr>
          </a:p>
        </p:txBody>
      </p:sp>
      <p:sp>
        <p:nvSpPr>
          <p:cNvPr id="5" name="标题 2"/>
          <p:cNvSpPr>
            <a:spLocks noGrp="1"/>
          </p:cNvSpPr>
          <p:nvPr>
            <p:ph type="title"/>
          </p:nvPr>
        </p:nvSpPr>
        <p:spPr>
          <a:xfrm>
            <a:off x="498475" y="417513"/>
            <a:ext cx="6746875" cy="725488"/>
          </a:xfrm>
        </p:spPr>
        <p:txBody>
          <a:bodyPr vert="horz" wrap="square" lIns="91440" tIns="45720" rIns="91440" bIns="45720" numCol="1" anchor="ctr" anchorCtr="0" compatLnSpc="1"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+mj-lt"/>
                <a:ea typeface="楷体_GB2312" charset="-122"/>
                <a:cs typeface="+mj-cs"/>
                <a:sym typeface="+mn-ea"/>
              </a:rPr>
              <a:t>6.10 </a:t>
            </a:r>
            <a:r>
              <a:rPr kumimoji="0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+mj-lt"/>
                <a:ea typeface="楷体_GB2312" charset="-122"/>
                <a:cs typeface="+mj-cs"/>
              </a:rPr>
              <a:t>同步时序电路分析</a:t>
            </a:r>
            <a:endParaRPr kumimoji="0" lang="zh-CN" altLang="en-US" sz="2800" b="1" i="0" u="none" strike="noStrike" kern="1200" cap="none" spc="0" normalizeH="0" baseline="0" noProof="0" dirty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+mj-lt"/>
              <a:ea typeface="楷体_GB2312" charset="-122"/>
              <a:cs typeface="+mj-cs"/>
            </a:endParaRPr>
          </a:p>
        </p:txBody>
      </p:sp>
      <p:sp>
        <p:nvSpPr>
          <p:cNvPr id="206852" name="TextBox 1"/>
          <p:cNvSpPr txBox="1"/>
          <p:nvPr/>
        </p:nvSpPr>
        <p:spPr>
          <a:xfrm>
            <a:off x="498475" y="1206500"/>
            <a:ext cx="8382000" cy="1001713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lnSpc>
                <a:spcPct val="130000"/>
              </a:lnSpc>
              <a:spcBef>
                <a:spcPct val="20000"/>
              </a:spcBef>
              <a:spcAft>
                <a:spcPct val="0"/>
              </a:spcAft>
              <a:defRPr sz="2400">
                <a:solidFill>
                  <a:srgbClr val="0000FF"/>
                </a:solidFill>
                <a:latin typeface="Times New Roman" panose="02020603050405020304" pitchFamily="18" charset="0"/>
                <a:ea typeface="+mn-ea"/>
                <a:cs typeface="+mn-cs"/>
              </a:defRPr>
            </a:lvl1pPr>
            <a:lvl2pPr marL="742950" indent="-285750" algn="l" rtl="0" eaLnBrk="0" fontAlgn="base" hangingPunct="0">
              <a:lnSpc>
                <a:spcPct val="130000"/>
              </a:lnSpc>
              <a:spcBef>
                <a:spcPct val="20000"/>
              </a:spcBef>
              <a:spcAft>
                <a:spcPct val="0"/>
              </a:spcAft>
              <a:buClr>
                <a:srgbClr val="0000CC"/>
              </a:buClr>
              <a:buSzPct val="80000"/>
              <a:buFont typeface="Wingdings" panose="05000000000000000000" pitchFamily="2" charset="2"/>
              <a:buChar char="o"/>
              <a:defRPr sz="3000" b="1">
                <a:solidFill>
                  <a:srgbClr val="0000FF"/>
                </a:solidFill>
                <a:latin typeface="Arial Narrow" panose="020B0606020202030204" pitchFamily="34" charset="0"/>
                <a:ea typeface="楷体_GB2312" charset="-122"/>
                <a:cs typeface="楷体_GB2312" charset="-122"/>
              </a:defRPr>
            </a:lvl2pPr>
            <a:lvl3pPr marL="1143000" indent="-228600" algn="l" rtl="0" eaLnBrk="0" fontAlgn="base" hangingPunct="0">
              <a:lnSpc>
                <a:spcPct val="130000"/>
              </a:lnSpc>
              <a:spcBef>
                <a:spcPct val="20000"/>
              </a:spcBef>
              <a:spcAft>
                <a:spcPct val="0"/>
              </a:spcAft>
              <a:buClr>
                <a:srgbClr val="0000CC"/>
              </a:buClr>
              <a:buSzPct val="80000"/>
              <a:buFont typeface="Wingdings" panose="05000000000000000000" pitchFamily="2" charset="2"/>
              <a:buChar char="n"/>
              <a:defRPr sz="3000" b="1">
                <a:solidFill>
                  <a:srgbClr val="0000FF"/>
                </a:solidFill>
                <a:latin typeface="Arial Narrow" panose="020B0606020202030204" pitchFamily="34" charset="0"/>
                <a:ea typeface="楷体_GB2312" charset="-122"/>
                <a:cs typeface="楷体_GB2312" charset="-122"/>
              </a:defRPr>
            </a:lvl3pPr>
            <a:lvl4pPr marL="1600200" indent="-228600" algn="l" rtl="0" eaLnBrk="0" fontAlgn="base" hangingPunct="0">
              <a:lnSpc>
                <a:spcPct val="130000"/>
              </a:lnSpc>
              <a:spcBef>
                <a:spcPct val="20000"/>
              </a:spcBef>
              <a:spcAft>
                <a:spcPct val="0"/>
              </a:spcAft>
              <a:buClr>
                <a:srgbClr val="0000CC"/>
              </a:buClr>
              <a:buSzPct val="80000"/>
              <a:buFont typeface="Wingdings" panose="05000000000000000000" pitchFamily="2" charset="2"/>
              <a:buChar char="o"/>
              <a:defRPr sz="2800" b="1">
                <a:solidFill>
                  <a:srgbClr val="0000FF"/>
                </a:solidFill>
                <a:latin typeface="Arial Narrow" panose="020B0606020202030204" pitchFamily="34" charset="0"/>
                <a:ea typeface="楷体_GB2312" charset="-122"/>
                <a:cs typeface="楷体_GB2312" charset="-122"/>
              </a:defRPr>
            </a:lvl4pPr>
            <a:lvl5pPr marL="2057400" indent="-228600" algn="l" rtl="0" eaLnBrk="0" fontAlgn="base" hangingPunct="0">
              <a:lnSpc>
                <a:spcPct val="130000"/>
              </a:lnSpc>
              <a:spcBef>
                <a:spcPct val="20000"/>
              </a:spcBef>
              <a:spcAft>
                <a:spcPct val="0"/>
              </a:spcAft>
              <a:buClr>
                <a:srgbClr val="0000CC"/>
              </a:buClr>
              <a:buSzPct val="80000"/>
              <a:buFont typeface="Wingdings" panose="05000000000000000000" pitchFamily="2" charset="2"/>
              <a:buChar char="o"/>
              <a:defRPr sz="2800" b="1">
                <a:solidFill>
                  <a:srgbClr val="0000FF"/>
                </a:solidFill>
                <a:latin typeface="Arial Narrow" panose="020B0606020202030204" pitchFamily="34" charset="0"/>
                <a:ea typeface="楷体_GB2312" charset="-122"/>
                <a:cs typeface="楷体_GB2312" charset="-122"/>
              </a:defRPr>
            </a:lvl5pPr>
          </a:lstStyle>
          <a:p>
            <a:pPr marL="0" lvl="0" indent="0">
              <a:spcBef>
                <a:spcPct val="0"/>
              </a:spcBef>
            </a:pPr>
            <a:r>
              <a:rPr lang="zh-CN" altLang="en-US" b="1" dirty="0">
                <a:solidFill>
                  <a:srgbClr val="000000"/>
                </a:solidFill>
              </a:rPr>
              <a:t>时序电路分析目的：找出给定时序电路的逻辑功能</a:t>
            </a:r>
            <a:r>
              <a:rPr lang="en-US" altLang="zh-CN" b="1" dirty="0">
                <a:solidFill>
                  <a:srgbClr val="000000"/>
                </a:solidFill>
              </a:rPr>
              <a:t>, </a:t>
            </a:r>
            <a:r>
              <a:rPr lang="zh-CN" altLang="en-US" b="1" dirty="0">
                <a:solidFill>
                  <a:srgbClr val="000000"/>
                </a:solidFill>
              </a:rPr>
              <a:t>即找出在输入和</a:t>
            </a:r>
            <a:r>
              <a:rPr lang="en-US" altLang="zh-CN" b="1" dirty="0">
                <a:solidFill>
                  <a:srgbClr val="000000"/>
                </a:solidFill>
              </a:rPr>
              <a:t>Clk</a:t>
            </a:r>
            <a:r>
              <a:rPr lang="zh-CN" altLang="en-US" b="1" dirty="0">
                <a:solidFill>
                  <a:srgbClr val="000000"/>
                </a:solidFill>
              </a:rPr>
              <a:t>作用下，电路的次态和输出的变化规律。</a:t>
            </a:r>
            <a:endParaRPr lang="en-US" altLang="zh-CN" b="1" dirty="0">
              <a:solidFill>
                <a:srgbClr val="000000"/>
              </a:solidFill>
              <a:ea typeface="Times New Roman" panose="02020603050405020304" pitchFamily="18" charset="0"/>
            </a:endParaRPr>
          </a:p>
        </p:txBody>
      </p:sp>
      <p:sp>
        <p:nvSpPr>
          <p:cNvPr id="2" name="TextBox 1"/>
          <p:cNvSpPr txBox="1">
            <a:spLocks noChangeArrowheads="1"/>
          </p:cNvSpPr>
          <p:nvPr/>
        </p:nvSpPr>
        <p:spPr bwMode="auto">
          <a:xfrm>
            <a:off x="498475" y="2532063"/>
            <a:ext cx="8382000" cy="2921000"/>
          </a:xfrm>
          <a:prstGeom prst="rect">
            <a:avLst/>
          </a:prstGeom>
          <a:noFill/>
          <a:ln>
            <a:noFill/>
          </a:ln>
        </p:spPr>
        <p:txBody>
          <a:bodyPr>
            <a:spAutoFit/>
          </a:bodyPr>
          <a:lstStyle/>
          <a:p>
            <a:pPr marR="0" defTabSz="914400">
              <a:lnSpc>
                <a:spcPct val="130000"/>
              </a:lnSpc>
              <a:buClrTx/>
              <a:buSzTx/>
              <a:buFontTx/>
              <a:buNone/>
              <a:defRPr/>
            </a:pPr>
            <a:r>
              <a:rPr kumimoji="0" lang="zh-CN" altLang="en-US" sz="2400" b="1" kern="1200" cap="none" spc="0" normalizeH="0" baseline="0" noProof="1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一般步骤：</a:t>
            </a:r>
            <a:endParaRPr kumimoji="0" lang="zh-CN" altLang="zh-CN" sz="2400" b="1" kern="1200" cap="none" spc="0" normalizeH="0" baseline="0" noProof="1">
              <a:solidFill>
                <a:srgbClr val="000000"/>
              </a:solidFill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  <a:p>
            <a:pPr marL="342900" marR="0" indent="-342900" defTabSz="914400">
              <a:lnSpc>
                <a:spcPct val="130000"/>
              </a:lnSpc>
              <a:buClrTx/>
              <a:buSzTx/>
              <a:buFont typeface="Arial" panose="020B0604020202020204" pitchFamily="34" charset="0"/>
              <a:buChar char="•"/>
              <a:defRPr/>
            </a:pPr>
            <a:r>
              <a:rPr kumimoji="0" lang="zh-CN" altLang="en-US" sz="2400" b="1" kern="1200" cap="none" spc="0" normalizeH="0" baseline="0" noProof="1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写出存储电路中的驱动方程及输出方程。</a:t>
            </a:r>
            <a:endParaRPr kumimoji="0" lang="en-US" altLang="zh-CN" sz="2400" b="1" kern="1200" cap="none" spc="0" normalizeH="0" baseline="0" noProof="1">
              <a:solidFill>
                <a:srgbClr val="000000"/>
              </a:solidFill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  <a:p>
            <a:pPr marL="342900" marR="0" indent="-342900" defTabSz="914400">
              <a:lnSpc>
                <a:spcPct val="130000"/>
              </a:lnSpc>
              <a:buClrTx/>
              <a:buSzTx/>
              <a:buFont typeface="Arial" panose="020B0604020202020204" pitchFamily="34" charset="0"/>
              <a:buChar char="•"/>
              <a:defRPr/>
            </a:pPr>
            <a:r>
              <a:rPr kumimoji="0" lang="zh-CN" altLang="en-US" sz="2400" b="1" kern="1200" cap="none" spc="0" normalizeH="0" baseline="0" noProof="1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将驱动方程带入触发器的特性方程，得到状态方程。</a:t>
            </a:r>
            <a:endParaRPr kumimoji="0" lang="zh-CN" altLang="zh-CN" sz="2400" b="1" kern="1200" cap="none" spc="0" normalizeH="0" baseline="0" noProof="1">
              <a:solidFill>
                <a:srgbClr val="000000"/>
              </a:solidFill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  <a:p>
            <a:pPr marL="342900" marR="0" indent="-342900" defTabSz="914400">
              <a:lnSpc>
                <a:spcPct val="130000"/>
              </a:lnSpc>
              <a:buClrTx/>
              <a:buSzTx/>
              <a:buFont typeface="Arial" panose="020B0604020202020204" pitchFamily="34" charset="0"/>
              <a:buChar char="•"/>
              <a:defRPr/>
            </a:pPr>
            <a:r>
              <a:rPr kumimoji="0" lang="zh-CN" altLang="en-US" sz="2400" b="1" kern="1200" cap="none" spc="0" normalizeH="0" baseline="0" noProof="1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依次假设初态，代入电路的状态方程、输出方程，求出状态转换表，状态图或时序图。</a:t>
            </a:r>
            <a:endParaRPr kumimoji="0" lang="zh-CN" altLang="zh-CN" sz="2400" b="1" kern="1200" cap="none" spc="0" normalizeH="0" baseline="0" noProof="1">
              <a:solidFill>
                <a:srgbClr val="000000"/>
              </a:solidFill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  <a:p>
            <a:pPr marL="342900" marR="0" indent="-342900" defTabSz="914400">
              <a:lnSpc>
                <a:spcPct val="130000"/>
              </a:lnSpc>
              <a:buClrTx/>
              <a:buSzTx/>
              <a:buFont typeface="Arial" panose="020B0604020202020204" pitchFamily="34" charset="0"/>
              <a:buChar char="•"/>
              <a:defRPr/>
            </a:pPr>
            <a:r>
              <a:rPr kumimoji="0" lang="zh-CN" altLang="en-US" sz="2400" b="1" kern="1200" cap="none" spc="0" normalizeH="0" baseline="0" noProof="1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分析时序电路的外部性能。</a:t>
            </a:r>
            <a:endParaRPr kumimoji="0" lang="zh-CN" altLang="zh-CN" sz="2400" b="1" kern="1200" cap="none" spc="0" normalizeH="0" baseline="0" noProof="1">
              <a:solidFill>
                <a:srgbClr val="000000"/>
              </a:solidFill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</p:spTree>
  </p:cSld>
  <p:clrMapOvr>
    <a:masterClrMapping/>
  </p:clrMapOvr>
  <p:transition spd="slow">
    <p:randomBar dir="vert"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07874" name="灯片编号占位符 3"/>
          <p:cNvSpPr txBox="1">
            <a:spLocks noGrp="1"/>
          </p:cNvSpPr>
          <p:nvPr>
            <p:ph type="sldNum" sz="quarter" idx="11"/>
          </p:nvPr>
        </p:nvSpPr>
        <p:spPr>
          <a:xfrm>
            <a:off x="8388350" y="6453188"/>
            <a:ext cx="720725" cy="360362"/>
          </a:xfrm>
          <a:noFill/>
          <a:ln>
            <a:noFill/>
          </a:ln>
        </p:spPr>
        <p:txBody>
          <a:bodyPr/>
          <a:p>
            <a:pPr marL="0" indent="0" algn="ctr" eaLnBrk="1" hangingPunct="1">
              <a:lnSpc>
                <a:spcPct val="100000"/>
              </a:lnSpc>
              <a:spcBef>
                <a:spcPct val="0"/>
              </a:spcBef>
            </a:pPr>
            <a:fld id="{9A0DB2DC-4C9A-4742-B13C-FB6460FD3503}" type="slidenum">
              <a:rPr lang="en-US" altLang="zh-CN" sz="1600" dirty="0">
                <a:solidFill>
                  <a:srgbClr val="000000"/>
                </a:solidFill>
                <a:ea typeface="楷体_GB2312" charset="-122"/>
              </a:rPr>
            </a:fld>
            <a:endParaRPr lang="en-US" altLang="zh-CN" sz="1600" dirty="0">
              <a:solidFill>
                <a:srgbClr val="000000"/>
              </a:solidFill>
              <a:ea typeface="楷体_GB2312" charset="-122"/>
            </a:endParaRPr>
          </a:p>
        </p:txBody>
      </p:sp>
      <p:sp>
        <p:nvSpPr>
          <p:cNvPr id="5" name="标题 2"/>
          <p:cNvSpPr>
            <a:spLocks noGrp="1"/>
          </p:cNvSpPr>
          <p:nvPr>
            <p:ph type="title"/>
          </p:nvPr>
        </p:nvSpPr>
        <p:spPr>
          <a:xfrm>
            <a:off x="498475" y="417513"/>
            <a:ext cx="6746875" cy="725488"/>
          </a:xfrm>
        </p:spPr>
        <p:txBody>
          <a:bodyPr vert="horz" wrap="square" lIns="91440" tIns="45720" rIns="91440" bIns="45720" numCol="1" anchor="ctr" anchorCtr="0" compatLnSpc="1"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+mj-lt"/>
                <a:ea typeface="楷体_GB2312" charset="-122"/>
                <a:cs typeface="+mj-cs"/>
                <a:sym typeface="+mn-ea"/>
              </a:rPr>
              <a:t>6.10 </a:t>
            </a:r>
            <a:r>
              <a:rPr kumimoji="0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+mj-lt"/>
                <a:ea typeface="楷体_GB2312" charset="-122"/>
                <a:cs typeface="+mj-cs"/>
              </a:rPr>
              <a:t>同步时序电路分析</a:t>
            </a:r>
            <a:endParaRPr kumimoji="0" lang="zh-CN" altLang="en-US" sz="2800" b="1" i="0" u="none" strike="noStrike" kern="1200" cap="none" spc="0" normalizeH="0" baseline="0" noProof="0" dirty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+mj-lt"/>
              <a:ea typeface="楷体_GB2312" charset="-122"/>
              <a:cs typeface="+mj-cs"/>
            </a:endParaRPr>
          </a:p>
        </p:txBody>
      </p:sp>
      <p:sp>
        <p:nvSpPr>
          <p:cNvPr id="207876" name="TextBox 1"/>
          <p:cNvSpPr txBox="1"/>
          <p:nvPr/>
        </p:nvSpPr>
        <p:spPr>
          <a:xfrm>
            <a:off x="498475" y="1206500"/>
            <a:ext cx="8382000" cy="52070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lnSpc>
                <a:spcPct val="130000"/>
              </a:lnSpc>
              <a:spcBef>
                <a:spcPct val="20000"/>
              </a:spcBef>
              <a:spcAft>
                <a:spcPct val="0"/>
              </a:spcAft>
              <a:defRPr sz="2400">
                <a:solidFill>
                  <a:srgbClr val="0000FF"/>
                </a:solidFill>
                <a:latin typeface="Times New Roman" panose="02020603050405020304" pitchFamily="18" charset="0"/>
                <a:ea typeface="+mn-ea"/>
                <a:cs typeface="+mn-cs"/>
              </a:defRPr>
            </a:lvl1pPr>
            <a:lvl2pPr marL="742950" indent="-285750" algn="l" rtl="0" eaLnBrk="0" fontAlgn="base" hangingPunct="0">
              <a:lnSpc>
                <a:spcPct val="130000"/>
              </a:lnSpc>
              <a:spcBef>
                <a:spcPct val="20000"/>
              </a:spcBef>
              <a:spcAft>
                <a:spcPct val="0"/>
              </a:spcAft>
              <a:buClr>
                <a:srgbClr val="0000CC"/>
              </a:buClr>
              <a:buSzPct val="80000"/>
              <a:buFont typeface="Wingdings" panose="05000000000000000000" pitchFamily="2" charset="2"/>
              <a:buChar char="o"/>
              <a:defRPr sz="3000" b="1">
                <a:solidFill>
                  <a:srgbClr val="0000FF"/>
                </a:solidFill>
                <a:latin typeface="Arial Narrow" panose="020B0606020202030204" pitchFamily="34" charset="0"/>
                <a:ea typeface="楷体_GB2312" charset="-122"/>
                <a:cs typeface="楷体_GB2312" charset="-122"/>
              </a:defRPr>
            </a:lvl2pPr>
            <a:lvl3pPr marL="1143000" indent="-228600" algn="l" rtl="0" eaLnBrk="0" fontAlgn="base" hangingPunct="0">
              <a:lnSpc>
                <a:spcPct val="130000"/>
              </a:lnSpc>
              <a:spcBef>
                <a:spcPct val="20000"/>
              </a:spcBef>
              <a:spcAft>
                <a:spcPct val="0"/>
              </a:spcAft>
              <a:buClr>
                <a:srgbClr val="0000CC"/>
              </a:buClr>
              <a:buSzPct val="80000"/>
              <a:buFont typeface="Wingdings" panose="05000000000000000000" pitchFamily="2" charset="2"/>
              <a:buChar char="n"/>
              <a:defRPr sz="3000" b="1">
                <a:solidFill>
                  <a:srgbClr val="0000FF"/>
                </a:solidFill>
                <a:latin typeface="Arial Narrow" panose="020B0606020202030204" pitchFamily="34" charset="0"/>
                <a:ea typeface="楷体_GB2312" charset="-122"/>
                <a:cs typeface="楷体_GB2312" charset="-122"/>
              </a:defRPr>
            </a:lvl3pPr>
            <a:lvl4pPr marL="1600200" indent="-228600" algn="l" rtl="0" eaLnBrk="0" fontAlgn="base" hangingPunct="0">
              <a:lnSpc>
                <a:spcPct val="130000"/>
              </a:lnSpc>
              <a:spcBef>
                <a:spcPct val="20000"/>
              </a:spcBef>
              <a:spcAft>
                <a:spcPct val="0"/>
              </a:spcAft>
              <a:buClr>
                <a:srgbClr val="0000CC"/>
              </a:buClr>
              <a:buSzPct val="80000"/>
              <a:buFont typeface="Wingdings" panose="05000000000000000000" pitchFamily="2" charset="2"/>
              <a:buChar char="o"/>
              <a:defRPr sz="2800" b="1">
                <a:solidFill>
                  <a:srgbClr val="0000FF"/>
                </a:solidFill>
                <a:latin typeface="Arial Narrow" panose="020B0606020202030204" pitchFamily="34" charset="0"/>
                <a:ea typeface="楷体_GB2312" charset="-122"/>
                <a:cs typeface="楷体_GB2312" charset="-122"/>
              </a:defRPr>
            </a:lvl4pPr>
            <a:lvl5pPr marL="2057400" indent="-228600" algn="l" rtl="0" eaLnBrk="0" fontAlgn="base" hangingPunct="0">
              <a:lnSpc>
                <a:spcPct val="130000"/>
              </a:lnSpc>
              <a:spcBef>
                <a:spcPct val="20000"/>
              </a:spcBef>
              <a:spcAft>
                <a:spcPct val="0"/>
              </a:spcAft>
              <a:buClr>
                <a:srgbClr val="0000CC"/>
              </a:buClr>
              <a:buSzPct val="80000"/>
              <a:buFont typeface="Wingdings" panose="05000000000000000000" pitchFamily="2" charset="2"/>
              <a:buChar char="o"/>
              <a:defRPr sz="2800" b="1">
                <a:solidFill>
                  <a:srgbClr val="0000FF"/>
                </a:solidFill>
                <a:latin typeface="Arial Narrow" panose="020B0606020202030204" pitchFamily="34" charset="0"/>
                <a:ea typeface="楷体_GB2312" charset="-122"/>
                <a:cs typeface="楷体_GB2312" charset="-122"/>
              </a:defRPr>
            </a:lvl5pPr>
          </a:lstStyle>
          <a:p>
            <a:pPr marL="0" lvl="0" indent="0">
              <a:spcBef>
                <a:spcPct val="0"/>
              </a:spcBef>
            </a:pPr>
            <a:r>
              <a:rPr lang="zh-CN" altLang="en-US" b="1" dirty="0">
                <a:solidFill>
                  <a:srgbClr val="000000"/>
                </a:solidFill>
              </a:rPr>
              <a:t>例</a:t>
            </a:r>
            <a:r>
              <a:rPr lang="en-US" altLang="zh-CN" b="1" dirty="0">
                <a:solidFill>
                  <a:srgbClr val="000000"/>
                </a:solidFill>
              </a:rPr>
              <a:t>1</a:t>
            </a:r>
            <a:r>
              <a:rPr lang="zh-CN" altLang="en-US" b="1" dirty="0">
                <a:solidFill>
                  <a:srgbClr val="000000"/>
                </a:solidFill>
              </a:rPr>
              <a:t>：具有三个</a:t>
            </a:r>
            <a:r>
              <a:rPr lang="en-US" altLang="zh-CN" b="1" dirty="0">
                <a:solidFill>
                  <a:srgbClr val="000000"/>
                </a:solidFill>
              </a:rPr>
              <a:t>JK</a:t>
            </a:r>
            <a:r>
              <a:rPr lang="zh-CN" altLang="en-US" b="1" dirty="0">
                <a:solidFill>
                  <a:srgbClr val="000000"/>
                </a:solidFill>
              </a:rPr>
              <a:t>触发器的</a:t>
            </a:r>
            <a:r>
              <a:rPr lang="en-US" altLang="zh-CN" b="1" dirty="0">
                <a:solidFill>
                  <a:srgbClr val="000000"/>
                </a:solidFill>
              </a:rPr>
              <a:t>FSM</a:t>
            </a:r>
            <a:r>
              <a:rPr lang="zh-CN" altLang="en-US" b="1" dirty="0">
                <a:solidFill>
                  <a:srgbClr val="000000"/>
                </a:solidFill>
              </a:rPr>
              <a:t>，分析电路功能。</a:t>
            </a:r>
            <a:endParaRPr lang="en-US" altLang="zh-CN" b="1" dirty="0">
              <a:solidFill>
                <a:srgbClr val="000000"/>
              </a:solidFill>
              <a:ea typeface="Times New Roman" panose="02020603050405020304" pitchFamily="18" charset="0"/>
            </a:endParaRPr>
          </a:p>
        </p:txBody>
      </p:sp>
      <p:sp>
        <p:nvSpPr>
          <p:cNvPr id="207877" name="TextBox 1"/>
          <p:cNvSpPr txBox="1"/>
          <p:nvPr/>
        </p:nvSpPr>
        <p:spPr>
          <a:xfrm>
            <a:off x="544513" y="4027488"/>
            <a:ext cx="8382000" cy="1001712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lnSpc>
                <a:spcPct val="130000"/>
              </a:lnSpc>
              <a:spcBef>
                <a:spcPct val="20000"/>
              </a:spcBef>
              <a:spcAft>
                <a:spcPct val="0"/>
              </a:spcAft>
              <a:defRPr sz="2400">
                <a:solidFill>
                  <a:srgbClr val="0000FF"/>
                </a:solidFill>
                <a:latin typeface="Times New Roman" panose="02020603050405020304" pitchFamily="18" charset="0"/>
                <a:ea typeface="+mn-ea"/>
                <a:cs typeface="+mn-cs"/>
              </a:defRPr>
            </a:lvl1pPr>
            <a:lvl2pPr marL="742950" indent="-285750" algn="l" rtl="0" eaLnBrk="0" fontAlgn="base" hangingPunct="0">
              <a:lnSpc>
                <a:spcPct val="130000"/>
              </a:lnSpc>
              <a:spcBef>
                <a:spcPct val="20000"/>
              </a:spcBef>
              <a:spcAft>
                <a:spcPct val="0"/>
              </a:spcAft>
              <a:buClr>
                <a:srgbClr val="0000CC"/>
              </a:buClr>
              <a:buSzPct val="80000"/>
              <a:buFont typeface="Wingdings" panose="05000000000000000000" pitchFamily="2" charset="2"/>
              <a:buChar char="o"/>
              <a:defRPr sz="3000" b="1">
                <a:solidFill>
                  <a:srgbClr val="0000FF"/>
                </a:solidFill>
                <a:latin typeface="Arial Narrow" panose="020B0606020202030204" pitchFamily="34" charset="0"/>
                <a:ea typeface="楷体_GB2312" charset="-122"/>
                <a:cs typeface="楷体_GB2312" charset="-122"/>
              </a:defRPr>
            </a:lvl2pPr>
            <a:lvl3pPr marL="1143000" indent="-228600" algn="l" rtl="0" eaLnBrk="0" fontAlgn="base" hangingPunct="0">
              <a:lnSpc>
                <a:spcPct val="130000"/>
              </a:lnSpc>
              <a:spcBef>
                <a:spcPct val="20000"/>
              </a:spcBef>
              <a:spcAft>
                <a:spcPct val="0"/>
              </a:spcAft>
              <a:buClr>
                <a:srgbClr val="0000CC"/>
              </a:buClr>
              <a:buSzPct val="80000"/>
              <a:buFont typeface="Wingdings" panose="05000000000000000000" pitchFamily="2" charset="2"/>
              <a:buChar char="n"/>
              <a:defRPr sz="3000" b="1">
                <a:solidFill>
                  <a:srgbClr val="0000FF"/>
                </a:solidFill>
                <a:latin typeface="Arial Narrow" panose="020B0606020202030204" pitchFamily="34" charset="0"/>
                <a:ea typeface="楷体_GB2312" charset="-122"/>
                <a:cs typeface="楷体_GB2312" charset="-122"/>
              </a:defRPr>
            </a:lvl3pPr>
            <a:lvl4pPr marL="1600200" indent="-228600" algn="l" rtl="0" eaLnBrk="0" fontAlgn="base" hangingPunct="0">
              <a:lnSpc>
                <a:spcPct val="130000"/>
              </a:lnSpc>
              <a:spcBef>
                <a:spcPct val="20000"/>
              </a:spcBef>
              <a:spcAft>
                <a:spcPct val="0"/>
              </a:spcAft>
              <a:buClr>
                <a:srgbClr val="0000CC"/>
              </a:buClr>
              <a:buSzPct val="80000"/>
              <a:buFont typeface="Wingdings" panose="05000000000000000000" pitchFamily="2" charset="2"/>
              <a:buChar char="o"/>
              <a:defRPr sz="2800" b="1">
                <a:solidFill>
                  <a:srgbClr val="0000FF"/>
                </a:solidFill>
                <a:latin typeface="Arial Narrow" panose="020B0606020202030204" pitchFamily="34" charset="0"/>
                <a:ea typeface="楷体_GB2312" charset="-122"/>
                <a:cs typeface="楷体_GB2312" charset="-122"/>
              </a:defRPr>
            </a:lvl4pPr>
            <a:lvl5pPr marL="2057400" indent="-228600" algn="l" rtl="0" eaLnBrk="0" fontAlgn="base" hangingPunct="0">
              <a:lnSpc>
                <a:spcPct val="130000"/>
              </a:lnSpc>
              <a:spcBef>
                <a:spcPct val="20000"/>
              </a:spcBef>
              <a:spcAft>
                <a:spcPct val="0"/>
              </a:spcAft>
              <a:buClr>
                <a:srgbClr val="0000CC"/>
              </a:buClr>
              <a:buSzPct val="80000"/>
              <a:buFont typeface="Wingdings" panose="05000000000000000000" pitchFamily="2" charset="2"/>
              <a:buChar char="o"/>
              <a:defRPr sz="2800" b="1">
                <a:solidFill>
                  <a:srgbClr val="0000FF"/>
                </a:solidFill>
                <a:latin typeface="Arial Narrow" panose="020B0606020202030204" pitchFamily="34" charset="0"/>
                <a:ea typeface="楷体_GB2312" charset="-122"/>
                <a:cs typeface="楷体_GB2312" charset="-122"/>
              </a:defRPr>
            </a:lvl5pPr>
          </a:lstStyle>
          <a:p>
            <a:pPr marL="342900" lvl="0" indent="-342900">
              <a:spcBef>
                <a:spcPct val="0"/>
              </a:spcBef>
              <a:buChar char="•"/>
            </a:pPr>
            <a:r>
              <a:rPr lang="zh-CN" altLang="en-US" b="1" dirty="0">
                <a:solidFill>
                  <a:srgbClr val="000000"/>
                </a:solidFill>
              </a:rPr>
              <a:t>该电路没有输入信号，属于</a:t>
            </a:r>
            <a:r>
              <a:rPr lang="en-US" altLang="zh-CN" b="1" dirty="0">
                <a:solidFill>
                  <a:srgbClr val="000000"/>
                </a:solidFill>
              </a:rPr>
              <a:t>Moore</a:t>
            </a:r>
            <a:r>
              <a:rPr lang="zh-CN" altLang="en-US" b="1" dirty="0">
                <a:solidFill>
                  <a:srgbClr val="000000"/>
                </a:solidFill>
              </a:rPr>
              <a:t>型</a:t>
            </a:r>
            <a:r>
              <a:rPr lang="en-US" altLang="zh-CN" b="1" dirty="0">
                <a:solidFill>
                  <a:srgbClr val="000000"/>
                </a:solidFill>
              </a:rPr>
              <a:t>FSM</a:t>
            </a:r>
            <a:r>
              <a:rPr lang="zh-CN" altLang="en-US" b="1" dirty="0">
                <a:solidFill>
                  <a:srgbClr val="000000"/>
                </a:solidFill>
              </a:rPr>
              <a:t>。</a:t>
            </a:r>
            <a:endParaRPr lang="en-US" altLang="zh-CN" b="1" dirty="0">
              <a:solidFill>
                <a:srgbClr val="000000"/>
              </a:solidFill>
            </a:endParaRPr>
          </a:p>
          <a:p>
            <a:pPr marL="342900" lvl="0" indent="-342900">
              <a:spcBef>
                <a:spcPct val="0"/>
              </a:spcBef>
            </a:pPr>
            <a:r>
              <a:rPr lang="zh-CN" altLang="en-US" b="1" dirty="0">
                <a:solidFill>
                  <a:srgbClr val="000000"/>
                </a:solidFill>
              </a:rPr>
              <a:t>（</a:t>
            </a:r>
            <a:r>
              <a:rPr lang="en-US" altLang="zh-CN" b="1" dirty="0">
                <a:solidFill>
                  <a:srgbClr val="000000"/>
                </a:solidFill>
              </a:rPr>
              <a:t>1</a:t>
            </a:r>
            <a:r>
              <a:rPr lang="zh-CN" altLang="en-US" b="1" dirty="0">
                <a:solidFill>
                  <a:srgbClr val="000000"/>
                </a:solidFill>
              </a:rPr>
              <a:t>）写出每个触发器的驱动方程：</a:t>
            </a:r>
            <a:endParaRPr lang="en-US" altLang="zh-CN" b="1" dirty="0">
              <a:solidFill>
                <a:srgbClr val="000000"/>
              </a:solidFill>
              <a:ea typeface="Times New Roman" panose="02020603050405020304" pitchFamily="18" charset="0"/>
            </a:endParaRPr>
          </a:p>
        </p:txBody>
      </p:sp>
      <p:pic>
        <p:nvPicPr>
          <p:cNvPr id="207878" name="图片 66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98513" y="1790700"/>
            <a:ext cx="7872412" cy="2146300"/>
          </a:xfrm>
          <a:prstGeom prst="rect">
            <a:avLst/>
          </a:prstGeom>
          <a:noFill/>
          <a:ln w="9525">
            <a:noFill/>
          </a:ln>
        </p:spPr>
      </p:pic>
      <p:grpSp>
        <p:nvGrpSpPr>
          <p:cNvPr id="207879" name="组合 67"/>
          <p:cNvGrpSpPr/>
          <p:nvPr/>
        </p:nvGrpSpPr>
        <p:grpSpPr>
          <a:xfrm>
            <a:off x="1220788" y="5006975"/>
            <a:ext cx="3603625" cy="1397000"/>
            <a:chOff x="2042173" y="3500438"/>
            <a:chExt cx="3604026" cy="1396545"/>
          </a:xfrm>
        </p:grpSpPr>
        <p:sp>
          <p:nvSpPr>
            <p:cNvPr id="207880" name="Text Box 5"/>
            <p:cNvSpPr txBox="1"/>
            <p:nvPr/>
          </p:nvSpPr>
          <p:spPr>
            <a:xfrm>
              <a:off x="2051050" y="3500438"/>
              <a:ext cx="3240042" cy="461665"/>
            </a:xfrm>
            <a:prstGeom prst="rect">
              <a:avLst/>
            </a:prstGeom>
            <a:solidFill>
              <a:schemeClr val="bg1"/>
            </a:solidFill>
            <a:ln w="9525">
              <a:noFill/>
            </a:ln>
          </p:spPr>
          <p:txBody>
            <a:bodyPr>
              <a:spAutoFit/>
            </a:bodyPr>
            <a:lstStyle>
              <a:lvl1pPr marL="342900" indent="-342900" algn="l" rtl="0" eaLnBrk="0" fontAlgn="base" hangingPunct="0">
                <a:lnSpc>
                  <a:spcPct val="130000"/>
                </a:lnSpc>
                <a:spcBef>
                  <a:spcPct val="20000"/>
                </a:spcBef>
                <a:spcAft>
                  <a:spcPct val="0"/>
                </a:spcAft>
                <a:defRPr sz="2400">
                  <a:solidFill>
                    <a:srgbClr val="0000FF"/>
                  </a:solidFill>
                  <a:latin typeface="Times New Roman" panose="02020603050405020304" pitchFamily="18" charset="0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lnSpc>
                  <a:spcPct val="13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0000CC"/>
                </a:buClr>
                <a:buSzPct val="80000"/>
                <a:buFont typeface="Wingdings" panose="05000000000000000000" pitchFamily="2" charset="2"/>
                <a:buChar char="o"/>
                <a:defRPr sz="3000" b="1">
                  <a:solidFill>
                    <a:srgbClr val="0000FF"/>
                  </a:solidFill>
                  <a:latin typeface="Arial Narrow" panose="020B0606020202030204" pitchFamily="34" charset="0"/>
                  <a:ea typeface="楷体_GB2312" charset="-122"/>
                  <a:cs typeface="楷体_GB2312" charset="-122"/>
                </a:defRPr>
              </a:lvl2pPr>
              <a:lvl3pPr marL="1143000" indent="-228600" algn="l" rtl="0" eaLnBrk="0" fontAlgn="base" hangingPunct="0">
                <a:lnSpc>
                  <a:spcPct val="13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0000CC"/>
                </a:buClr>
                <a:buSzPct val="80000"/>
                <a:buFont typeface="Wingdings" panose="05000000000000000000" pitchFamily="2" charset="2"/>
                <a:buChar char="n"/>
                <a:defRPr sz="3000" b="1">
                  <a:solidFill>
                    <a:srgbClr val="0000FF"/>
                  </a:solidFill>
                  <a:latin typeface="Arial Narrow" panose="020B0606020202030204" pitchFamily="34" charset="0"/>
                  <a:ea typeface="楷体_GB2312" charset="-122"/>
                  <a:cs typeface="楷体_GB2312" charset="-122"/>
                </a:defRPr>
              </a:lvl3pPr>
              <a:lvl4pPr marL="1600200" indent="-228600" algn="l" rtl="0" eaLnBrk="0" fontAlgn="base" hangingPunct="0">
                <a:lnSpc>
                  <a:spcPct val="13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0000CC"/>
                </a:buClr>
                <a:buSzPct val="80000"/>
                <a:buFont typeface="Wingdings" panose="05000000000000000000" pitchFamily="2" charset="2"/>
                <a:buChar char="o"/>
                <a:defRPr sz="2800" b="1">
                  <a:solidFill>
                    <a:srgbClr val="0000FF"/>
                  </a:solidFill>
                  <a:latin typeface="Arial Narrow" panose="020B0606020202030204" pitchFamily="34" charset="0"/>
                  <a:ea typeface="楷体_GB2312" charset="-122"/>
                  <a:cs typeface="楷体_GB2312" charset="-122"/>
                </a:defRPr>
              </a:lvl4pPr>
              <a:lvl5pPr marL="2057400" indent="-228600" algn="l" rtl="0" eaLnBrk="0" fontAlgn="base" hangingPunct="0">
                <a:lnSpc>
                  <a:spcPct val="13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0000CC"/>
                </a:buClr>
                <a:buSzPct val="80000"/>
                <a:buFont typeface="Wingdings" panose="05000000000000000000" pitchFamily="2" charset="2"/>
                <a:buChar char="o"/>
                <a:defRPr sz="2800" b="1">
                  <a:solidFill>
                    <a:srgbClr val="0000FF"/>
                  </a:solidFill>
                  <a:latin typeface="Arial Narrow" panose="020B0606020202030204" pitchFamily="34" charset="0"/>
                  <a:ea typeface="楷体_GB2312" charset="-122"/>
                  <a:cs typeface="楷体_GB2312" charset="-122"/>
                </a:defRPr>
              </a:lvl5pPr>
            </a:lstStyle>
            <a:p>
              <a:pPr marL="0" lvl="0" indent="0" eaLnBrk="1" hangingPunct="1">
                <a:lnSpc>
                  <a:spcPct val="100000"/>
                </a:lnSpc>
                <a:spcBef>
                  <a:spcPct val="5000"/>
                </a:spcBef>
              </a:pPr>
              <a:r>
                <a:rPr lang="en-US" altLang="zh-CN" b="1" i="1" dirty="0">
                  <a:solidFill>
                    <a:srgbClr val="000099"/>
                  </a:solidFill>
                  <a:ea typeface="楷体_GB2312" charset="-122"/>
                </a:rPr>
                <a:t>J</a:t>
              </a:r>
              <a:r>
                <a:rPr lang="en-US" altLang="zh-CN" b="1" baseline="-25000" dirty="0">
                  <a:solidFill>
                    <a:srgbClr val="000099"/>
                  </a:solidFill>
                  <a:ea typeface="楷体_GB2312" charset="-122"/>
                </a:rPr>
                <a:t>1 </a:t>
              </a:r>
              <a:r>
                <a:rPr lang="en-US" altLang="zh-CN" b="1" i="1" dirty="0">
                  <a:solidFill>
                    <a:srgbClr val="000099"/>
                  </a:solidFill>
                  <a:ea typeface="楷体_GB2312" charset="-122"/>
                </a:rPr>
                <a:t>= </a:t>
              </a:r>
              <a:r>
                <a:rPr lang="en-US" altLang="zh-CN" b="1" dirty="0">
                  <a:solidFill>
                    <a:srgbClr val="000099"/>
                  </a:solidFill>
                  <a:ea typeface="楷体_GB2312" charset="-122"/>
                </a:rPr>
                <a:t>(</a:t>
              </a:r>
              <a:r>
                <a:rPr lang="en-US" altLang="zh-CN" b="1" i="1" dirty="0">
                  <a:solidFill>
                    <a:srgbClr val="000099"/>
                  </a:solidFill>
                  <a:ea typeface="楷体_GB2312" charset="-122"/>
                </a:rPr>
                <a:t>q</a:t>
              </a:r>
              <a:r>
                <a:rPr lang="en-US" altLang="zh-CN" b="1" baseline="-25000" dirty="0">
                  <a:solidFill>
                    <a:srgbClr val="000099"/>
                  </a:solidFill>
                  <a:ea typeface="楷体_GB2312" charset="-122"/>
                </a:rPr>
                <a:t>2</a:t>
              </a:r>
              <a:r>
                <a:rPr lang="en-US" altLang="zh-CN" b="1" i="1" dirty="0">
                  <a:solidFill>
                    <a:srgbClr val="000099"/>
                  </a:solidFill>
                  <a:ea typeface="楷体_GB2312" charset="-122"/>
                </a:rPr>
                <a:t>q</a:t>
              </a:r>
              <a:r>
                <a:rPr lang="en-US" altLang="zh-CN" b="1" baseline="-25000" dirty="0">
                  <a:solidFill>
                    <a:srgbClr val="000099"/>
                  </a:solidFill>
                  <a:ea typeface="楷体_GB2312" charset="-122"/>
                </a:rPr>
                <a:t>3</a:t>
              </a:r>
              <a:r>
                <a:rPr lang="en-US" altLang="zh-CN" b="1" dirty="0">
                  <a:solidFill>
                    <a:srgbClr val="000099"/>
                  </a:solidFill>
                  <a:ea typeface="楷体_GB2312" charset="-122"/>
                </a:rPr>
                <a:t>)</a:t>
              </a:r>
              <a:r>
                <a:rPr lang="en-US" altLang="zh-CN" b="1" i="1" dirty="0">
                  <a:solidFill>
                    <a:srgbClr val="000099"/>
                  </a:solidFill>
                  <a:ea typeface="楷体_GB2312" charset="-122"/>
                </a:rPr>
                <a:t>' , K</a:t>
              </a:r>
              <a:r>
                <a:rPr lang="en-US" altLang="zh-CN" b="1" baseline="-25000" dirty="0">
                  <a:solidFill>
                    <a:srgbClr val="000099"/>
                  </a:solidFill>
                  <a:ea typeface="楷体_GB2312" charset="-122"/>
                </a:rPr>
                <a:t>1</a:t>
              </a:r>
              <a:r>
                <a:rPr lang="en-US" altLang="zh-CN" b="1" i="1" dirty="0">
                  <a:solidFill>
                    <a:srgbClr val="000099"/>
                  </a:solidFill>
                  <a:ea typeface="楷体_GB2312" charset="-122"/>
                </a:rPr>
                <a:t>= </a:t>
              </a:r>
              <a:r>
                <a:rPr lang="en-US" altLang="zh-CN" b="1" dirty="0">
                  <a:solidFill>
                    <a:srgbClr val="000099"/>
                  </a:solidFill>
                  <a:ea typeface="楷体_GB2312" charset="-122"/>
                </a:rPr>
                <a:t>1</a:t>
              </a:r>
              <a:endParaRPr lang="en-US" altLang="zh-CN" b="1" dirty="0">
                <a:solidFill>
                  <a:srgbClr val="000099"/>
                </a:solidFill>
                <a:ea typeface="楷体_GB2312" charset="-122"/>
              </a:endParaRPr>
            </a:p>
          </p:txBody>
        </p:sp>
        <p:sp>
          <p:nvSpPr>
            <p:cNvPr id="207881" name="Text Box 6"/>
            <p:cNvSpPr txBox="1"/>
            <p:nvPr/>
          </p:nvSpPr>
          <p:spPr>
            <a:xfrm>
              <a:off x="2052639" y="3943944"/>
              <a:ext cx="3593560" cy="461665"/>
            </a:xfrm>
            <a:prstGeom prst="rect">
              <a:avLst/>
            </a:prstGeom>
            <a:solidFill>
              <a:schemeClr val="bg1"/>
            </a:solidFill>
            <a:ln w="9525">
              <a:noFill/>
            </a:ln>
          </p:spPr>
          <p:txBody>
            <a:bodyPr>
              <a:spAutoFit/>
            </a:bodyPr>
            <a:lstStyle>
              <a:lvl1pPr marL="342900" indent="-342900" algn="l" rtl="0" eaLnBrk="0" fontAlgn="base" hangingPunct="0">
                <a:lnSpc>
                  <a:spcPct val="130000"/>
                </a:lnSpc>
                <a:spcBef>
                  <a:spcPct val="20000"/>
                </a:spcBef>
                <a:spcAft>
                  <a:spcPct val="0"/>
                </a:spcAft>
                <a:defRPr sz="2400">
                  <a:solidFill>
                    <a:srgbClr val="0000FF"/>
                  </a:solidFill>
                  <a:latin typeface="Times New Roman" panose="02020603050405020304" pitchFamily="18" charset="0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lnSpc>
                  <a:spcPct val="13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0000CC"/>
                </a:buClr>
                <a:buSzPct val="80000"/>
                <a:buFont typeface="Wingdings" panose="05000000000000000000" pitchFamily="2" charset="2"/>
                <a:buChar char="o"/>
                <a:defRPr sz="3000" b="1">
                  <a:solidFill>
                    <a:srgbClr val="0000FF"/>
                  </a:solidFill>
                  <a:latin typeface="Arial Narrow" panose="020B0606020202030204" pitchFamily="34" charset="0"/>
                  <a:ea typeface="楷体_GB2312" charset="-122"/>
                  <a:cs typeface="楷体_GB2312" charset="-122"/>
                </a:defRPr>
              </a:lvl2pPr>
              <a:lvl3pPr marL="1143000" indent="-228600" algn="l" rtl="0" eaLnBrk="0" fontAlgn="base" hangingPunct="0">
                <a:lnSpc>
                  <a:spcPct val="13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0000CC"/>
                </a:buClr>
                <a:buSzPct val="80000"/>
                <a:buFont typeface="Wingdings" panose="05000000000000000000" pitchFamily="2" charset="2"/>
                <a:buChar char="n"/>
                <a:defRPr sz="3000" b="1">
                  <a:solidFill>
                    <a:srgbClr val="0000FF"/>
                  </a:solidFill>
                  <a:latin typeface="Arial Narrow" panose="020B0606020202030204" pitchFamily="34" charset="0"/>
                  <a:ea typeface="楷体_GB2312" charset="-122"/>
                  <a:cs typeface="楷体_GB2312" charset="-122"/>
                </a:defRPr>
              </a:lvl3pPr>
              <a:lvl4pPr marL="1600200" indent="-228600" algn="l" rtl="0" eaLnBrk="0" fontAlgn="base" hangingPunct="0">
                <a:lnSpc>
                  <a:spcPct val="13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0000CC"/>
                </a:buClr>
                <a:buSzPct val="80000"/>
                <a:buFont typeface="Wingdings" panose="05000000000000000000" pitchFamily="2" charset="2"/>
                <a:buChar char="o"/>
                <a:defRPr sz="2800" b="1">
                  <a:solidFill>
                    <a:srgbClr val="0000FF"/>
                  </a:solidFill>
                  <a:latin typeface="Arial Narrow" panose="020B0606020202030204" pitchFamily="34" charset="0"/>
                  <a:ea typeface="楷体_GB2312" charset="-122"/>
                  <a:cs typeface="楷体_GB2312" charset="-122"/>
                </a:defRPr>
              </a:lvl4pPr>
              <a:lvl5pPr marL="2057400" indent="-228600" algn="l" rtl="0" eaLnBrk="0" fontAlgn="base" hangingPunct="0">
                <a:lnSpc>
                  <a:spcPct val="13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0000CC"/>
                </a:buClr>
                <a:buSzPct val="80000"/>
                <a:buFont typeface="Wingdings" panose="05000000000000000000" pitchFamily="2" charset="2"/>
                <a:buChar char="o"/>
                <a:defRPr sz="2800" b="1">
                  <a:solidFill>
                    <a:srgbClr val="0000FF"/>
                  </a:solidFill>
                  <a:latin typeface="Arial Narrow" panose="020B0606020202030204" pitchFamily="34" charset="0"/>
                  <a:ea typeface="楷体_GB2312" charset="-122"/>
                  <a:cs typeface="楷体_GB2312" charset="-122"/>
                </a:defRPr>
              </a:lvl5pPr>
            </a:lstStyle>
            <a:p>
              <a:pPr marL="0" lvl="0" indent="0" eaLnBrk="1" hangingPunct="1">
                <a:lnSpc>
                  <a:spcPct val="100000"/>
                </a:lnSpc>
                <a:spcBef>
                  <a:spcPct val="5000"/>
                </a:spcBef>
              </a:pPr>
              <a:r>
                <a:rPr lang="en-US" altLang="zh-CN" b="1" i="1" dirty="0">
                  <a:solidFill>
                    <a:srgbClr val="000099"/>
                  </a:solidFill>
                  <a:ea typeface="楷体_GB2312" charset="-122"/>
                </a:rPr>
                <a:t>J</a:t>
              </a:r>
              <a:r>
                <a:rPr lang="en-US" altLang="zh-CN" b="1" baseline="-25000" dirty="0">
                  <a:solidFill>
                    <a:srgbClr val="000099"/>
                  </a:solidFill>
                  <a:ea typeface="楷体_GB2312" charset="-122"/>
                </a:rPr>
                <a:t>2 </a:t>
              </a:r>
              <a:r>
                <a:rPr lang="en-US" altLang="zh-CN" b="1" i="1" dirty="0">
                  <a:solidFill>
                    <a:srgbClr val="000099"/>
                  </a:solidFill>
                  <a:ea typeface="楷体_GB2312" charset="-122"/>
                </a:rPr>
                <a:t>= q</a:t>
              </a:r>
              <a:r>
                <a:rPr lang="en-US" altLang="zh-CN" b="1" baseline="-25000" dirty="0">
                  <a:solidFill>
                    <a:srgbClr val="000099"/>
                  </a:solidFill>
                  <a:ea typeface="楷体_GB2312" charset="-122"/>
                </a:rPr>
                <a:t>1</a:t>
              </a:r>
              <a:r>
                <a:rPr lang="en-US" altLang="zh-CN" b="1" i="1" dirty="0">
                  <a:solidFill>
                    <a:srgbClr val="000099"/>
                  </a:solidFill>
                  <a:ea typeface="楷体_GB2312" charset="-122"/>
                </a:rPr>
                <a:t>,         K</a:t>
              </a:r>
              <a:r>
                <a:rPr lang="en-US" altLang="zh-CN" b="1" baseline="-25000" dirty="0">
                  <a:solidFill>
                    <a:srgbClr val="000099"/>
                  </a:solidFill>
                  <a:ea typeface="楷体_GB2312" charset="-122"/>
                </a:rPr>
                <a:t>2</a:t>
              </a:r>
              <a:r>
                <a:rPr lang="en-US" altLang="zh-CN" b="1" i="1" dirty="0">
                  <a:solidFill>
                    <a:srgbClr val="000099"/>
                  </a:solidFill>
                  <a:ea typeface="楷体_GB2312" charset="-122"/>
                </a:rPr>
                <a:t>= </a:t>
              </a:r>
              <a:r>
                <a:rPr lang="en-US" altLang="zh-CN" b="1" dirty="0">
                  <a:solidFill>
                    <a:srgbClr val="000099"/>
                  </a:solidFill>
                </a:rPr>
                <a:t>(</a:t>
              </a:r>
              <a:r>
                <a:rPr lang="en-US" altLang="zh-CN" b="1" i="1" dirty="0">
                  <a:solidFill>
                    <a:srgbClr val="000099"/>
                  </a:solidFill>
                </a:rPr>
                <a:t>q'</a:t>
              </a:r>
              <a:r>
                <a:rPr lang="en-US" altLang="zh-CN" b="1" baseline="-25000" dirty="0">
                  <a:solidFill>
                    <a:srgbClr val="000099"/>
                  </a:solidFill>
                  <a:ea typeface="楷体_GB2312" charset="-122"/>
                </a:rPr>
                <a:t>1</a:t>
              </a:r>
              <a:r>
                <a:rPr lang="en-US" altLang="zh-CN" b="1" i="1" dirty="0">
                  <a:solidFill>
                    <a:srgbClr val="000099"/>
                  </a:solidFill>
                </a:rPr>
                <a:t>q'</a:t>
              </a:r>
              <a:r>
                <a:rPr lang="en-US" altLang="zh-CN" b="1" baseline="-25000" dirty="0">
                  <a:solidFill>
                    <a:srgbClr val="000099"/>
                  </a:solidFill>
                  <a:ea typeface="楷体_GB2312" charset="-122"/>
                </a:rPr>
                <a:t>3</a:t>
              </a:r>
              <a:r>
                <a:rPr lang="en-US" altLang="zh-CN" b="1" dirty="0">
                  <a:solidFill>
                    <a:srgbClr val="000099"/>
                  </a:solidFill>
                </a:rPr>
                <a:t>)</a:t>
              </a:r>
              <a:r>
                <a:rPr lang="en-US" altLang="zh-CN" b="1" i="1" dirty="0">
                  <a:solidFill>
                    <a:srgbClr val="000099"/>
                  </a:solidFill>
                </a:rPr>
                <a:t>'</a:t>
              </a:r>
              <a:r>
                <a:rPr lang="en-US" altLang="zh-CN" b="1" dirty="0">
                  <a:solidFill>
                    <a:srgbClr val="007A77"/>
                  </a:solidFill>
                </a:rPr>
                <a:t> </a:t>
              </a:r>
              <a:endParaRPr lang="en-US" altLang="zh-CN" b="1" dirty="0">
                <a:solidFill>
                  <a:srgbClr val="007A77"/>
                </a:solidFill>
              </a:endParaRPr>
            </a:p>
          </p:txBody>
        </p:sp>
        <p:sp>
          <p:nvSpPr>
            <p:cNvPr id="207882" name="Text Box 7"/>
            <p:cNvSpPr txBox="1"/>
            <p:nvPr/>
          </p:nvSpPr>
          <p:spPr>
            <a:xfrm>
              <a:off x="2042173" y="4435318"/>
              <a:ext cx="3604026" cy="461665"/>
            </a:xfrm>
            <a:prstGeom prst="rect">
              <a:avLst/>
            </a:prstGeom>
            <a:solidFill>
              <a:schemeClr val="bg1"/>
            </a:solidFill>
            <a:ln w="9525">
              <a:noFill/>
            </a:ln>
          </p:spPr>
          <p:txBody>
            <a:bodyPr>
              <a:spAutoFit/>
            </a:bodyPr>
            <a:lstStyle>
              <a:lvl1pPr marL="342900" indent="-342900" algn="l" rtl="0" eaLnBrk="0" fontAlgn="base" hangingPunct="0">
                <a:lnSpc>
                  <a:spcPct val="130000"/>
                </a:lnSpc>
                <a:spcBef>
                  <a:spcPct val="20000"/>
                </a:spcBef>
                <a:spcAft>
                  <a:spcPct val="0"/>
                </a:spcAft>
                <a:defRPr sz="2400">
                  <a:solidFill>
                    <a:srgbClr val="0000FF"/>
                  </a:solidFill>
                  <a:latin typeface="Times New Roman" panose="02020603050405020304" pitchFamily="18" charset="0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lnSpc>
                  <a:spcPct val="13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0000CC"/>
                </a:buClr>
                <a:buSzPct val="80000"/>
                <a:buFont typeface="Wingdings" panose="05000000000000000000" pitchFamily="2" charset="2"/>
                <a:buChar char="o"/>
                <a:defRPr sz="3000" b="1">
                  <a:solidFill>
                    <a:srgbClr val="0000FF"/>
                  </a:solidFill>
                  <a:latin typeface="Arial Narrow" panose="020B0606020202030204" pitchFamily="34" charset="0"/>
                  <a:ea typeface="楷体_GB2312" charset="-122"/>
                  <a:cs typeface="楷体_GB2312" charset="-122"/>
                </a:defRPr>
              </a:lvl2pPr>
              <a:lvl3pPr marL="1143000" indent="-228600" algn="l" rtl="0" eaLnBrk="0" fontAlgn="base" hangingPunct="0">
                <a:lnSpc>
                  <a:spcPct val="13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0000CC"/>
                </a:buClr>
                <a:buSzPct val="80000"/>
                <a:buFont typeface="Wingdings" panose="05000000000000000000" pitchFamily="2" charset="2"/>
                <a:buChar char="n"/>
                <a:defRPr sz="3000" b="1">
                  <a:solidFill>
                    <a:srgbClr val="0000FF"/>
                  </a:solidFill>
                  <a:latin typeface="Arial Narrow" panose="020B0606020202030204" pitchFamily="34" charset="0"/>
                  <a:ea typeface="楷体_GB2312" charset="-122"/>
                  <a:cs typeface="楷体_GB2312" charset="-122"/>
                </a:defRPr>
              </a:lvl3pPr>
              <a:lvl4pPr marL="1600200" indent="-228600" algn="l" rtl="0" eaLnBrk="0" fontAlgn="base" hangingPunct="0">
                <a:lnSpc>
                  <a:spcPct val="13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0000CC"/>
                </a:buClr>
                <a:buSzPct val="80000"/>
                <a:buFont typeface="Wingdings" panose="05000000000000000000" pitchFamily="2" charset="2"/>
                <a:buChar char="o"/>
                <a:defRPr sz="2800" b="1">
                  <a:solidFill>
                    <a:srgbClr val="0000FF"/>
                  </a:solidFill>
                  <a:latin typeface="Arial Narrow" panose="020B0606020202030204" pitchFamily="34" charset="0"/>
                  <a:ea typeface="楷体_GB2312" charset="-122"/>
                  <a:cs typeface="楷体_GB2312" charset="-122"/>
                </a:defRPr>
              </a:lvl4pPr>
              <a:lvl5pPr marL="2057400" indent="-228600" algn="l" rtl="0" eaLnBrk="0" fontAlgn="base" hangingPunct="0">
                <a:lnSpc>
                  <a:spcPct val="13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0000CC"/>
                </a:buClr>
                <a:buSzPct val="80000"/>
                <a:buFont typeface="Wingdings" panose="05000000000000000000" pitchFamily="2" charset="2"/>
                <a:buChar char="o"/>
                <a:defRPr sz="2800" b="1">
                  <a:solidFill>
                    <a:srgbClr val="0000FF"/>
                  </a:solidFill>
                  <a:latin typeface="Arial Narrow" panose="020B0606020202030204" pitchFamily="34" charset="0"/>
                  <a:ea typeface="楷体_GB2312" charset="-122"/>
                  <a:cs typeface="楷体_GB2312" charset="-122"/>
                </a:defRPr>
              </a:lvl5pPr>
            </a:lstStyle>
            <a:p>
              <a:pPr marL="0" lvl="0" indent="0" eaLnBrk="1" hangingPunct="1">
                <a:lnSpc>
                  <a:spcPct val="100000"/>
                </a:lnSpc>
                <a:spcBef>
                  <a:spcPct val="5000"/>
                </a:spcBef>
              </a:pPr>
              <a:r>
                <a:rPr lang="en-US" altLang="zh-CN" b="1" i="1" dirty="0">
                  <a:solidFill>
                    <a:srgbClr val="000099"/>
                  </a:solidFill>
                  <a:ea typeface="楷体_GB2312" charset="-122"/>
                </a:rPr>
                <a:t>J</a:t>
              </a:r>
              <a:r>
                <a:rPr lang="en-US" altLang="zh-CN" b="1" baseline="-25000" dirty="0">
                  <a:solidFill>
                    <a:srgbClr val="000099"/>
                  </a:solidFill>
                  <a:ea typeface="楷体_GB2312" charset="-122"/>
                </a:rPr>
                <a:t>3 </a:t>
              </a:r>
              <a:r>
                <a:rPr lang="en-US" altLang="zh-CN" b="1" i="1" dirty="0">
                  <a:solidFill>
                    <a:srgbClr val="000099"/>
                  </a:solidFill>
                  <a:ea typeface="楷体_GB2312" charset="-122"/>
                </a:rPr>
                <a:t>= q</a:t>
              </a:r>
              <a:r>
                <a:rPr lang="en-US" altLang="zh-CN" b="1" baseline="-25000" dirty="0">
                  <a:solidFill>
                    <a:srgbClr val="000099"/>
                  </a:solidFill>
                  <a:ea typeface="楷体_GB2312" charset="-122"/>
                </a:rPr>
                <a:t>1</a:t>
              </a:r>
              <a:r>
                <a:rPr lang="en-US" altLang="zh-CN" b="1" i="1" dirty="0">
                  <a:solidFill>
                    <a:srgbClr val="000099"/>
                  </a:solidFill>
                  <a:ea typeface="楷体_GB2312" charset="-122"/>
                </a:rPr>
                <a:t>q</a:t>
              </a:r>
              <a:r>
                <a:rPr lang="en-US" altLang="zh-CN" b="1" baseline="-25000" dirty="0">
                  <a:solidFill>
                    <a:srgbClr val="000099"/>
                  </a:solidFill>
                  <a:ea typeface="楷体_GB2312" charset="-122"/>
                </a:rPr>
                <a:t>2</a:t>
              </a:r>
              <a:r>
                <a:rPr lang="en-US" altLang="zh-CN" b="1" i="1" dirty="0">
                  <a:solidFill>
                    <a:srgbClr val="000099"/>
                  </a:solidFill>
                  <a:ea typeface="楷体_GB2312" charset="-122"/>
                </a:rPr>
                <a:t> ,     K</a:t>
              </a:r>
              <a:r>
                <a:rPr lang="en-US" altLang="zh-CN" b="1" baseline="-25000" dirty="0">
                  <a:solidFill>
                    <a:srgbClr val="000099"/>
                  </a:solidFill>
                  <a:ea typeface="楷体_GB2312" charset="-122"/>
                </a:rPr>
                <a:t>3</a:t>
              </a:r>
              <a:r>
                <a:rPr lang="en-US" altLang="zh-CN" b="1" i="1" dirty="0">
                  <a:solidFill>
                    <a:srgbClr val="000099"/>
                  </a:solidFill>
                  <a:ea typeface="楷体_GB2312" charset="-122"/>
                </a:rPr>
                <a:t>= </a:t>
              </a:r>
              <a:r>
                <a:rPr lang="en-US" altLang="zh-CN" b="1" i="1" dirty="0">
                  <a:solidFill>
                    <a:srgbClr val="000099"/>
                  </a:solidFill>
                </a:rPr>
                <a:t>q</a:t>
              </a:r>
              <a:r>
                <a:rPr lang="en-US" altLang="zh-CN" b="1" baseline="-25000" dirty="0">
                  <a:solidFill>
                    <a:srgbClr val="000099"/>
                  </a:solidFill>
                </a:rPr>
                <a:t>2</a:t>
              </a:r>
              <a:r>
                <a:rPr lang="en-US" altLang="zh-CN" b="1" dirty="0">
                  <a:solidFill>
                    <a:srgbClr val="007A77"/>
                  </a:solidFill>
                </a:rPr>
                <a:t> </a:t>
              </a:r>
              <a:endParaRPr lang="en-US" altLang="zh-CN" b="1" dirty="0">
                <a:solidFill>
                  <a:srgbClr val="007A77"/>
                </a:solidFill>
              </a:endParaRPr>
            </a:p>
          </p:txBody>
        </p:sp>
      </p:grpSp>
    </p:spTree>
  </p:cSld>
  <p:clrMapOvr>
    <a:masterClrMapping/>
  </p:clrMapOvr>
  <p:transition spd="slow">
    <p:randomBar dir="vert"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grpSp>
        <p:nvGrpSpPr>
          <p:cNvPr id="2" name="Group 15"/>
          <p:cNvGrpSpPr/>
          <p:nvPr/>
        </p:nvGrpSpPr>
        <p:grpSpPr>
          <a:xfrm>
            <a:off x="5291138" y="1943100"/>
            <a:ext cx="3529012" cy="1800225"/>
            <a:chOff x="2971" y="572"/>
            <a:chExt cx="2223" cy="1134"/>
          </a:xfrm>
        </p:grpSpPr>
        <p:sp>
          <p:nvSpPr>
            <p:cNvPr id="208909" name="Rectangle 11"/>
            <p:cNvSpPr/>
            <p:nvPr/>
          </p:nvSpPr>
          <p:spPr>
            <a:xfrm>
              <a:off x="2971" y="572"/>
              <a:ext cx="2223" cy="1134"/>
            </a:xfrm>
            <a:prstGeom prst="rect">
              <a:avLst/>
            </a:prstGeom>
            <a:solidFill>
              <a:srgbClr val="99CC00">
                <a:alpha val="56862"/>
              </a:srgbClr>
            </a:solidFill>
            <a:ln w="9525">
              <a:noFill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lnSpc>
                  <a:spcPct val="130000"/>
                </a:lnSpc>
                <a:spcBef>
                  <a:spcPct val="20000"/>
                </a:spcBef>
                <a:spcAft>
                  <a:spcPct val="0"/>
                </a:spcAft>
                <a:defRPr sz="2400">
                  <a:solidFill>
                    <a:srgbClr val="0000FF"/>
                  </a:solidFill>
                  <a:latin typeface="Times New Roman" panose="02020603050405020304" pitchFamily="18" charset="0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lnSpc>
                  <a:spcPct val="13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0000CC"/>
                </a:buClr>
                <a:buSzPct val="80000"/>
                <a:buFont typeface="Wingdings" panose="05000000000000000000" pitchFamily="2" charset="2"/>
                <a:buChar char="o"/>
                <a:defRPr sz="3000" b="1">
                  <a:solidFill>
                    <a:srgbClr val="0000FF"/>
                  </a:solidFill>
                  <a:latin typeface="Arial Narrow" panose="020B0606020202030204" pitchFamily="34" charset="0"/>
                  <a:ea typeface="楷体_GB2312" charset="-122"/>
                  <a:cs typeface="楷体_GB2312" charset="-122"/>
                </a:defRPr>
              </a:lvl2pPr>
              <a:lvl3pPr marL="1143000" indent="-228600" algn="l" rtl="0" eaLnBrk="0" fontAlgn="base" hangingPunct="0">
                <a:lnSpc>
                  <a:spcPct val="13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0000CC"/>
                </a:buClr>
                <a:buSzPct val="80000"/>
                <a:buFont typeface="Wingdings" panose="05000000000000000000" pitchFamily="2" charset="2"/>
                <a:buChar char="n"/>
                <a:defRPr sz="3000" b="1">
                  <a:solidFill>
                    <a:srgbClr val="0000FF"/>
                  </a:solidFill>
                  <a:latin typeface="Arial Narrow" panose="020B0606020202030204" pitchFamily="34" charset="0"/>
                  <a:ea typeface="楷体_GB2312" charset="-122"/>
                  <a:cs typeface="楷体_GB2312" charset="-122"/>
                </a:defRPr>
              </a:lvl3pPr>
              <a:lvl4pPr marL="1600200" indent="-228600" algn="l" rtl="0" eaLnBrk="0" fontAlgn="base" hangingPunct="0">
                <a:lnSpc>
                  <a:spcPct val="13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0000CC"/>
                </a:buClr>
                <a:buSzPct val="80000"/>
                <a:buFont typeface="Wingdings" panose="05000000000000000000" pitchFamily="2" charset="2"/>
                <a:buChar char="o"/>
                <a:defRPr sz="2800" b="1">
                  <a:solidFill>
                    <a:srgbClr val="0000FF"/>
                  </a:solidFill>
                  <a:latin typeface="Arial Narrow" panose="020B0606020202030204" pitchFamily="34" charset="0"/>
                  <a:ea typeface="楷体_GB2312" charset="-122"/>
                  <a:cs typeface="楷体_GB2312" charset="-122"/>
                </a:defRPr>
              </a:lvl4pPr>
              <a:lvl5pPr marL="2057400" indent="-228600" algn="l" rtl="0" eaLnBrk="0" fontAlgn="base" hangingPunct="0">
                <a:lnSpc>
                  <a:spcPct val="13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0000CC"/>
                </a:buClr>
                <a:buSzPct val="80000"/>
                <a:buFont typeface="Wingdings" panose="05000000000000000000" pitchFamily="2" charset="2"/>
                <a:buChar char="o"/>
                <a:defRPr sz="2800" b="1">
                  <a:solidFill>
                    <a:srgbClr val="0000FF"/>
                  </a:solidFill>
                  <a:latin typeface="Arial Narrow" panose="020B0606020202030204" pitchFamily="34" charset="0"/>
                  <a:ea typeface="楷体_GB2312" charset="-122"/>
                  <a:cs typeface="楷体_GB2312" charset="-122"/>
                </a:defRPr>
              </a:lvl5pPr>
            </a:lstStyle>
            <a:p>
              <a:pPr marL="0" lvl="0" indent="0" eaLnBrk="1" hangingPunct="1">
                <a:lnSpc>
                  <a:spcPct val="100000"/>
                </a:lnSpc>
                <a:spcBef>
                  <a:spcPct val="0"/>
                </a:spcBef>
              </a:pPr>
              <a:endParaRPr lang="zh-CN" altLang="en-US" b="1" dirty="0">
                <a:solidFill>
                  <a:srgbClr val="007A77"/>
                </a:solidFill>
              </a:endParaRPr>
            </a:p>
          </p:txBody>
        </p:sp>
        <p:sp>
          <p:nvSpPr>
            <p:cNvPr id="208910" name="Text Box 12"/>
            <p:cNvSpPr txBox="1"/>
            <p:nvPr/>
          </p:nvSpPr>
          <p:spPr>
            <a:xfrm>
              <a:off x="3016" y="684"/>
              <a:ext cx="2132" cy="288"/>
            </a:xfrm>
            <a:prstGeom prst="rect">
              <a:avLst/>
            </a:prstGeom>
            <a:solidFill>
              <a:schemeClr val="bg1">
                <a:alpha val="0"/>
              </a:schemeClr>
            </a:solidFill>
            <a:ln w="9525">
              <a:noFill/>
            </a:ln>
          </p:spPr>
          <p:txBody>
            <a:bodyPr>
              <a:spAutoFit/>
            </a:bodyPr>
            <a:lstStyle>
              <a:lvl1pPr marL="342900" indent="-342900" algn="l" rtl="0" eaLnBrk="0" fontAlgn="base" hangingPunct="0">
                <a:lnSpc>
                  <a:spcPct val="130000"/>
                </a:lnSpc>
                <a:spcBef>
                  <a:spcPct val="20000"/>
                </a:spcBef>
                <a:spcAft>
                  <a:spcPct val="0"/>
                </a:spcAft>
                <a:defRPr sz="2400">
                  <a:solidFill>
                    <a:srgbClr val="0000FF"/>
                  </a:solidFill>
                  <a:latin typeface="Times New Roman" panose="02020603050405020304" pitchFamily="18" charset="0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lnSpc>
                  <a:spcPct val="13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0000CC"/>
                </a:buClr>
                <a:buSzPct val="80000"/>
                <a:buFont typeface="Wingdings" panose="05000000000000000000" pitchFamily="2" charset="2"/>
                <a:buChar char="o"/>
                <a:defRPr sz="3000" b="1">
                  <a:solidFill>
                    <a:srgbClr val="0000FF"/>
                  </a:solidFill>
                  <a:latin typeface="Arial Narrow" panose="020B0606020202030204" pitchFamily="34" charset="0"/>
                  <a:ea typeface="楷体_GB2312" charset="-122"/>
                  <a:cs typeface="楷体_GB2312" charset="-122"/>
                </a:defRPr>
              </a:lvl2pPr>
              <a:lvl3pPr marL="1143000" indent="-228600" algn="l" rtl="0" eaLnBrk="0" fontAlgn="base" hangingPunct="0">
                <a:lnSpc>
                  <a:spcPct val="13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0000CC"/>
                </a:buClr>
                <a:buSzPct val="80000"/>
                <a:buFont typeface="Wingdings" panose="05000000000000000000" pitchFamily="2" charset="2"/>
                <a:buChar char="n"/>
                <a:defRPr sz="3000" b="1">
                  <a:solidFill>
                    <a:srgbClr val="0000FF"/>
                  </a:solidFill>
                  <a:latin typeface="Arial Narrow" panose="020B0606020202030204" pitchFamily="34" charset="0"/>
                  <a:ea typeface="楷体_GB2312" charset="-122"/>
                  <a:cs typeface="楷体_GB2312" charset="-122"/>
                </a:defRPr>
              </a:lvl3pPr>
              <a:lvl4pPr marL="1600200" indent="-228600" algn="l" rtl="0" eaLnBrk="0" fontAlgn="base" hangingPunct="0">
                <a:lnSpc>
                  <a:spcPct val="13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0000CC"/>
                </a:buClr>
                <a:buSzPct val="80000"/>
                <a:buFont typeface="Wingdings" panose="05000000000000000000" pitchFamily="2" charset="2"/>
                <a:buChar char="o"/>
                <a:defRPr sz="2800" b="1">
                  <a:solidFill>
                    <a:srgbClr val="0000FF"/>
                  </a:solidFill>
                  <a:latin typeface="Arial Narrow" panose="020B0606020202030204" pitchFamily="34" charset="0"/>
                  <a:ea typeface="楷体_GB2312" charset="-122"/>
                  <a:cs typeface="楷体_GB2312" charset="-122"/>
                </a:defRPr>
              </a:lvl4pPr>
              <a:lvl5pPr marL="2057400" indent="-228600" algn="l" rtl="0" eaLnBrk="0" fontAlgn="base" hangingPunct="0">
                <a:lnSpc>
                  <a:spcPct val="13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0000CC"/>
                </a:buClr>
                <a:buSzPct val="80000"/>
                <a:buFont typeface="Wingdings" panose="05000000000000000000" pitchFamily="2" charset="2"/>
                <a:buChar char="o"/>
                <a:defRPr sz="2800" b="1">
                  <a:solidFill>
                    <a:srgbClr val="0000FF"/>
                  </a:solidFill>
                  <a:latin typeface="Arial Narrow" panose="020B0606020202030204" pitchFamily="34" charset="0"/>
                  <a:ea typeface="楷体_GB2312" charset="-122"/>
                  <a:cs typeface="楷体_GB2312" charset="-122"/>
                </a:defRPr>
              </a:lvl5pPr>
            </a:lstStyle>
            <a:p>
              <a:pPr marL="0" lvl="0" indent="0" eaLnBrk="1" hangingPunct="1">
                <a:lnSpc>
                  <a:spcPct val="100000"/>
                </a:lnSpc>
                <a:spcBef>
                  <a:spcPct val="5000"/>
                </a:spcBef>
              </a:pPr>
              <a:r>
                <a:rPr lang="en-US" altLang="zh-CN" b="1" i="1" dirty="0">
                  <a:solidFill>
                    <a:srgbClr val="000000"/>
                  </a:solidFill>
                  <a:ea typeface="楷体_GB2312" charset="-122"/>
                </a:rPr>
                <a:t>J</a:t>
              </a:r>
              <a:r>
                <a:rPr lang="en-US" altLang="zh-CN" b="1" baseline="-25000" dirty="0">
                  <a:solidFill>
                    <a:srgbClr val="000000"/>
                  </a:solidFill>
                  <a:ea typeface="楷体_GB2312" charset="-122"/>
                </a:rPr>
                <a:t>1 </a:t>
              </a:r>
              <a:r>
                <a:rPr lang="en-US" altLang="zh-CN" b="1" i="1" dirty="0">
                  <a:solidFill>
                    <a:srgbClr val="000000"/>
                  </a:solidFill>
                  <a:ea typeface="楷体_GB2312" charset="-122"/>
                </a:rPr>
                <a:t>= </a:t>
              </a:r>
              <a:r>
                <a:rPr lang="en-US" altLang="zh-CN" b="1" dirty="0">
                  <a:solidFill>
                    <a:srgbClr val="000000"/>
                  </a:solidFill>
                  <a:ea typeface="楷体_GB2312" charset="-122"/>
                </a:rPr>
                <a:t>(</a:t>
              </a:r>
              <a:r>
                <a:rPr lang="en-US" altLang="zh-CN" b="1" i="1" dirty="0">
                  <a:solidFill>
                    <a:srgbClr val="000000"/>
                  </a:solidFill>
                  <a:ea typeface="楷体_GB2312" charset="-122"/>
                </a:rPr>
                <a:t>q</a:t>
              </a:r>
              <a:r>
                <a:rPr lang="en-US" altLang="zh-CN" b="1" baseline="-25000" dirty="0">
                  <a:solidFill>
                    <a:srgbClr val="000000"/>
                  </a:solidFill>
                  <a:ea typeface="楷体_GB2312" charset="-122"/>
                </a:rPr>
                <a:t>2</a:t>
              </a:r>
              <a:r>
                <a:rPr lang="en-US" altLang="zh-CN" b="1" i="1" dirty="0">
                  <a:solidFill>
                    <a:srgbClr val="000000"/>
                  </a:solidFill>
                  <a:ea typeface="楷体_GB2312" charset="-122"/>
                </a:rPr>
                <a:t>q</a:t>
              </a:r>
              <a:r>
                <a:rPr lang="en-US" altLang="zh-CN" b="1" baseline="-25000" dirty="0">
                  <a:solidFill>
                    <a:srgbClr val="000000"/>
                  </a:solidFill>
                  <a:ea typeface="楷体_GB2312" charset="-122"/>
                </a:rPr>
                <a:t>3</a:t>
              </a:r>
              <a:r>
                <a:rPr lang="en-US" altLang="zh-CN" b="1" dirty="0">
                  <a:solidFill>
                    <a:srgbClr val="000000"/>
                  </a:solidFill>
                  <a:ea typeface="楷体_GB2312" charset="-122"/>
                </a:rPr>
                <a:t>)</a:t>
              </a:r>
              <a:r>
                <a:rPr lang="en-US" altLang="zh-CN" b="1" i="1" dirty="0">
                  <a:solidFill>
                    <a:srgbClr val="000000"/>
                  </a:solidFill>
                  <a:ea typeface="楷体_GB2312" charset="-122"/>
                </a:rPr>
                <a:t>' , K</a:t>
              </a:r>
              <a:r>
                <a:rPr lang="en-US" altLang="zh-CN" b="1" baseline="-25000" dirty="0">
                  <a:solidFill>
                    <a:srgbClr val="000000"/>
                  </a:solidFill>
                  <a:ea typeface="楷体_GB2312" charset="-122"/>
                </a:rPr>
                <a:t>1</a:t>
              </a:r>
              <a:r>
                <a:rPr lang="en-US" altLang="zh-CN" b="1" i="1" dirty="0">
                  <a:solidFill>
                    <a:srgbClr val="000000"/>
                  </a:solidFill>
                  <a:ea typeface="楷体_GB2312" charset="-122"/>
                </a:rPr>
                <a:t>= </a:t>
              </a:r>
              <a:r>
                <a:rPr lang="en-US" altLang="zh-CN" b="1" dirty="0">
                  <a:solidFill>
                    <a:srgbClr val="000000"/>
                  </a:solidFill>
                  <a:ea typeface="楷体_GB2312" charset="-122"/>
                </a:rPr>
                <a:t>1</a:t>
              </a:r>
              <a:endParaRPr lang="en-US" altLang="zh-CN" b="1" dirty="0">
                <a:solidFill>
                  <a:srgbClr val="000000"/>
                </a:solidFill>
                <a:ea typeface="楷体_GB2312" charset="-122"/>
              </a:endParaRPr>
            </a:p>
          </p:txBody>
        </p:sp>
        <p:sp>
          <p:nvSpPr>
            <p:cNvPr id="208911" name="Text Box 13"/>
            <p:cNvSpPr txBox="1"/>
            <p:nvPr/>
          </p:nvSpPr>
          <p:spPr>
            <a:xfrm>
              <a:off x="3017" y="1011"/>
              <a:ext cx="2108" cy="288"/>
            </a:xfrm>
            <a:prstGeom prst="rect">
              <a:avLst/>
            </a:prstGeom>
            <a:solidFill>
              <a:schemeClr val="bg1">
                <a:alpha val="0"/>
              </a:schemeClr>
            </a:solidFill>
            <a:ln w="9525">
              <a:noFill/>
            </a:ln>
          </p:spPr>
          <p:txBody>
            <a:bodyPr>
              <a:spAutoFit/>
            </a:bodyPr>
            <a:lstStyle>
              <a:lvl1pPr marL="342900" indent="-342900" algn="l" rtl="0" eaLnBrk="0" fontAlgn="base" hangingPunct="0">
                <a:lnSpc>
                  <a:spcPct val="130000"/>
                </a:lnSpc>
                <a:spcBef>
                  <a:spcPct val="20000"/>
                </a:spcBef>
                <a:spcAft>
                  <a:spcPct val="0"/>
                </a:spcAft>
                <a:defRPr sz="2400">
                  <a:solidFill>
                    <a:srgbClr val="0000FF"/>
                  </a:solidFill>
                  <a:latin typeface="Times New Roman" panose="02020603050405020304" pitchFamily="18" charset="0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lnSpc>
                  <a:spcPct val="13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0000CC"/>
                </a:buClr>
                <a:buSzPct val="80000"/>
                <a:buFont typeface="Wingdings" panose="05000000000000000000" pitchFamily="2" charset="2"/>
                <a:buChar char="o"/>
                <a:defRPr sz="3000" b="1">
                  <a:solidFill>
                    <a:srgbClr val="0000FF"/>
                  </a:solidFill>
                  <a:latin typeface="Arial Narrow" panose="020B0606020202030204" pitchFamily="34" charset="0"/>
                  <a:ea typeface="楷体_GB2312" charset="-122"/>
                  <a:cs typeface="楷体_GB2312" charset="-122"/>
                </a:defRPr>
              </a:lvl2pPr>
              <a:lvl3pPr marL="1143000" indent="-228600" algn="l" rtl="0" eaLnBrk="0" fontAlgn="base" hangingPunct="0">
                <a:lnSpc>
                  <a:spcPct val="13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0000CC"/>
                </a:buClr>
                <a:buSzPct val="80000"/>
                <a:buFont typeface="Wingdings" panose="05000000000000000000" pitchFamily="2" charset="2"/>
                <a:buChar char="n"/>
                <a:defRPr sz="3000" b="1">
                  <a:solidFill>
                    <a:srgbClr val="0000FF"/>
                  </a:solidFill>
                  <a:latin typeface="Arial Narrow" panose="020B0606020202030204" pitchFamily="34" charset="0"/>
                  <a:ea typeface="楷体_GB2312" charset="-122"/>
                  <a:cs typeface="楷体_GB2312" charset="-122"/>
                </a:defRPr>
              </a:lvl3pPr>
              <a:lvl4pPr marL="1600200" indent="-228600" algn="l" rtl="0" eaLnBrk="0" fontAlgn="base" hangingPunct="0">
                <a:lnSpc>
                  <a:spcPct val="13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0000CC"/>
                </a:buClr>
                <a:buSzPct val="80000"/>
                <a:buFont typeface="Wingdings" panose="05000000000000000000" pitchFamily="2" charset="2"/>
                <a:buChar char="o"/>
                <a:defRPr sz="2800" b="1">
                  <a:solidFill>
                    <a:srgbClr val="0000FF"/>
                  </a:solidFill>
                  <a:latin typeface="Arial Narrow" panose="020B0606020202030204" pitchFamily="34" charset="0"/>
                  <a:ea typeface="楷体_GB2312" charset="-122"/>
                  <a:cs typeface="楷体_GB2312" charset="-122"/>
                </a:defRPr>
              </a:lvl4pPr>
              <a:lvl5pPr marL="2057400" indent="-228600" algn="l" rtl="0" eaLnBrk="0" fontAlgn="base" hangingPunct="0">
                <a:lnSpc>
                  <a:spcPct val="13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0000CC"/>
                </a:buClr>
                <a:buSzPct val="80000"/>
                <a:buFont typeface="Wingdings" panose="05000000000000000000" pitchFamily="2" charset="2"/>
                <a:buChar char="o"/>
                <a:defRPr sz="2800" b="1">
                  <a:solidFill>
                    <a:srgbClr val="0000FF"/>
                  </a:solidFill>
                  <a:latin typeface="Arial Narrow" panose="020B0606020202030204" pitchFamily="34" charset="0"/>
                  <a:ea typeface="楷体_GB2312" charset="-122"/>
                  <a:cs typeface="楷体_GB2312" charset="-122"/>
                </a:defRPr>
              </a:lvl5pPr>
            </a:lstStyle>
            <a:p>
              <a:pPr marL="0" lvl="0" indent="0" eaLnBrk="1" hangingPunct="1">
                <a:lnSpc>
                  <a:spcPct val="100000"/>
                </a:lnSpc>
                <a:spcBef>
                  <a:spcPct val="5000"/>
                </a:spcBef>
              </a:pPr>
              <a:r>
                <a:rPr lang="en-US" altLang="zh-CN" b="1" i="1" dirty="0">
                  <a:solidFill>
                    <a:srgbClr val="000000"/>
                  </a:solidFill>
                  <a:ea typeface="楷体_GB2312" charset="-122"/>
                </a:rPr>
                <a:t>J</a:t>
              </a:r>
              <a:r>
                <a:rPr lang="en-US" altLang="zh-CN" b="1" baseline="-25000" dirty="0">
                  <a:solidFill>
                    <a:srgbClr val="000000"/>
                  </a:solidFill>
                  <a:ea typeface="楷体_GB2312" charset="-122"/>
                </a:rPr>
                <a:t>2 </a:t>
              </a:r>
              <a:r>
                <a:rPr lang="en-US" altLang="zh-CN" b="1" i="1" dirty="0">
                  <a:solidFill>
                    <a:srgbClr val="000000"/>
                  </a:solidFill>
                  <a:ea typeface="楷体_GB2312" charset="-122"/>
                </a:rPr>
                <a:t>= q</a:t>
              </a:r>
              <a:r>
                <a:rPr lang="en-US" altLang="zh-CN" b="1" baseline="-25000" dirty="0">
                  <a:solidFill>
                    <a:srgbClr val="000000"/>
                  </a:solidFill>
                  <a:ea typeface="楷体_GB2312" charset="-122"/>
                </a:rPr>
                <a:t>1</a:t>
              </a:r>
              <a:r>
                <a:rPr lang="en-US" altLang="zh-CN" b="1" i="1" dirty="0">
                  <a:solidFill>
                    <a:srgbClr val="000000"/>
                  </a:solidFill>
                  <a:ea typeface="楷体_GB2312" charset="-122"/>
                </a:rPr>
                <a:t>,         K</a:t>
              </a:r>
              <a:r>
                <a:rPr lang="en-US" altLang="zh-CN" b="1" baseline="-25000" dirty="0">
                  <a:solidFill>
                    <a:srgbClr val="000000"/>
                  </a:solidFill>
                  <a:ea typeface="楷体_GB2312" charset="-122"/>
                </a:rPr>
                <a:t>2</a:t>
              </a:r>
              <a:r>
                <a:rPr lang="en-US" altLang="zh-CN" b="1" i="1" dirty="0">
                  <a:solidFill>
                    <a:srgbClr val="000000"/>
                  </a:solidFill>
                  <a:ea typeface="楷体_GB2312" charset="-122"/>
                </a:rPr>
                <a:t>= </a:t>
              </a:r>
              <a:r>
                <a:rPr lang="en-US" altLang="zh-CN" b="1" dirty="0">
                  <a:solidFill>
                    <a:srgbClr val="000000"/>
                  </a:solidFill>
                </a:rPr>
                <a:t>(</a:t>
              </a:r>
              <a:r>
                <a:rPr lang="en-US" altLang="zh-CN" b="1" i="1" dirty="0">
                  <a:solidFill>
                    <a:srgbClr val="000000"/>
                  </a:solidFill>
                </a:rPr>
                <a:t>q'</a:t>
              </a:r>
              <a:r>
                <a:rPr lang="en-US" altLang="zh-CN" b="1" baseline="-25000" dirty="0">
                  <a:solidFill>
                    <a:srgbClr val="000000"/>
                  </a:solidFill>
                  <a:ea typeface="楷体_GB2312" charset="-122"/>
                </a:rPr>
                <a:t>1</a:t>
              </a:r>
              <a:r>
                <a:rPr lang="en-US" altLang="zh-CN" b="1" i="1" dirty="0">
                  <a:solidFill>
                    <a:srgbClr val="000000"/>
                  </a:solidFill>
                </a:rPr>
                <a:t>q'</a:t>
              </a:r>
              <a:r>
                <a:rPr lang="en-US" altLang="zh-CN" b="1" baseline="-25000" dirty="0">
                  <a:solidFill>
                    <a:srgbClr val="000000"/>
                  </a:solidFill>
                  <a:ea typeface="楷体_GB2312" charset="-122"/>
                </a:rPr>
                <a:t>3</a:t>
              </a:r>
              <a:r>
                <a:rPr lang="en-US" altLang="zh-CN" b="1" dirty="0">
                  <a:solidFill>
                    <a:srgbClr val="000000"/>
                  </a:solidFill>
                </a:rPr>
                <a:t>)</a:t>
              </a:r>
              <a:r>
                <a:rPr lang="en-US" altLang="zh-CN" b="1" i="1" dirty="0">
                  <a:solidFill>
                    <a:srgbClr val="000000"/>
                  </a:solidFill>
                </a:rPr>
                <a:t>'</a:t>
              </a:r>
              <a:r>
                <a:rPr lang="en-US" altLang="zh-CN" b="1" dirty="0">
                  <a:solidFill>
                    <a:srgbClr val="000000"/>
                  </a:solidFill>
                </a:rPr>
                <a:t> </a:t>
              </a:r>
              <a:endParaRPr lang="en-US" altLang="zh-CN" b="1" dirty="0">
                <a:solidFill>
                  <a:srgbClr val="000000"/>
                </a:solidFill>
              </a:endParaRPr>
            </a:p>
          </p:txBody>
        </p:sp>
        <p:sp>
          <p:nvSpPr>
            <p:cNvPr id="208912" name="Text Box 14"/>
            <p:cNvSpPr txBox="1"/>
            <p:nvPr/>
          </p:nvSpPr>
          <p:spPr>
            <a:xfrm>
              <a:off x="3016" y="1328"/>
              <a:ext cx="2178" cy="288"/>
            </a:xfrm>
            <a:prstGeom prst="rect">
              <a:avLst/>
            </a:prstGeom>
            <a:solidFill>
              <a:schemeClr val="bg1">
                <a:alpha val="0"/>
              </a:schemeClr>
            </a:solidFill>
            <a:ln w="9525">
              <a:noFill/>
            </a:ln>
          </p:spPr>
          <p:txBody>
            <a:bodyPr>
              <a:spAutoFit/>
            </a:bodyPr>
            <a:lstStyle>
              <a:lvl1pPr marL="342900" indent="-342900" algn="l" rtl="0" eaLnBrk="0" fontAlgn="base" hangingPunct="0">
                <a:lnSpc>
                  <a:spcPct val="130000"/>
                </a:lnSpc>
                <a:spcBef>
                  <a:spcPct val="20000"/>
                </a:spcBef>
                <a:spcAft>
                  <a:spcPct val="0"/>
                </a:spcAft>
                <a:defRPr sz="2400">
                  <a:solidFill>
                    <a:srgbClr val="0000FF"/>
                  </a:solidFill>
                  <a:latin typeface="Times New Roman" panose="02020603050405020304" pitchFamily="18" charset="0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lnSpc>
                  <a:spcPct val="13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0000CC"/>
                </a:buClr>
                <a:buSzPct val="80000"/>
                <a:buFont typeface="Wingdings" panose="05000000000000000000" pitchFamily="2" charset="2"/>
                <a:buChar char="o"/>
                <a:defRPr sz="3000" b="1">
                  <a:solidFill>
                    <a:srgbClr val="0000FF"/>
                  </a:solidFill>
                  <a:latin typeface="Arial Narrow" panose="020B0606020202030204" pitchFamily="34" charset="0"/>
                  <a:ea typeface="楷体_GB2312" charset="-122"/>
                  <a:cs typeface="楷体_GB2312" charset="-122"/>
                </a:defRPr>
              </a:lvl2pPr>
              <a:lvl3pPr marL="1143000" indent="-228600" algn="l" rtl="0" eaLnBrk="0" fontAlgn="base" hangingPunct="0">
                <a:lnSpc>
                  <a:spcPct val="13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0000CC"/>
                </a:buClr>
                <a:buSzPct val="80000"/>
                <a:buFont typeface="Wingdings" panose="05000000000000000000" pitchFamily="2" charset="2"/>
                <a:buChar char="n"/>
                <a:defRPr sz="3000" b="1">
                  <a:solidFill>
                    <a:srgbClr val="0000FF"/>
                  </a:solidFill>
                  <a:latin typeface="Arial Narrow" panose="020B0606020202030204" pitchFamily="34" charset="0"/>
                  <a:ea typeface="楷体_GB2312" charset="-122"/>
                  <a:cs typeface="楷体_GB2312" charset="-122"/>
                </a:defRPr>
              </a:lvl3pPr>
              <a:lvl4pPr marL="1600200" indent="-228600" algn="l" rtl="0" eaLnBrk="0" fontAlgn="base" hangingPunct="0">
                <a:lnSpc>
                  <a:spcPct val="13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0000CC"/>
                </a:buClr>
                <a:buSzPct val="80000"/>
                <a:buFont typeface="Wingdings" panose="05000000000000000000" pitchFamily="2" charset="2"/>
                <a:buChar char="o"/>
                <a:defRPr sz="2800" b="1">
                  <a:solidFill>
                    <a:srgbClr val="0000FF"/>
                  </a:solidFill>
                  <a:latin typeface="Arial Narrow" panose="020B0606020202030204" pitchFamily="34" charset="0"/>
                  <a:ea typeface="楷体_GB2312" charset="-122"/>
                  <a:cs typeface="楷体_GB2312" charset="-122"/>
                </a:defRPr>
              </a:lvl4pPr>
              <a:lvl5pPr marL="2057400" indent="-228600" algn="l" rtl="0" eaLnBrk="0" fontAlgn="base" hangingPunct="0">
                <a:lnSpc>
                  <a:spcPct val="13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0000CC"/>
                </a:buClr>
                <a:buSzPct val="80000"/>
                <a:buFont typeface="Wingdings" panose="05000000000000000000" pitchFamily="2" charset="2"/>
                <a:buChar char="o"/>
                <a:defRPr sz="2800" b="1">
                  <a:solidFill>
                    <a:srgbClr val="0000FF"/>
                  </a:solidFill>
                  <a:latin typeface="Arial Narrow" panose="020B0606020202030204" pitchFamily="34" charset="0"/>
                  <a:ea typeface="楷体_GB2312" charset="-122"/>
                  <a:cs typeface="楷体_GB2312" charset="-122"/>
                </a:defRPr>
              </a:lvl5pPr>
            </a:lstStyle>
            <a:p>
              <a:pPr marL="0" lvl="0" indent="0" eaLnBrk="1" hangingPunct="1">
                <a:lnSpc>
                  <a:spcPct val="100000"/>
                </a:lnSpc>
                <a:spcBef>
                  <a:spcPct val="5000"/>
                </a:spcBef>
              </a:pPr>
              <a:r>
                <a:rPr lang="en-US" altLang="zh-CN" b="1" i="1" dirty="0">
                  <a:solidFill>
                    <a:srgbClr val="000000"/>
                  </a:solidFill>
                  <a:ea typeface="楷体_GB2312" charset="-122"/>
                </a:rPr>
                <a:t>J</a:t>
              </a:r>
              <a:r>
                <a:rPr lang="en-US" altLang="zh-CN" b="1" baseline="-25000" dirty="0">
                  <a:solidFill>
                    <a:srgbClr val="000000"/>
                  </a:solidFill>
                  <a:ea typeface="楷体_GB2312" charset="-122"/>
                </a:rPr>
                <a:t>3 </a:t>
              </a:r>
              <a:r>
                <a:rPr lang="en-US" altLang="zh-CN" b="1" i="1" dirty="0">
                  <a:solidFill>
                    <a:srgbClr val="000000"/>
                  </a:solidFill>
                  <a:ea typeface="楷体_GB2312" charset="-122"/>
                </a:rPr>
                <a:t>= q</a:t>
              </a:r>
              <a:r>
                <a:rPr lang="en-US" altLang="zh-CN" b="1" baseline="-25000" dirty="0">
                  <a:solidFill>
                    <a:srgbClr val="000000"/>
                  </a:solidFill>
                  <a:ea typeface="楷体_GB2312" charset="-122"/>
                </a:rPr>
                <a:t>1</a:t>
              </a:r>
              <a:r>
                <a:rPr lang="en-US" altLang="zh-CN" b="1" i="1" dirty="0">
                  <a:solidFill>
                    <a:srgbClr val="000000"/>
                  </a:solidFill>
                  <a:ea typeface="楷体_GB2312" charset="-122"/>
                </a:rPr>
                <a:t>q</a:t>
              </a:r>
              <a:r>
                <a:rPr lang="en-US" altLang="zh-CN" b="1" baseline="-25000" dirty="0">
                  <a:solidFill>
                    <a:srgbClr val="000000"/>
                  </a:solidFill>
                  <a:ea typeface="楷体_GB2312" charset="-122"/>
                </a:rPr>
                <a:t>2</a:t>
              </a:r>
              <a:r>
                <a:rPr lang="en-US" altLang="zh-CN" b="1" i="1" dirty="0">
                  <a:solidFill>
                    <a:srgbClr val="000000"/>
                  </a:solidFill>
                  <a:ea typeface="楷体_GB2312" charset="-122"/>
                </a:rPr>
                <a:t> ,     K</a:t>
              </a:r>
              <a:r>
                <a:rPr lang="en-US" altLang="zh-CN" b="1" baseline="-25000" dirty="0">
                  <a:solidFill>
                    <a:srgbClr val="000000"/>
                  </a:solidFill>
                  <a:ea typeface="楷体_GB2312" charset="-122"/>
                </a:rPr>
                <a:t>3</a:t>
              </a:r>
              <a:r>
                <a:rPr lang="en-US" altLang="zh-CN" b="1" i="1" dirty="0">
                  <a:solidFill>
                    <a:srgbClr val="000000"/>
                  </a:solidFill>
                  <a:ea typeface="楷体_GB2312" charset="-122"/>
                </a:rPr>
                <a:t>= </a:t>
              </a:r>
              <a:r>
                <a:rPr lang="en-US" altLang="zh-CN" b="1" i="1" dirty="0">
                  <a:solidFill>
                    <a:srgbClr val="000000"/>
                  </a:solidFill>
                </a:rPr>
                <a:t>q</a:t>
              </a:r>
              <a:r>
                <a:rPr lang="en-US" altLang="zh-CN" b="1" baseline="-25000" dirty="0">
                  <a:solidFill>
                    <a:srgbClr val="000000"/>
                  </a:solidFill>
                </a:rPr>
                <a:t>2</a:t>
              </a:r>
              <a:r>
                <a:rPr lang="en-US" altLang="zh-CN" b="1" dirty="0">
                  <a:solidFill>
                    <a:srgbClr val="000000"/>
                  </a:solidFill>
                </a:rPr>
                <a:t> </a:t>
              </a:r>
              <a:endParaRPr lang="en-US" altLang="zh-CN" b="1" dirty="0">
                <a:solidFill>
                  <a:srgbClr val="000000"/>
                </a:solidFill>
              </a:endParaRPr>
            </a:p>
          </p:txBody>
        </p:sp>
      </p:grpSp>
      <p:grpSp>
        <p:nvGrpSpPr>
          <p:cNvPr id="208899" name="组合 2"/>
          <p:cNvGrpSpPr/>
          <p:nvPr/>
        </p:nvGrpSpPr>
        <p:grpSpPr>
          <a:xfrm>
            <a:off x="1365250" y="1941513"/>
            <a:ext cx="3530600" cy="1773237"/>
            <a:chOff x="611188" y="2195003"/>
            <a:chExt cx="3530600" cy="1773556"/>
          </a:xfrm>
        </p:grpSpPr>
        <p:sp>
          <p:nvSpPr>
            <p:cNvPr id="208906" name="Text Box 16"/>
            <p:cNvSpPr txBox="1"/>
            <p:nvPr/>
          </p:nvSpPr>
          <p:spPr>
            <a:xfrm>
              <a:off x="611188" y="2195003"/>
              <a:ext cx="2984268" cy="492443"/>
            </a:xfrm>
            <a:prstGeom prst="rect">
              <a:avLst/>
            </a:prstGeom>
            <a:solidFill>
              <a:schemeClr val="bg1"/>
            </a:solidFill>
            <a:ln w="9525">
              <a:noFill/>
            </a:ln>
          </p:spPr>
          <p:txBody>
            <a:bodyPr>
              <a:spAutoFit/>
            </a:bodyPr>
            <a:lstStyle>
              <a:lvl1pPr marL="342900" indent="-342900" algn="l" rtl="0" eaLnBrk="0" fontAlgn="base" hangingPunct="0">
                <a:lnSpc>
                  <a:spcPct val="130000"/>
                </a:lnSpc>
                <a:spcBef>
                  <a:spcPct val="20000"/>
                </a:spcBef>
                <a:spcAft>
                  <a:spcPct val="0"/>
                </a:spcAft>
                <a:defRPr sz="2400">
                  <a:solidFill>
                    <a:srgbClr val="0000FF"/>
                  </a:solidFill>
                  <a:latin typeface="Times New Roman" panose="02020603050405020304" pitchFamily="18" charset="0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lnSpc>
                  <a:spcPct val="13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0000CC"/>
                </a:buClr>
                <a:buSzPct val="80000"/>
                <a:buFont typeface="Wingdings" panose="05000000000000000000" pitchFamily="2" charset="2"/>
                <a:buChar char="o"/>
                <a:defRPr sz="3000" b="1">
                  <a:solidFill>
                    <a:srgbClr val="0000FF"/>
                  </a:solidFill>
                  <a:latin typeface="Arial Narrow" panose="020B0606020202030204" pitchFamily="34" charset="0"/>
                  <a:ea typeface="楷体_GB2312" charset="-122"/>
                  <a:cs typeface="楷体_GB2312" charset="-122"/>
                </a:defRPr>
              </a:lvl2pPr>
              <a:lvl3pPr marL="1143000" indent="-228600" algn="l" rtl="0" eaLnBrk="0" fontAlgn="base" hangingPunct="0">
                <a:lnSpc>
                  <a:spcPct val="13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0000CC"/>
                </a:buClr>
                <a:buSzPct val="80000"/>
                <a:buFont typeface="Wingdings" panose="05000000000000000000" pitchFamily="2" charset="2"/>
                <a:buChar char="n"/>
                <a:defRPr sz="3000" b="1">
                  <a:solidFill>
                    <a:srgbClr val="0000FF"/>
                  </a:solidFill>
                  <a:latin typeface="Arial Narrow" panose="020B0606020202030204" pitchFamily="34" charset="0"/>
                  <a:ea typeface="楷体_GB2312" charset="-122"/>
                  <a:cs typeface="楷体_GB2312" charset="-122"/>
                </a:defRPr>
              </a:lvl3pPr>
              <a:lvl4pPr marL="1600200" indent="-228600" algn="l" rtl="0" eaLnBrk="0" fontAlgn="base" hangingPunct="0">
                <a:lnSpc>
                  <a:spcPct val="13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0000CC"/>
                </a:buClr>
                <a:buSzPct val="80000"/>
                <a:buFont typeface="Wingdings" panose="05000000000000000000" pitchFamily="2" charset="2"/>
                <a:buChar char="o"/>
                <a:defRPr sz="2800" b="1">
                  <a:solidFill>
                    <a:srgbClr val="0000FF"/>
                  </a:solidFill>
                  <a:latin typeface="Arial Narrow" panose="020B0606020202030204" pitchFamily="34" charset="0"/>
                  <a:ea typeface="楷体_GB2312" charset="-122"/>
                  <a:cs typeface="楷体_GB2312" charset="-122"/>
                </a:defRPr>
              </a:lvl4pPr>
              <a:lvl5pPr marL="2057400" indent="-228600" algn="l" rtl="0" eaLnBrk="0" fontAlgn="base" hangingPunct="0">
                <a:lnSpc>
                  <a:spcPct val="13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0000CC"/>
                </a:buClr>
                <a:buSzPct val="80000"/>
                <a:buFont typeface="Wingdings" panose="05000000000000000000" pitchFamily="2" charset="2"/>
                <a:buChar char="o"/>
                <a:defRPr sz="2800" b="1">
                  <a:solidFill>
                    <a:srgbClr val="0000FF"/>
                  </a:solidFill>
                  <a:latin typeface="Arial Narrow" panose="020B0606020202030204" pitchFamily="34" charset="0"/>
                  <a:ea typeface="楷体_GB2312" charset="-122"/>
                  <a:cs typeface="楷体_GB2312" charset="-122"/>
                </a:defRPr>
              </a:lvl5pPr>
            </a:lstStyle>
            <a:p>
              <a:pPr marL="0" lvl="0" indent="0" eaLnBrk="1" hangingPunct="1">
                <a:lnSpc>
                  <a:spcPct val="100000"/>
                </a:lnSpc>
                <a:spcBef>
                  <a:spcPct val="5000"/>
                </a:spcBef>
              </a:pPr>
              <a:r>
                <a:rPr lang="en-US" altLang="zh-CN" sz="2600" b="1" i="1" dirty="0">
                  <a:solidFill>
                    <a:srgbClr val="000099"/>
                  </a:solidFill>
                  <a:ea typeface="楷体_GB2312" charset="-122"/>
                </a:rPr>
                <a:t>Q</a:t>
              </a:r>
              <a:r>
                <a:rPr lang="en-US" altLang="zh-CN" sz="2600" b="1" baseline="-25000" dirty="0">
                  <a:solidFill>
                    <a:srgbClr val="000099"/>
                  </a:solidFill>
                  <a:ea typeface="楷体_GB2312" charset="-122"/>
                </a:rPr>
                <a:t>1 </a:t>
              </a:r>
              <a:r>
                <a:rPr lang="en-US" altLang="zh-CN" sz="2600" b="1" i="1" dirty="0">
                  <a:solidFill>
                    <a:srgbClr val="000099"/>
                  </a:solidFill>
                  <a:ea typeface="楷体_GB2312" charset="-122"/>
                </a:rPr>
                <a:t>= </a:t>
              </a:r>
              <a:r>
                <a:rPr lang="en-US" altLang="zh-CN" sz="2600" b="1" dirty="0">
                  <a:solidFill>
                    <a:srgbClr val="000099"/>
                  </a:solidFill>
                  <a:ea typeface="楷体_GB2312" charset="-122"/>
                </a:rPr>
                <a:t>(</a:t>
              </a:r>
              <a:r>
                <a:rPr lang="en-US" altLang="zh-CN" sz="2600" b="1" i="1" dirty="0">
                  <a:solidFill>
                    <a:srgbClr val="000099"/>
                  </a:solidFill>
                  <a:ea typeface="楷体_GB2312" charset="-122"/>
                </a:rPr>
                <a:t>q</a:t>
              </a:r>
              <a:r>
                <a:rPr lang="en-US" altLang="zh-CN" sz="2600" b="1" baseline="-25000" dirty="0">
                  <a:solidFill>
                    <a:srgbClr val="000099"/>
                  </a:solidFill>
                  <a:ea typeface="楷体_GB2312" charset="-122"/>
                </a:rPr>
                <a:t>2</a:t>
              </a:r>
              <a:r>
                <a:rPr lang="en-US" altLang="zh-CN" sz="2600" b="1" i="1" dirty="0">
                  <a:solidFill>
                    <a:srgbClr val="000099"/>
                  </a:solidFill>
                  <a:ea typeface="楷体_GB2312" charset="-122"/>
                </a:rPr>
                <a:t>q</a:t>
              </a:r>
              <a:r>
                <a:rPr lang="en-US" altLang="zh-CN" sz="2600" b="1" baseline="-25000" dirty="0">
                  <a:solidFill>
                    <a:srgbClr val="000099"/>
                  </a:solidFill>
                  <a:ea typeface="楷体_GB2312" charset="-122"/>
                </a:rPr>
                <a:t>3</a:t>
              </a:r>
              <a:r>
                <a:rPr lang="en-US" altLang="zh-CN" sz="2600" b="1" dirty="0">
                  <a:solidFill>
                    <a:srgbClr val="000099"/>
                  </a:solidFill>
                  <a:ea typeface="楷体_GB2312" charset="-122"/>
                </a:rPr>
                <a:t>)</a:t>
              </a:r>
              <a:r>
                <a:rPr lang="en-US" altLang="zh-CN" sz="2600" b="1" i="1" dirty="0">
                  <a:solidFill>
                    <a:srgbClr val="000099"/>
                  </a:solidFill>
                  <a:ea typeface="楷体_GB2312" charset="-122"/>
                </a:rPr>
                <a:t>'· q'</a:t>
              </a:r>
              <a:r>
                <a:rPr lang="en-US" altLang="zh-CN" sz="2600" b="1" baseline="-25000" dirty="0">
                  <a:solidFill>
                    <a:srgbClr val="000099"/>
                  </a:solidFill>
                  <a:ea typeface="楷体_GB2312" charset="-122"/>
                </a:rPr>
                <a:t>1</a:t>
              </a:r>
              <a:endParaRPr lang="en-US" altLang="zh-CN" sz="2600" b="1" dirty="0">
                <a:solidFill>
                  <a:srgbClr val="000099"/>
                </a:solidFill>
                <a:ea typeface="楷体_GB2312" charset="-122"/>
              </a:endParaRPr>
            </a:p>
          </p:txBody>
        </p:sp>
        <p:sp>
          <p:nvSpPr>
            <p:cNvPr id="208907" name="Text Box 17"/>
            <p:cNvSpPr txBox="1"/>
            <p:nvPr/>
          </p:nvSpPr>
          <p:spPr>
            <a:xfrm>
              <a:off x="612775" y="2842703"/>
              <a:ext cx="3529013" cy="492443"/>
            </a:xfrm>
            <a:prstGeom prst="rect">
              <a:avLst/>
            </a:prstGeom>
            <a:solidFill>
              <a:schemeClr val="bg1"/>
            </a:solidFill>
            <a:ln w="9525">
              <a:noFill/>
            </a:ln>
          </p:spPr>
          <p:txBody>
            <a:bodyPr>
              <a:spAutoFit/>
            </a:bodyPr>
            <a:lstStyle>
              <a:lvl1pPr marL="342900" indent="-342900" algn="l" rtl="0" eaLnBrk="0" fontAlgn="base" hangingPunct="0">
                <a:lnSpc>
                  <a:spcPct val="130000"/>
                </a:lnSpc>
                <a:spcBef>
                  <a:spcPct val="20000"/>
                </a:spcBef>
                <a:spcAft>
                  <a:spcPct val="0"/>
                </a:spcAft>
                <a:defRPr sz="2400">
                  <a:solidFill>
                    <a:srgbClr val="0000FF"/>
                  </a:solidFill>
                  <a:latin typeface="Times New Roman" panose="02020603050405020304" pitchFamily="18" charset="0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lnSpc>
                  <a:spcPct val="13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0000CC"/>
                </a:buClr>
                <a:buSzPct val="80000"/>
                <a:buFont typeface="Wingdings" panose="05000000000000000000" pitchFamily="2" charset="2"/>
                <a:buChar char="o"/>
                <a:defRPr sz="3000" b="1">
                  <a:solidFill>
                    <a:srgbClr val="0000FF"/>
                  </a:solidFill>
                  <a:latin typeface="Arial Narrow" panose="020B0606020202030204" pitchFamily="34" charset="0"/>
                  <a:ea typeface="楷体_GB2312" charset="-122"/>
                  <a:cs typeface="楷体_GB2312" charset="-122"/>
                </a:defRPr>
              </a:lvl2pPr>
              <a:lvl3pPr marL="1143000" indent="-228600" algn="l" rtl="0" eaLnBrk="0" fontAlgn="base" hangingPunct="0">
                <a:lnSpc>
                  <a:spcPct val="13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0000CC"/>
                </a:buClr>
                <a:buSzPct val="80000"/>
                <a:buFont typeface="Wingdings" panose="05000000000000000000" pitchFamily="2" charset="2"/>
                <a:buChar char="n"/>
                <a:defRPr sz="3000" b="1">
                  <a:solidFill>
                    <a:srgbClr val="0000FF"/>
                  </a:solidFill>
                  <a:latin typeface="Arial Narrow" panose="020B0606020202030204" pitchFamily="34" charset="0"/>
                  <a:ea typeface="楷体_GB2312" charset="-122"/>
                  <a:cs typeface="楷体_GB2312" charset="-122"/>
                </a:defRPr>
              </a:lvl3pPr>
              <a:lvl4pPr marL="1600200" indent="-228600" algn="l" rtl="0" eaLnBrk="0" fontAlgn="base" hangingPunct="0">
                <a:lnSpc>
                  <a:spcPct val="13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0000CC"/>
                </a:buClr>
                <a:buSzPct val="80000"/>
                <a:buFont typeface="Wingdings" panose="05000000000000000000" pitchFamily="2" charset="2"/>
                <a:buChar char="o"/>
                <a:defRPr sz="2800" b="1">
                  <a:solidFill>
                    <a:srgbClr val="0000FF"/>
                  </a:solidFill>
                  <a:latin typeface="Arial Narrow" panose="020B0606020202030204" pitchFamily="34" charset="0"/>
                  <a:ea typeface="楷体_GB2312" charset="-122"/>
                  <a:cs typeface="楷体_GB2312" charset="-122"/>
                </a:defRPr>
              </a:lvl4pPr>
              <a:lvl5pPr marL="2057400" indent="-228600" algn="l" rtl="0" eaLnBrk="0" fontAlgn="base" hangingPunct="0">
                <a:lnSpc>
                  <a:spcPct val="13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0000CC"/>
                </a:buClr>
                <a:buSzPct val="80000"/>
                <a:buFont typeface="Wingdings" panose="05000000000000000000" pitchFamily="2" charset="2"/>
                <a:buChar char="o"/>
                <a:defRPr sz="2800" b="1">
                  <a:solidFill>
                    <a:srgbClr val="0000FF"/>
                  </a:solidFill>
                  <a:latin typeface="Arial Narrow" panose="020B0606020202030204" pitchFamily="34" charset="0"/>
                  <a:ea typeface="楷体_GB2312" charset="-122"/>
                  <a:cs typeface="楷体_GB2312" charset="-122"/>
                </a:defRPr>
              </a:lvl5pPr>
            </a:lstStyle>
            <a:p>
              <a:pPr marL="0" lvl="0" indent="0" eaLnBrk="1" hangingPunct="1">
                <a:lnSpc>
                  <a:spcPct val="100000"/>
                </a:lnSpc>
                <a:spcBef>
                  <a:spcPct val="5000"/>
                </a:spcBef>
              </a:pPr>
              <a:r>
                <a:rPr lang="en-US" altLang="zh-CN" sz="2600" b="1" i="1" dirty="0">
                  <a:solidFill>
                    <a:srgbClr val="000099"/>
                  </a:solidFill>
                  <a:ea typeface="楷体_GB2312" charset="-122"/>
                </a:rPr>
                <a:t>Q</a:t>
              </a:r>
              <a:r>
                <a:rPr lang="en-US" altLang="zh-CN" sz="2600" b="1" baseline="-25000" dirty="0">
                  <a:solidFill>
                    <a:srgbClr val="000099"/>
                  </a:solidFill>
                  <a:ea typeface="楷体_GB2312" charset="-122"/>
                </a:rPr>
                <a:t>2 </a:t>
              </a:r>
              <a:r>
                <a:rPr lang="en-US" altLang="zh-CN" sz="2600" b="1" i="1" dirty="0">
                  <a:solidFill>
                    <a:srgbClr val="000099"/>
                  </a:solidFill>
                  <a:ea typeface="楷体_GB2312" charset="-122"/>
                </a:rPr>
                <a:t>= q</a:t>
              </a:r>
              <a:r>
                <a:rPr lang="en-US" altLang="zh-CN" sz="2600" b="1" baseline="-25000" dirty="0">
                  <a:solidFill>
                    <a:srgbClr val="000099"/>
                  </a:solidFill>
                  <a:ea typeface="楷体_GB2312" charset="-122"/>
                </a:rPr>
                <a:t>1</a:t>
              </a:r>
              <a:r>
                <a:rPr lang="en-US" altLang="zh-CN" sz="2600" b="1" i="1" dirty="0">
                  <a:solidFill>
                    <a:srgbClr val="000099"/>
                  </a:solidFill>
                </a:rPr>
                <a:t>q'</a:t>
              </a:r>
              <a:r>
                <a:rPr lang="en-US" altLang="zh-CN" sz="2600" b="1" baseline="-25000" dirty="0">
                  <a:solidFill>
                    <a:srgbClr val="000099"/>
                  </a:solidFill>
                  <a:ea typeface="楷体_GB2312" charset="-122"/>
                </a:rPr>
                <a:t>2 </a:t>
              </a:r>
              <a:r>
                <a:rPr lang="en-US" altLang="zh-CN" sz="2600" b="1" i="1" dirty="0">
                  <a:solidFill>
                    <a:srgbClr val="000099"/>
                  </a:solidFill>
                </a:rPr>
                <a:t>+ q</a:t>
              </a:r>
              <a:r>
                <a:rPr lang="en-US" altLang="zh-CN" sz="2600" b="1" i="1" dirty="0">
                  <a:solidFill>
                    <a:srgbClr val="000099"/>
                  </a:solidFill>
                  <a:ea typeface="楷体_GB2312" charset="-122"/>
                </a:rPr>
                <a:t>'</a:t>
              </a:r>
              <a:r>
                <a:rPr lang="en-US" altLang="zh-CN" sz="2600" b="1" baseline="-25000" dirty="0">
                  <a:solidFill>
                    <a:srgbClr val="000099"/>
                  </a:solidFill>
                  <a:ea typeface="楷体_GB2312" charset="-122"/>
                </a:rPr>
                <a:t>1</a:t>
              </a:r>
              <a:r>
                <a:rPr lang="en-US" altLang="zh-CN" sz="2600" b="1" i="1" dirty="0">
                  <a:solidFill>
                    <a:srgbClr val="000099"/>
                  </a:solidFill>
                </a:rPr>
                <a:t>q</a:t>
              </a:r>
              <a:r>
                <a:rPr lang="en-US" altLang="zh-CN" sz="2600" b="1" i="1" dirty="0">
                  <a:solidFill>
                    <a:srgbClr val="000099"/>
                  </a:solidFill>
                  <a:ea typeface="楷体_GB2312" charset="-122"/>
                </a:rPr>
                <a:t>'</a:t>
              </a:r>
              <a:r>
                <a:rPr lang="en-US" altLang="zh-CN" sz="2600" b="1" baseline="-25000" dirty="0">
                  <a:solidFill>
                    <a:srgbClr val="000099"/>
                  </a:solidFill>
                  <a:ea typeface="楷体_GB2312" charset="-122"/>
                </a:rPr>
                <a:t>3</a:t>
              </a:r>
              <a:r>
                <a:rPr lang="en-US" altLang="zh-CN" sz="2600" b="1" i="1" dirty="0">
                  <a:solidFill>
                    <a:srgbClr val="000099"/>
                  </a:solidFill>
                </a:rPr>
                <a:t>q</a:t>
              </a:r>
              <a:r>
                <a:rPr lang="en-US" altLang="zh-CN" sz="2600" b="1" baseline="-25000" dirty="0">
                  <a:solidFill>
                    <a:srgbClr val="000099"/>
                  </a:solidFill>
                  <a:ea typeface="楷体_GB2312" charset="-122"/>
                </a:rPr>
                <a:t>2</a:t>
              </a:r>
              <a:r>
                <a:rPr lang="en-US" altLang="zh-CN" sz="2600" b="1" dirty="0">
                  <a:solidFill>
                    <a:srgbClr val="007A77"/>
                  </a:solidFill>
                </a:rPr>
                <a:t> </a:t>
              </a:r>
              <a:endParaRPr lang="en-US" altLang="zh-CN" sz="2600" b="1" dirty="0">
                <a:solidFill>
                  <a:srgbClr val="007A77"/>
                </a:solidFill>
              </a:endParaRPr>
            </a:p>
          </p:txBody>
        </p:sp>
        <p:sp>
          <p:nvSpPr>
            <p:cNvPr id="208908" name="Text Box 18"/>
            <p:cNvSpPr txBox="1"/>
            <p:nvPr/>
          </p:nvSpPr>
          <p:spPr>
            <a:xfrm>
              <a:off x="611188" y="3476116"/>
              <a:ext cx="3181351" cy="492443"/>
            </a:xfrm>
            <a:prstGeom prst="rect">
              <a:avLst/>
            </a:prstGeom>
            <a:solidFill>
              <a:schemeClr val="bg1"/>
            </a:solidFill>
            <a:ln w="9525">
              <a:noFill/>
            </a:ln>
          </p:spPr>
          <p:txBody>
            <a:bodyPr>
              <a:spAutoFit/>
            </a:bodyPr>
            <a:lstStyle>
              <a:lvl1pPr marL="342900" indent="-342900" algn="l" rtl="0" eaLnBrk="0" fontAlgn="base" hangingPunct="0">
                <a:lnSpc>
                  <a:spcPct val="130000"/>
                </a:lnSpc>
                <a:spcBef>
                  <a:spcPct val="20000"/>
                </a:spcBef>
                <a:spcAft>
                  <a:spcPct val="0"/>
                </a:spcAft>
                <a:defRPr sz="2400">
                  <a:solidFill>
                    <a:srgbClr val="0000FF"/>
                  </a:solidFill>
                  <a:latin typeface="Times New Roman" panose="02020603050405020304" pitchFamily="18" charset="0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lnSpc>
                  <a:spcPct val="13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0000CC"/>
                </a:buClr>
                <a:buSzPct val="80000"/>
                <a:buFont typeface="Wingdings" panose="05000000000000000000" pitchFamily="2" charset="2"/>
                <a:buChar char="o"/>
                <a:defRPr sz="3000" b="1">
                  <a:solidFill>
                    <a:srgbClr val="0000FF"/>
                  </a:solidFill>
                  <a:latin typeface="Arial Narrow" panose="020B0606020202030204" pitchFamily="34" charset="0"/>
                  <a:ea typeface="楷体_GB2312" charset="-122"/>
                  <a:cs typeface="楷体_GB2312" charset="-122"/>
                </a:defRPr>
              </a:lvl2pPr>
              <a:lvl3pPr marL="1143000" indent="-228600" algn="l" rtl="0" eaLnBrk="0" fontAlgn="base" hangingPunct="0">
                <a:lnSpc>
                  <a:spcPct val="13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0000CC"/>
                </a:buClr>
                <a:buSzPct val="80000"/>
                <a:buFont typeface="Wingdings" panose="05000000000000000000" pitchFamily="2" charset="2"/>
                <a:buChar char="n"/>
                <a:defRPr sz="3000" b="1">
                  <a:solidFill>
                    <a:srgbClr val="0000FF"/>
                  </a:solidFill>
                  <a:latin typeface="Arial Narrow" panose="020B0606020202030204" pitchFamily="34" charset="0"/>
                  <a:ea typeface="楷体_GB2312" charset="-122"/>
                  <a:cs typeface="楷体_GB2312" charset="-122"/>
                </a:defRPr>
              </a:lvl3pPr>
              <a:lvl4pPr marL="1600200" indent="-228600" algn="l" rtl="0" eaLnBrk="0" fontAlgn="base" hangingPunct="0">
                <a:lnSpc>
                  <a:spcPct val="13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0000CC"/>
                </a:buClr>
                <a:buSzPct val="80000"/>
                <a:buFont typeface="Wingdings" panose="05000000000000000000" pitchFamily="2" charset="2"/>
                <a:buChar char="o"/>
                <a:defRPr sz="2800" b="1">
                  <a:solidFill>
                    <a:srgbClr val="0000FF"/>
                  </a:solidFill>
                  <a:latin typeface="Arial Narrow" panose="020B0606020202030204" pitchFamily="34" charset="0"/>
                  <a:ea typeface="楷体_GB2312" charset="-122"/>
                  <a:cs typeface="楷体_GB2312" charset="-122"/>
                </a:defRPr>
              </a:lvl4pPr>
              <a:lvl5pPr marL="2057400" indent="-228600" algn="l" rtl="0" eaLnBrk="0" fontAlgn="base" hangingPunct="0">
                <a:lnSpc>
                  <a:spcPct val="13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0000CC"/>
                </a:buClr>
                <a:buSzPct val="80000"/>
                <a:buFont typeface="Wingdings" panose="05000000000000000000" pitchFamily="2" charset="2"/>
                <a:buChar char="o"/>
                <a:defRPr sz="2800" b="1">
                  <a:solidFill>
                    <a:srgbClr val="0000FF"/>
                  </a:solidFill>
                  <a:latin typeface="Arial Narrow" panose="020B0606020202030204" pitchFamily="34" charset="0"/>
                  <a:ea typeface="楷体_GB2312" charset="-122"/>
                  <a:cs typeface="楷体_GB2312" charset="-122"/>
                </a:defRPr>
              </a:lvl5pPr>
            </a:lstStyle>
            <a:p>
              <a:pPr marL="0" lvl="0" indent="0" eaLnBrk="1" hangingPunct="1">
                <a:lnSpc>
                  <a:spcPct val="100000"/>
                </a:lnSpc>
                <a:spcBef>
                  <a:spcPct val="5000"/>
                </a:spcBef>
              </a:pPr>
              <a:r>
                <a:rPr lang="en-US" altLang="zh-CN" sz="2600" b="1" i="1" dirty="0">
                  <a:solidFill>
                    <a:srgbClr val="000099"/>
                  </a:solidFill>
                  <a:ea typeface="楷体_GB2312" charset="-122"/>
                </a:rPr>
                <a:t>Q</a:t>
              </a:r>
              <a:r>
                <a:rPr lang="en-US" altLang="zh-CN" sz="2600" b="1" baseline="-25000" dirty="0">
                  <a:solidFill>
                    <a:srgbClr val="000099"/>
                  </a:solidFill>
                  <a:ea typeface="楷体_GB2312" charset="-122"/>
                </a:rPr>
                <a:t>3</a:t>
              </a:r>
              <a:r>
                <a:rPr lang="en-US" altLang="zh-CN" sz="2600" b="1" i="1" dirty="0">
                  <a:solidFill>
                    <a:srgbClr val="000099"/>
                  </a:solidFill>
                  <a:ea typeface="楷体_GB2312" charset="-122"/>
                </a:rPr>
                <a:t>= q</a:t>
              </a:r>
              <a:r>
                <a:rPr lang="en-US" altLang="zh-CN" sz="2600" b="1" baseline="-25000" dirty="0">
                  <a:solidFill>
                    <a:srgbClr val="000099"/>
                  </a:solidFill>
                  <a:ea typeface="楷体_GB2312" charset="-122"/>
                </a:rPr>
                <a:t>1</a:t>
              </a:r>
              <a:r>
                <a:rPr lang="en-US" altLang="zh-CN" sz="2600" b="1" i="1" dirty="0">
                  <a:solidFill>
                    <a:srgbClr val="000099"/>
                  </a:solidFill>
                  <a:ea typeface="楷体_GB2312" charset="-122"/>
                </a:rPr>
                <a:t>q</a:t>
              </a:r>
              <a:r>
                <a:rPr lang="en-US" altLang="zh-CN" sz="2600" b="1" baseline="-25000" dirty="0">
                  <a:solidFill>
                    <a:srgbClr val="000099"/>
                  </a:solidFill>
                  <a:ea typeface="楷体_GB2312" charset="-122"/>
                </a:rPr>
                <a:t>2</a:t>
              </a:r>
              <a:r>
                <a:rPr lang="en-US" altLang="zh-CN" sz="2600" b="1" i="1" dirty="0">
                  <a:solidFill>
                    <a:srgbClr val="000099"/>
                  </a:solidFill>
                </a:rPr>
                <a:t>q'</a:t>
              </a:r>
              <a:r>
                <a:rPr lang="en-US" altLang="zh-CN" sz="2600" b="1" baseline="-25000" dirty="0">
                  <a:solidFill>
                    <a:srgbClr val="000099"/>
                  </a:solidFill>
                </a:rPr>
                <a:t>3 </a:t>
              </a:r>
              <a:r>
                <a:rPr lang="en-US" altLang="zh-CN" sz="2600" b="1" i="1" dirty="0">
                  <a:solidFill>
                    <a:srgbClr val="000099"/>
                  </a:solidFill>
                  <a:ea typeface="楷体_GB2312" charset="-122"/>
                </a:rPr>
                <a:t>+ </a:t>
              </a:r>
              <a:r>
                <a:rPr lang="en-US" altLang="zh-CN" sz="2600" b="1" i="1" dirty="0">
                  <a:solidFill>
                    <a:srgbClr val="000099"/>
                  </a:solidFill>
                </a:rPr>
                <a:t>q</a:t>
              </a:r>
              <a:r>
                <a:rPr lang="en-US" altLang="zh-CN" sz="2600" b="1" i="1" dirty="0">
                  <a:solidFill>
                    <a:srgbClr val="000099"/>
                  </a:solidFill>
                  <a:ea typeface="楷体_GB2312" charset="-122"/>
                </a:rPr>
                <a:t>'</a:t>
              </a:r>
              <a:r>
                <a:rPr lang="en-US" altLang="zh-CN" sz="2600" b="1" baseline="-25000" dirty="0">
                  <a:solidFill>
                    <a:srgbClr val="000099"/>
                  </a:solidFill>
                </a:rPr>
                <a:t>2</a:t>
              </a:r>
              <a:r>
                <a:rPr lang="en-US" altLang="zh-CN" sz="2600" b="1" i="1" dirty="0">
                  <a:solidFill>
                    <a:srgbClr val="000099"/>
                  </a:solidFill>
                </a:rPr>
                <a:t>q</a:t>
              </a:r>
              <a:r>
                <a:rPr lang="en-US" altLang="zh-CN" sz="2600" b="1" baseline="-25000" dirty="0">
                  <a:solidFill>
                    <a:srgbClr val="000099"/>
                  </a:solidFill>
                </a:rPr>
                <a:t>3</a:t>
              </a:r>
              <a:endParaRPr lang="en-US" altLang="zh-CN" sz="2600" b="1" baseline="-25000" dirty="0">
                <a:solidFill>
                  <a:srgbClr val="000099"/>
                </a:solidFill>
              </a:endParaRPr>
            </a:p>
          </p:txBody>
        </p:sp>
      </p:grpSp>
      <p:sp>
        <p:nvSpPr>
          <p:cNvPr id="14" name="标题 2"/>
          <p:cNvSpPr>
            <a:spLocks noGrp="1"/>
          </p:cNvSpPr>
          <p:nvPr>
            <p:ph type="title"/>
          </p:nvPr>
        </p:nvSpPr>
        <p:spPr>
          <a:xfrm>
            <a:off x="498475" y="417513"/>
            <a:ext cx="6746875" cy="725488"/>
          </a:xfrm>
        </p:spPr>
        <p:txBody>
          <a:bodyPr vert="horz" wrap="square" lIns="91440" tIns="45720" rIns="91440" bIns="45720" numCol="1" anchor="ctr" anchorCtr="0" compatLnSpc="1"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+mj-lt"/>
                <a:ea typeface="楷体_GB2312" charset="-122"/>
                <a:cs typeface="+mj-cs"/>
                <a:sym typeface="+mn-ea"/>
              </a:rPr>
              <a:t>6.10 </a:t>
            </a:r>
            <a:r>
              <a:rPr kumimoji="0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+mj-lt"/>
                <a:ea typeface="楷体_GB2312" charset="-122"/>
                <a:cs typeface="+mj-cs"/>
              </a:rPr>
              <a:t>同步时序电路分析</a:t>
            </a:r>
            <a:endParaRPr kumimoji="0" lang="zh-CN" altLang="en-US" sz="2800" b="1" i="0" u="none" strike="noStrike" kern="1200" cap="none" spc="0" normalizeH="0" baseline="0" noProof="0" dirty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+mj-lt"/>
              <a:ea typeface="楷体_GB2312" charset="-122"/>
              <a:cs typeface="+mj-cs"/>
            </a:endParaRPr>
          </a:p>
        </p:txBody>
      </p:sp>
      <p:sp>
        <p:nvSpPr>
          <p:cNvPr id="208901" name="TextBox 1"/>
          <p:cNvSpPr txBox="1"/>
          <p:nvPr/>
        </p:nvSpPr>
        <p:spPr>
          <a:xfrm>
            <a:off x="498475" y="1206500"/>
            <a:ext cx="8382000" cy="52070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lnSpc>
                <a:spcPct val="130000"/>
              </a:lnSpc>
              <a:spcBef>
                <a:spcPct val="20000"/>
              </a:spcBef>
              <a:spcAft>
                <a:spcPct val="0"/>
              </a:spcAft>
              <a:defRPr sz="2400">
                <a:solidFill>
                  <a:srgbClr val="0000FF"/>
                </a:solidFill>
                <a:latin typeface="Times New Roman" panose="02020603050405020304" pitchFamily="18" charset="0"/>
                <a:ea typeface="+mn-ea"/>
                <a:cs typeface="+mn-cs"/>
              </a:defRPr>
            </a:lvl1pPr>
            <a:lvl2pPr marL="742950" indent="-285750" algn="l" rtl="0" eaLnBrk="0" fontAlgn="base" hangingPunct="0">
              <a:lnSpc>
                <a:spcPct val="130000"/>
              </a:lnSpc>
              <a:spcBef>
                <a:spcPct val="20000"/>
              </a:spcBef>
              <a:spcAft>
                <a:spcPct val="0"/>
              </a:spcAft>
              <a:buClr>
                <a:srgbClr val="0000CC"/>
              </a:buClr>
              <a:buSzPct val="80000"/>
              <a:buFont typeface="Wingdings" panose="05000000000000000000" pitchFamily="2" charset="2"/>
              <a:buChar char="o"/>
              <a:defRPr sz="3000" b="1">
                <a:solidFill>
                  <a:srgbClr val="0000FF"/>
                </a:solidFill>
                <a:latin typeface="Arial Narrow" panose="020B0606020202030204" pitchFamily="34" charset="0"/>
                <a:ea typeface="楷体_GB2312" charset="-122"/>
                <a:cs typeface="楷体_GB2312" charset="-122"/>
              </a:defRPr>
            </a:lvl2pPr>
            <a:lvl3pPr marL="1143000" indent="-228600" algn="l" rtl="0" eaLnBrk="0" fontAlgn="base" hangingPunct="0">
              <a:lnSpc>
                <a:spcPct val="130000"/>
              </a:lnSpc>
              <a:spcBef>
                <a:spcPct val="20000"/>
              </a:spcBef>
              <a:spcAft>
                <a:spcPct val="0"/>
              </a:spcAft>
              <a:buClr>
                <a:srgbClr val="0000CC"/>
              </a:buClr>
              <a:buSzPct val="80000"/>
              <a:buFont typeface="Wingdings" panose="05000000000000000000" pitchFamily="2" charset="2"/>
              <a:buChar char="n"/>
              <a:defRPr sz="3000" b="1">
                <a:solidFill>
                  <a:srgbClr val="0000FF"/>
                </a:solidFill>
                <a:latin typeface="Arial Narrow" panose="020B0606020202030204" pitchFamily="34" charset="0"/>
                <a:ea typeface="楷体_GB2312" charset="-122"/>
                <a:cs typeface="楷体_GB2312" charset="-122"/>
              </a:defRPr>
            </a:lvl3pPr>
            <a:lvl4pPr marL="1600200" indent="-228600" algn="l" rtl="0" eaLnBrk="0" fontAlgn="base" hangingPunct="0">
              <a:lnSpc>
                <a:spcPct val="130000"/>
              </a:lnSpc>
              <a:spcBef>
                <a:spcPct val="20000"/>
              </a:spcBef>
              <a:spcAft>
                <a:spcPct val="0"/>
              </a:spcAft>
              <a:buClr>
                <a:srgbClr val="0000CC"/>
              </a:buClr>
              <a:buSzPct val="80000"/>
              <a:buFont typeface="Wingdings" panose="05000000000000000000" pitchFamily="2" charset="2"/>
              <a:buChar char="o"/>
              <a:defRPr sz="2800" b="1">
                <a:solidFill>
                  <a:srgbClr val="0000FF"/>
                </a:solidFill>
                <a:latin typeface="Arial Narrow" panose="020B0606020202030204" pitchFamily="34" charset="0"/>
                <a:ea typeface="楷体_GB2312" charset="-122"/>
                <a:cs typeface="楷体_GB2312" charset="-122"/>
              </a:defRPr>
            </a:lvl4pPr>
            <a:lvl5pPr marL="2057400" indent="-228600" algn="l" rtl="0" eaLnBrk="0" fontAlgn="base" hangingPunct="0">
              <a:lnSpc>
                <a:spcPct val="130000"/>
              </a:lnSpc>
              <a:spcBef>
                <a:spcPct val="20000"/>
              </a:spcBef>
              <a:spcAft>
                <a:spcPct val="0"/>
              </a:spcAft>
              <a:buClr>
                <a:srgbClr val="0000CC"/>
              </a:buClr>
              <a:buSzPct val="80000"/>
              <a:buFont typeface="Wingdings" panose="05000000000000000000" pitchFamily="2" charset="2"/>
              <a:buChar char="o"/>
              <a:defRPr sz="2800" b="1">
                <a:solidFill>
                  <a:srgbClr val="0000FF"/>
                </a:solidFill>
                <a:latin typeface="Arial Narrow" panose="020B0606020202030204" pitchFamily="34" charset="0"/>
                <a:ea typeface="楷体_GB2312" charset="-122"/>
                <a:cs typeface="楷体_GB2312" charset="-122"/>
              </a:defRPr>
            </a:lvl5pPr>
          </a:lstStyle>
          <a:p>
            <a:pPr marL="0" lvl="0" indent="0">
              <a:spcBef>
                <a:spcPct val="0"/>
              </a:spcBef>
            </a:pPr>
            <a:r>
              <a:rPr lang="zh-CN" altLang="en-US" b="1" dirty="0">
                <a:solidFill>
                  <a:srgbClr val="000000"/>
                </a:solidFill>
              </a:rPr>
              <a:t>（</a:t>
            </a:r>
            <a:r>
              <a:rPr lang="en-US" altLang="zh-CN" b="1" dirty="0">
                <a:solidFill>
                  <a:srgbClr val="000000"/>
                </a:solidFill>
              </a:rPr>
              <a:t>2</a:t>
            </a:r>
            <a:r>
              <a:rPr lang="zh-CN" altLang="en-US" b="1" dirty="0">
                <a:solidFill>
                  <a:srgbClr val="000000"/>
                </a:solidFill>
              </a:rPr>
              <a:t>）代入</a:t>
            </a:r>
            <a:r>
              <a:rPr lang="en-US" altLang="zh-CN" b="1" dirty="0">
                <a:solidFill>
                  <a:srgbClr val="000000"/>
                </a:solidFill>
              </a:rPr>
              <a:t>JK</a:t>
            </a:r>
            <a:r>
              <a:rPr lang="zh-CN" altLang="en-US" b="1" dirty="0">
                <a:solidFill>
                  <a:srgbClr val="000000"/>
                </a:solidFill>
              </a:rPr>
              <a:t>触发器特性方程：</a:t>
            </a:r>
            <a:r>
              <a:rPr lang="en-US" altLang="zh-CN" b="1" i="1" dirty="0">
                <a:solidFill>
                  <a:srgbClr val="000000"/>
                </a:solidFill>
                <a:ea typeface="楷体_GB2312" charset="-122"/>
              </a:rPr>
              <a:t>Q=Jq'+K'q </a:t>
            </a:r>
            <a:r>
              <a:rPr lang="zh-CN" altLang="en-US" b="1" dirty="0">
                <a:solidFill>
                  <a:srgbClr val="000000"/>
                </a:solidFill>
              </a:rPr>
              <a:t>，得到状态方程：</a:t>
            </a:r>
            <a:endParaRPr lang="en-US" altLang="zh-CN" b="1" dirty="0">
              <a:solidFill>
                <a:srgbClr val="000000"/>
              </a:solidFill>
              <a:ea typeface="Times New Roman" panose="02020603050405020304" pitchFamily="18" charset="0"/>
            </a:endParaRPr>
          </a:p>
        </p:txBody>
      </p:sp>
      <p:sp>
        <p:nvSpPr>
          <p:cNvPr id="4" name="箭头: 虚尾 3"/>
          <p:cNvSpPr/>
          <p:nvPr/>
        </p:nvSpPr>
        <p:spPr bwMode="auto">
          <a:xfrm flipH="1">
            <a:off x="4400550" y="2427288"/>
            <a:ext cx="777875" cy="547688"/>
          </a:xfrm>
          <a:prstGeom prst="stripedRightArrow">
            <a:avLst>
              <a:gd name="adj1" fmla="val 49412"/>
              <a:gd name="adj2" fmla="val 43463"/>
            </a:avLst>
          </a:prstGeom>
          <a:solidFill>
            <a:schemeClr val="accent1"/>
          </a:solidFill>
          <a:ln w="12700" cap="flat" cmpd="sng" algn="ctr">
            <a:solidFill>
              <a:srgbClr val="C00000"/>
            </a:solidFill>
            <a:prstDash val="solid"/>
            <a:round/>
            <a:headEnd type="none" w="med" len="med"/>
            <a:tailEnd type="none" w="med" len="med"/>
          </a:ln>
        </p:spPr>
        <p:txBody>
          <a:bodyPr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007A77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208903" name="TextBox 1"/>
          <p:cNvSpPr txBox="1"/>
          <p:nvPr/>
        </p:nvSpPr>
        <p:spPr>
          <a:xfrm>
            <a:off x="1365250" y="4000500"/>
            <a:ext cx="3529013" cy="1004888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lnSpc>
                <a:spcPct val="130000"/>
              </a:lnSpc>
              <a:spcBef>
                <a:spcPct val="20000"/>
              </a:spcBef>
              <a:spcAft>
                <a:spcPct val="0"/>
              </a:spcAft>
              <a:defRPr sz="2400">
                <a:solidFill>
                  <a:srgbClr val="0000FF"/>
                </a:solidFill>
                <a:latin typeface="Times New Roman" panose="02020603050405020304" pitchFamily="18" charset="0"/>
                <a:ea typeface="+mn-ea"/>
                <a:cs typeface="+mn-cs"/>
              </a:defRPr>
            </a:lvl1pPr>
            <a:lvl2pPr marL="742950" indent="-285750" algn="l" rtl="0" eaLnBrk="0" fontAlgn="base" hangingPunct="0">
              <a:lnSpc>
                <a:spcPct val="130000"/>
              </a:lnSpc>
              <a:spcBef>
                <a:spcPct val="20000"/>
              </a:spcBef>
              <a:spcAft>
                <a:spcPct val="0"/>
              </a:spcAft>
              <a:buClr>
                <a:srgbClr val="0000CC"/>
              </a:buClr>
              <a:buSzPct val="80000"/>
              <a:buFont typeface="Wingdings" panose="05000000000000000000" pitchFamily="2" charset="2"/>
              <a:buChar char="o"/>
              <a:defRPr sz="3000" b="1">
                <a:solidFill>
                  <a:srgbClr val="0000FF"/>
                </a:solidFill>
                <a:latin typeface="Arial Narrow" panose="020B0606020202030204" pitchFamily="34" charset="0"/>
                <a:ea typeface="楷体_GB2312" charset="-122"/>
                <a:cs typeface="楷体_GB2312" charset="-122"/>
              </a:defRPr>
            </a:lvl2pPr>
            <a:lvl3pPr marL="1143000" indent="-228600" algn="l" rtl="0" eaLnBrk="0" fontAlgn="base" hangingPunct="0">
              <a:lnSpc>
                <a:spcPct val="130000"/>
              </a:lnSpc>
              <a:spcBef>
                <a:spcPct val="20000"/>
              </a:spcBef>
              <a:spcAft>
                <a:spcPct val="0"/>
              </a:spcAft>
              <a:buClr>
                <a:srgbClr val="0000CC"/>
              </a:buClr>
              <a:buSzPct val="80000"/>
              <a:buFont typeface="Wingdings" panose="05000000000000000000" pitchFamily="2" charset="2"/>
              <a:buChar char="n"/>
              <a:defRPr sz="3000" b="1">
                <a:solidFill>
                  <a:srgbClr val="0000FF"/>
                </a:solidFill>
                <a:latin typeface="Arial Narrow" panose="020B0606020202030204" pitchFamily="34" charset="0"/>
                <a:ea typeface="楷体_GB2312" charset="-122"/>
                <a:cs typeface="楷体_GB2312" charset="-122"/>
              </a:defRPr>
            </a:lvl3pPr>
            <a:lvl4pPr marL="1600200" indent="-228600" algn="l" rtl="0" eaLnBrk="0" fontAlgn="base" hangingPunct="0">
              <a:lnSpc>
                <a:spcPct val="130000"/>
              </a:lnSpc>
              <a:spcBef>
                <a:spcPct val="20000"/>
              </a:spcBef>
              <a:spcAft>
                <a:spcPct val="0"/>
              </a:spcAft>
              <a:buClr>
                <a:srgbClr val="0000CC"/>
              </a:buClr>
              <a:buSzPct val="80000"/>
              <a:buFont typeface="Wingdings" panose="05000000000000000000" pitchFamily="2" charset="2"/>
              <a:buChar char="o"/>
              <a:defRPr sz="2800" b="1">
                <a:solidFill>
                  <a:srgbClr val="0000FF"/>
                </a:solidFill>
                <a:latin typeface="Arial Narrow" panose="020B0606020202030204" pitchFamily="34" charset="0"/>
                <a:ea typeface="楷体_GB2312" charset="-122"/>
                <a:cs typeface="楷体_GB2312" charset="-122"/>
              </a:defRPr>
            </a:lvl4pPr>
            <a:lvl5pPr marL="2057400" indent="-228600" algn="l" rtl="0" eaLnBrk="0" fontAlgn="base" hangingPunct="0">
              <a:lnSpc>
                <a:spcPct val="130000"/>
              </a:lnSpc>
              <a:spcBef>
                <a:spcPct val="20000"/>
              </a:spcBef>
              <a:spcAft>
                <a:spcPct val="0"/>
              </a:spcAft>
              <a:buClr>
                <a:srgbClr val="0000CC"/>
              </a:buClr>
              <a:buSzPct val="80000"/>
              <a:buFont typeface="Wingdings" panose="05000000000000000000" pitchFamily="2" charset="2"/>
              <a:buChar char="o"/>
              <a:defRPr sz="2800" b="1">
                <a:solidFill>
                  <a:srgbClr val="0000FF"/>
                </a:solidFill>
                <a:latin typeface="Arial Narrow" panose="020B0606020202030204" pitchFamily="34" charset="0"/>
                <a:ea typeface="楷体_GB2312" charset="-122"/>
                <a:cs typeface="楷体_GB2312" charset="-122"/>
              </a:defRPr>
            </a:lvl5pPr>
          </a:lstStyle>
          <a:p>
            <a:pPr marL="0" lvl="0" indent="0">
              <a:spcBef>
                <a:spcPct val="0"/>
              </a:spcBef>
            </a:pPr>
            <a:r>
              <a:rPr lang="zh-CN" altLang="en-US" b="1" dirty="0">
                <a:solidFill>
                  <a:srgbClr val="000000"/>
                </a:solidFill>
              </a:rPr>
              <a:t>输出方程：</a:t>
            </a:r>
            <a:r>
              <a:rPr lang="en-US" altLang="zh-CN" b="1" i="1" dirty="0">
                <a:solidFill>
                  <a:srgbClr val="000099"/>
                </a:solidFill>
                <a:ea typeface="楷体_GB2312" charset="-122"/>
              </a:rPr>
              <a:t>Y = q</a:t>
            </a:r>
            <a:r>
              <a:rPr lang="en-US" altLang="zh-CN" b="1" baseline="-25000" dirty="0">
                <a:solidFill>
                  <a:srgbClr val="000099"/>
                </a:solidFill>
                <a:ea typeface="楷体_GB2312" charset="-122"/>
              </a:rPr>
              <a:t>3</a:t>
            </a:r>
            <a:r>
              <a:rPr lang="en-US" altLang="zh-CN" b="1" i="1" dirty="0">
                <a:solidFill>
                  <a:srgbClr val="000099"/>
                </a:solidFill>
                <a:ea typeface="楷体_GB2312" charset="-122"/>
              </a:rPr>
              <a:t>q</a:t>
            </a:r>
            <a:r>
              <a:rPr lang="en-US" altLang="zh-CN" b="1" baseline="-25000" dirty="0">
                <a:solidFill>
                  <a:srgbClr val="000099"/>
                </a:solidFill>
                <a:ea typeface="楷体_GB2312" charset="-122"/>
              </a:rPr>
              <a:t>2</a:t>
            </a:r>
            <a:endParaRPr lang="en-US" altLang="zh-CN" b="1" dirty="0"/>
          </a:p>
          <a:p>
            <a:pPr marL="0" lvl="0" indent="0">
              <a:spcBef>
                <a:spcPct val="0"/>
              </a:spcBef>
            </a:pPr>
            <a:endParaRPr lang="en-US" altLang="zh-CN" b="1" dirty="0">
              <a:solidFill>
                <a:srgbClr val="000000"/>
              </a:solidFill>
              <a:ea typeface="Times New Roman" panose="02020603050405020304" pitchFamily="18" charset="0"/>
            </a:endParaRPr>
          </a:p>
        </p:txBody>
      </p:sp>
      <p:sp>
        <p:nvSpPr>
          <p:cNvPr id="208904" name="TextBox 1"/>
          <p:cNvSpPr txBox="1"/>
          <p:nvPr/>
        </p:nvSpPr>
        <p:spPr>
          <a:xfrm>
            <a:off x="498475" y="4745038"/>
            <a:ext cx="8382000" cy="1001712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lnSpc>
                <a:spcPct val="130000"/>
              </a:lnSpc>
              <a:spcBef>
                <a:spcPct val="20000"/>
              </a:spcBef>
              <a:spcAft>
                <a:spcPct val="0"/>
              </a:spcAft>
              <a:defRPr sz="2400">
                <a:solidFill>
                  <a:srgbClr val="0000FF"/>
                </a:solidFill>
                <a:latin typeface="Times New Roman" panose="02020603050405020304" pitchFamily="18" charset="0"/>
                <a:ea typeface="+mn-ea"/>
                <a:cs typeface="+mn-cs"/>
              </a:defRPr>
            </a:lvl1pPr>
            <a:lvl2pPr marL="742950" indent="-285750" algn="l" rtl="0" eaLnBrk="0" fontAlgn="base" hangingPunct="0">
              <a:lnSpc>
                <a:spcPct val="130000"/>
              </a:lnSpc>
              <a:spcBef>
                <a:spcPct val="20000"/>
              </a:spcBef>
              <a:spcAft>
                <a:spcPct val="0"/>
              </a:spcAft>
              <a:buClr>
                <a:srgbClr val="0000CC"/>
              </a:buClr>
              <a:buSzPct val="80000"/>
              <a:buFont typeface="Wingdings" panose="05000000000000000000" pitchFamily="2" charset="2"/>
              <a:buChar char="o"/>
              <a:defRPr sz="3000" b="1">
                <a:solidFill>
                  <a:srgbClr val="0000FF"/>
                </a:solidFill>
                <a:latin typeface="Arial Narrow" panose="020B0606020202030204" pitchFamily="34" charset="0"/>
                <a:ea typeface="楷体_GB2312" charset="-122"/>
                <a:cs typeface="楷体_GB2312" charset="-122"/>
              </a:defRPr>
            </a:lvl2pPr>
            <a:lvl3pPr marL="1143000" indent="-228600" algn="l" rtl="0" eaLnBrk="0" fontAlgn="base" hangingPunct="0">
              <a:lnSpc>
                <a:spcPct val="130000"/>
              </a:lnSpc>
              <a:spcBef>
                <a:spcPct val="20000"/>
              </a:spcBef>
              <a:spcAft>
                <a:spcPct val="0"/>
              </a:spcAft>
              <a:buClr>
                <a:srgbClr val="0000CC"/>
              </a:buClr>
              <a:buSzPct val="80000"/>
              <a:buFont typeface="Wingdings" panose="05000000000000000000" pitchFamily="2" charset="2"/>
              <a:buChar char="n"/>
              <a:defRPr sz="3000" b="1">
                <a:solidFill>
                  <a:srgbClr val="0000FF"/>
                </a:solidFill>
                <a:latin typeface="Arial Narrow" panose="020B0606020202030204" pitchFamily="34" charset="0"/>
                <a:ea typeface="楷体_GB2312" charset="-122"/>
                <a:cs typeface="楷体_GB2312" charset="-122"/>
              </a:defRPr>
            </a:lvl3pPr>
            <a:lvl4pPr marL="1600200" indent="-228600" algn="l" rtl="0" eaLnBrk="0" fontAlgn="base" hangingPunct="0">
              <a:lnSpc>
                <a:spcPct val="130000"/>
              </a:lnSpc>
              <a:spcBef>
                <a:spcPct val="20000"/>
              </a:spcBef>
              <a:spcAft>
                <a:spcPct val="0"/>
              </a:spcAft>
              <a:buClr>
                <a:srgbClr val="0000CC"/>
              </a:buClr>
              <a:buSzPct val="80000"/>
              <a:buFont typeface="Wingdings" panose="05000000000000000000" pitchFamily="2" charset="2"/>
              <a:buChar char="o"/>
              <a:defRPr sz="2800" b="1">
                <a:solidFill>
                  <a:srgbClr val="0000FF"/>
                </a:solidFill>
                <a:latin typeface="Arial Narrow" panose="020B0606020202030204" pitchFamily="34" charset="0"/>
                <a:ea typeface="楷体_GB2312" charset="-122"/>
                <a:cs typeface="楷体_GB2312" charset="-122"/>
              </a:defRPr>
            </a:lvl4pPr>
            <a:lvl5pPr marL="2057400" indent="-228600" algn="l" rtl="0" eaLnBrk="0" fontAlgn="base" hangingPunct="0">
              <a:lnSpc>
                <a:spcPct val="130000"/>
              </a:lnSpc>
              <a:spcBef>
                <a:spcPct val="20000"/>
              </a:spcBef>
              <a:spcAft>
                <a:spcPct val="0"/>
              </a:spcAft>
              <a:buClr>
                <a:srgbClr val="0000CC"/>
              </a:buClr>
              <a:buSzPct val="80000"/>
              <a:buFont typeface="Wingdings" panose="05000000000000000000" pitchFamily="2" charset="2"/>
              <a:buChar char="o"/>
              <a:defRPr sz="2800" b="1">
                <a:solidFill>
                  <a:srgbClr val="0000FF"/>
                </a:solidFill>
                <a:latin typeface="Arial Narrow" panose="020B0606020202030204" pitchFamily="34" charset="0"/>
                <a:ea typeface="楷体_GB2312" charset="-122"/>
                <a:cs typeface="楷体_GB2312" charset="-122"/>
              </a:defRPr>
            </a:lvl5pPr>
          </a:lstStyle>
          <a:p>
            <a:pPr marL="0" lvl="0" indent="0">
              <a:spcBef>
                <a:spcPct val="0"/>
              </a:spcBef>
            </a:pPr>
            <a:r>
              <a:rPr lang="zh-CN" altLang="en-US" b="1" dirty="0">
                <a:solidFill>
                  <a:srgbClr val="000000"/>
                </a:solidFill>
              </a:rPr>
              <a:t>（</a:t>
            </a:r>
            <a:r>
              <a:rPr lang="en-US" altLang="zh-CN" b="1" dirty="0">
                <a:solidFill>
                  <a:srgbClr val="000000"/>
                </a:solidFill>
              </a:rPr>
              <a:t>3</a:t>
            </a:r>
            <a:r>
              <a:rPr lang="zh-CN" altLang="en-US" b="1" dirty="0">
                <a:solidFill>
                  <a:srgbClr val="000000"/>
                </a:solidFill>
              </a:rPr>
              <a:t>）状态表和状态图：</a:t>
            </a:r>
            <a:endParaRPr lang="en-US" altLang="zh-CN" b="1" dirty="0">
              <a:solidFill>
                <a:srgbClr val="000000"/>
              </a:solidFill>
            </a:endParaRPr>
          </a:p>
          <a:p>
            <a:pPr marL="0" lvl="0" indent="0">
              <a:spcBef>
                <a:spcPct val="0"/>
              </a:spcBef>
            </a:pPr>
            <a:r>
              <a:rPr lang="zh-CN" altLang="en-US" b="1" dirty="0">
                <a:solidFill>
                  <a:srgbClr val="000000"/>
                </a:solidFill>
              </a:rPr>
              <a:t>假设初始状态为</a:t>
            </a:r>
            <a:r>
              <a:rPr lang="en-US" altLang="zh-CN" b="1" i="1" dirty="0">
                <a:solidFill>
                  <a:srgbClr val="000000"/>
                </a:solidFill>
              </a:rPr>
              <a:t>q</a:t>
            </a:r>
            <a:r>
              <a:rPr lang="en-US" altLang="zh-CN" b="1" baseline="-25000" dirty="0">
                <a:solidFill>
                  <a:srgbClr val="000000"/>
                </a:solidFill>
              </a:rPr>
              <a:t>3</a:t>
            </a:r>
            <a:r>
              <a:rPr lang="en-US" altLang="zh-CN" b="1" i="1" dirty="0">
                <a:solidFill>
                  <a:srgbClr val="000000"/>
                </a:solidFill>
              </a:rPr>
              <a:t>q</a:t>
            </a:r>
            <a:r>
              <a:rPr lang="en-US" altLang="zh-CN" b="1" baseline="-25000" dirty="0">
                <a:solidFill>
                  <a:srgbClr val="000000"/>
                </a:solidFill>
              </a:rPr>
              <a:t>2</a:t>
            </a:r>
            <a:r>
              <a:rPr lang="en-US" altLang="zh-CN" b="1" i="1" dirty="0">
                <a:solidFill>
                  <a:srgbClr val="000000"/>
                </a:solidFill>
              </a:rPr>
              <a:t>q</a:t>
            </a:r>
            <a:r>
              <a:rPr lang="en-US" altLang="zh-CN" b="1" baseline="-25000" dirty="0">
                <a:solidFill>
                  <a:srgbClr val="000000"/>
                </a:solidFill>
              </a:rPr>
              <a:t>1</a:t>
            </a:r>
            <a:r>
              <a:rPr lang="en-US" altLang="zh-CN" b="1" dirty="0">
                <a:solidFill>
                  <a:srgbClr val="000000"/>
                </a:solidFill>
              </a:rPr>
              <a:t>=000</a:t>
            </a:r>
            <a:r>
              <a:rPr lang="zh-CN" altLang="en-US" b="1" dirty="0">
                <a:solidFill>
                  <a:srgbClr val="000000"/>
                </a:solidFill>
              </a:rPr>
              <a:t>，代入状态方程和输出方程：</a:t>
            </a:r>
            <a:endParaRPr lang="en-US" altLang="zh-CN" b="1" dirty="0">
              <a:solidFill>
                <a:srgbClr val="000000"/>
              </a:solidFill>
              <a:ea typeface="Times New Roman" panose="02020603050405020304" pitchFamily="18" charset="0"/>
            </a:endParaRPr>
          </a:p>
        </p:txBody>
      </p:sp>
      <p:sp>
        <p:nvSpPr>
          <p:cNvPr id="208905" name="灯片编号占位符 2"/>
          <p:cNvSpPr txBox="1">
            <a:spLocks noGrp="1"/>
          </p:cNvSpPr>
          <p:nvPr>
            <p:ph type="sldNum" sz="quarter" idx="11"/>
          </p:nvPr>
        </p:nvSpPr>
        <p:spPr>
          <a:xfrm>
            <a:off x="8388350" y="6453188"/>
            <a:ext cx="720725" cy="360362"/>
          </a:xfrm>
          <a:noFill/>
          <a:ln>
            <a:noFill/>
          </a:ln>
        </p:spPr>
        <p:txBody>
          <a:bodyPr/>
          <a:p>
            <a:pPr marL="0" indent="0" algn="ctr" eaLnBrk="1" hangingPunct="1">
              <a:lnSpc>
                <a:spcPct val="100000"/>
              </a:lnSpc>
              <a:spcBef>
                <a:spcPct val="0"/>
              </a:spcBef>
            </a:pPr>
            <a:fld id="{9A0DB2DC-4C9A-4742-B13C-FB6460FD3503}" type="slidenum">
              <a:rPr lang="en-US" altLang="zh-CN" sz="1600" dirty="0">
                <a:solidFill>
                  <a:srgbClr val="000000"/>
                </a:solidFill>
                <a:ea typeface="楷体_GB2312" charset="-122"/>
              </a:rPr>
            </a:fld>
            <a:endParaRPr lang="en-US" altLang="zh-CN" sz="1600" dirty="0">
              <a:solidFill>
                <a:srgbClr val="000000"/>
              </a:solidFill>
              <a:ea typeface="楷体_GB2312" charset="-122"/>
            </a:endParaRPr>
          </a:p>
        </p:txBody>
      </p:sp>
    </p:spTree>
  </p:cSld>
  <p:clrMapOvr>
    <a:masterClrMapping/>
  </p:clrMapOvr>
  <p:transition spd="slow">
    <p:randomBar dir="vert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8" presetClass="entr" presetSubtype="1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Left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graphicFrame>
        <p:nvGraphicFramePr>
          <p:cNvPr id="701903" name="Group 463"/>
          <p:cNvGraphicFramePr>
            <a:graphicFrameLocks noGrp="1"/>
          </p:cNvGraphicFramePr>
          <p:nvPr/>
        </p:nvGraphicFramePr>
        <p:xfrm>
          <a:off x="3989388" y="1409700"/>
          <a:ext cx="4329113" cy="4794250"/>
        </p:xfrm>
        <a:graphic>
          <a:graphicData uri="http://schemas.openxmlformats.org/drawingml/2006/table">
            <a:tbl>
              <a:tblPr/>
              <a:tblGrid>
                <a:gridCol w="653429"/>
                <a:gridCol w="488316"/>
                <a:gridCol w="577099"/>
                <a:gridCol w="665884"/>
                <a:gridCol w="603736"/>
                <a:gridCol w="630371"/>
                <a:gridCol w="710276"/>
              </a:tblGrid>
              <a:tr h="647872">
                <a:tc>
                  <a:txBody>
                    <a:bodyPr/>
                    <a:lstStyle>
                      <a:lvl1pPr eaLnBrk="0" hangingPunct="0">
                        <a:defRPr kumimoji="1"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defRPr kumimoji="1"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defRPr kumimoji="1"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defRPr kumimoji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defRPr kumimoji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defRPr kumimoji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defRPr kumimoji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defRPr kumimoji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defRPr kumimoji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65000"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800" b="1" i="1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q</a:t>
                      </a:r>
                      <a:r>
                        <a:rPr kumimoji="1" lang="en-US" altLang="zh-CN" sz="2800" b="1" i="0" u="none" strike="noStrike" cap="none" normalizeH="0" baseline="-2500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3</a:t>
                      </a:r>
                      <a:endParaRPr kumimoji="1" lang="en-US" altLang="zh-CN" sz="2800" b="1" i="0" u="none" strike="noStrike" cap="none" normalizeH="0" baseline="-2500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91448" marR="91448" marT="45732" marB="45732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0" cap="flat" cmpd="sng" algn="ctr">
                      <a:solidFill>
                        <a:srgbClr val="0000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0" cap="flat" cmpd="sng" algn="ctr">
                      <a:solidFill>
                        <a:srgbClr val="0000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defRPr kumimoji="1"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defRPr kumimoji="1"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defRPr kumimoji="1"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defRPr kumimoji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defRPr kumimoji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defRPr kumimoji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defRPr kumimoji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defRPr kumimoji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defRPr kumimoji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65000"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800" b="1" i="1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q</a:t>
                      </a:r>
                      <a:r>
                        <a:rPr kumimoji="1" lang="en-US" altLang="zh-CN" sz="2800" b="1" i="0" u="none" strike="noStrike" cap="none" normalizeH="0" baseline="-2500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2</a:t>
                      </a:r>
                      <a:endParaRPr kumimoji="1" lang="en-US" altLang="zh-CN" sz="2800" b="1" i="0" u="none" strike="noStrike" cap="none" normalizeH="0" baseline="-2500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91448" marR="91448" marT="45732" marB="45732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0" cap="flat" cmpd="sng" algn="ctr">
                      <a:solidFill>
                        <a:srgbClr val="0000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0" cap="flat" cmpd="sng" algn="ctr">
                      <a:solidFill>
                        <a:srgbClr val="0000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defRPr kumimoji="1"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defRPr kumimoji="1"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defRPr kumimoji="1"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defRPr kumimoji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defRPr kumimoji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defRPr kumimoji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defRPr kumimoji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defRPr kumimoji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defRPr kumimoji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65000"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800" b="1" i="1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q</a:t>
                      </a:r>
                      <a:r>
                        <a:rPr kumimoji="1" lang="en-US" altLang="zh-CN" sz="2800" b="1" i="0" u="none" strike="noStrike" cap="none" normalizeH="0" baseline="-2500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1</a:t>
                      </a:r>
                      <a:endParaRPr kumimoji="1" lang="en-US" altLang="zh-CN" sz="2800" b="1" i="0" u="none" strike="noStrike" cap="none" normalizeH="0" baseline="-2500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91448" marR="91448" marT="45732" marB="45732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0" cap="flat" cmpd="sng" algn="ctr">
                      <a:solidFill>
                        <a:srgbClr val="0000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0" cap="flat" cmpd="sng" algn="ctr">
                      <a:solidFill>
                        <a:srgbClr val="0000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0" cap="flat" cmpd="sng" algn="ctr">
                      <a:solidFill>
                        <a:srgbClr val="0000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defRPr kumimoji="1"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defRPr kumimoji="1"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defRPr kumimoji="1"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defRPr kumimoji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defRPr kumimoji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defRPr kumimoji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defRPr kumimoji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defRPr kumimoji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defRPr kumimoji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65000"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600" b="1" i="1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Q</a:t>
                      </a:r>
                      <a:r>
                        <a:rPr kumimoji="1" lang="en-US" altLang="zh-CN" sz="2600" b="1" i="0" u="none" strike="noStrike" cap="none" normalizeH="0" baseline="-2500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3</a:t>
                      </a:r>
                      <a:endParaRPr kumimoji="1" lang="en-US" altLang="en-US" sz="2600" b="1" i="1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91448" marR="91448" marT="45732" marB="45732" horzOverflow="overflow">
                    <a:lnL w="76200" cap="flat" cmpd="sng" algn="ctr">
                      <a:solidFill>
                        <a:srgbClr val="0000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0" cap="flat" cmpd="sng" algn="ctr">
                      <a:solidFill>
                        <a:srgbClr val="0000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0" cap="flat" cmpd="sng" algn="ctr">
                      <a:solidFill>
                        <a:srgbClr val="0000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defRPr kumimoji="1"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defRPr kumimoji="1"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defRPr kumimoji="1"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defRPr kumimoji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defRPr kumimoji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defRPr kumimoji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defRPr kumimoji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defRPr kumimoji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defRPr kumimoji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65000"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600" b="1" i="1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Q</a:t>
                      </a:r>
                      <a:r>
                        <a:rPr kumimoji="1" lang="en-US" altLang="zh-CN" sz="2600" b="1" i="0" u="none" strike="noStrike" cap="none" normalizeH="0" baseline="-2500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2</a:t>
                      </a:r>
                      <a:endParaRPr kumimoji="1" lang="en-US" altLang="zh-CN" sz="2600" b="1" i="1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91448" marR="91448" marT="45732" marB="45732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0" cap="flat" cmpd="sng" algn="ctr">
                      <a:solidFill>
                        <a:srgbClr val="0000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0" cap="flat" cmpd="sng" algn="ctr">
                      <a:solidFill>
                        <a:srgbClr val="0000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defRPr kumimoji="1"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defRPr kumimoji="1"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defRPr kumimoji="1"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defRPr kumimoji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defRPr kumimoji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defRPr kumimoji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defRPr kumimoji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defRPr kumimoji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defRPr kumimoji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65000"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600" b="1" i="1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Q</a:t>
                      </a:r>
                      <a:r>
                        <a:rPr kumimoji="1" lang="en-US" altLang="zh-CN" sz="2600" b="1" i="0" u="none" strike="noStrike" cap="none" normalizeH="0" baseline="-2500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1</a:t>
                      </a:r>
                      <a:endParaRPr kumimoji="1" lang="en-US" altLang="zh-CN" sz="2600" b="1" i="1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91448" marR="91448" marT="45732" marB="45732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0" cap="flat" cmpd="sng" algn="ctr">
                      <a:solidFill>
                        <a:srgbClr val="0000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0" cap="flat" cmpd="sng" algn="ctr">
                      <a:solidFill>
                        <a:srgbClr val="0000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0" cap="flat" cmpd="sng" algn="ctr">
                      <a:solidFill>
                        <a:srgbClr val="0000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defRPr kumimoji="1"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defRPr kumimoji="1"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defRPr kumimoji="1"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defRPr kumimoji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defRPr kumimoji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defRPr kumimoji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defRPr kumimoji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defRPr kumimoji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defRPr kumimoji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65000"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6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Y</a:t>
                      </a:r>
                      <a:endParaRPr kumimoji="1" lang="en-US" altLang="zh-CN" sz="2600" b="1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91448" marR="91448" marT="45732" marB="45732" horzOverflow="overflow">
                    <a:lnL w="76200" cap="flat" cmpd="sng" algn="ctr">
                      <a:solidFill>
                        <a:srgbClr val="0000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57150" cap="flat" cmpd="sng" algn="ctr">
                      <a:solidFill>
                        <a:srgbClr val="0000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0" cap="flat" cmpd="sng" algn="ctr">
                      <a:solidFill>
                        <a:srgbClr val="0000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518297">
                <a:tc>
                  <a:txBody>
                    <a:bodyPr/>
                    <a:lstStyle>
                      <a:lvl1pPr eaLnBrk="0" hangingPunct="0">
                        <a:defRPr kumimoji="1"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defRPr kumimoji="1"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defRPr kumimoji="1"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defRPr kumimoji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defRPr kumimoji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defRPr kumimoji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defRPr kumimoji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defRPr kumimoji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defRPr kumimoji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65000"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8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0</a:t>
                      </a:r>
                      <a:endParaRPr kumimoji="1" lang="en-US" altLang="zh-CN" sz="2800" b="1" i="0" u="none" strike="noStrike" cap="none" normalizeH="0" baseline="0" dirty="0">
                        <a:ln>
                          <a:noFill/>
                        </a:ln>
                        <a:solidFill>
                          <a:srgbClr val="FF0000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91448" marR="91448" marT="45732" marB="45732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0" cap="flat" cmpd="sng" algn="ctr">
                      <a:solidFill>
                        <a:srgbClr val="0000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alpha val="20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defRPr kumimoji="1"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defRPr kumimoji="1"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defRPr kumimoji="1"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defRPr kumimoji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defRPr kumimoji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defRPr kumimoji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defRPr kumimoji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defRPr kumimoji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defRPr kumimoji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65000"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8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0</a:t>
                      </a:r>
                      <a:endParaRPr kumimoji="1" lang="en-US" altLang="zh-CN" sz="2800" b="1" i="0" u="none" strike="noStrike" cap="none" normalizeH="0" baseline="0" dirty="0">
                        <a:ln>
                          <a:noFill/>
                        </a:ln>
                        <a:solidFill>
                          <a:srgbClr val="FF0000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91448" marR="91448" marT="45732" marB="45732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0" cap="flat" cmpd="sng" algn="ctr">
                      <a:solidFill>
                        <a:srgbClr val="0000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alpha val="20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defRPr kumimoji="1"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defRPr kumimoji="1"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defRPr kumimoji="1"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defRPr kumimoji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defRPr kumimoji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defRPr kumimoji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defRPr kumimoji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defRPr kumimoji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defRPr kumimoji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65000"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8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0</a:t>
                      </a:r>
                      <a:endParaRPr kumimoji="1" lang="en-US" altLang="zh-CN" sz="2800" b="1" i="0" u="none" strike="noStrike" cap="none" normalizeH="0" baseline="0" dirty="0">
                        <a:ln>
                          <a:noFill/>
                        </a:ln>
                        <a:solidFill>
                          <a:srgbClr val="FF0000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91448" marR="91448" marT="45732" marB="45732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0" cap="flat" cmpd="sng" algn="ctr">
                      <a:solidFill>
                        <a:srgbClr val="0000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0" cap="flat" cmpd="sng" algn="ctr">
                      <a:solidFill>
                        <a:srgbClr val="0000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alpha val="20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defRPr kumimoji="1"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defRPr kumimoji="1"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defRPr kumimoji="1"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defRPr kumimoji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defRPr kumimoji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defRPr kumimoji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defRPr kumimoji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defRPr kumimoji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defRPr kumimoji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65000"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8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0</a:t>
                      </a:r>
                      <a:endParaRPr kumimoji="1" lang="en-US" altLang="zh-CN" sz="2800" b="1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91448" marR="91448" marT="45732" marB="45732" horzOverflow="overflow">
                    <a:lnL w="76200" cap="flat" cmpd="sng" algn="ctr">
                      <a:solidFill>
                        <a:srgbClr val="0000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0" cap="flat" cmpd="sng" algn="ctr">
                      <a:solidFill>
                        <a:srgbClr val="0000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alpha val="20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defRPr kumimoji="1"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defRPr kumimoji="1"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defRPr kumimoji="1"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defRPr kumimoji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defRPr kumimoji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defRPr kumimoji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defRPr kumimoji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defRPr kumimoji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defRPr kumimoji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65000"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8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0</a:t>
                      </a:r>
                      <a:endParaRPr kumimoji="1" lang="en-US" altLang="zh-CN" sz="2800" b="1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91448" marR="91448" marT="45732" marB="45732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0" cap="flat" cmpd="sng" algn="ctr">
                      <a:solidFill>
                        <a:srgbClr val="0000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alpha val="20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defRPr kumimoji="1"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defRPr kumimoji="1"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defRPr kumimoji="1"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defRPr kumimoji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defRPr kumimoji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defRPr kumimoji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defRPr kumimoji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defRPr kumimoji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defRPr kumimoji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65000"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8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1</a:t>
                      </a:r>
                      <a:endParaRPr kumimoji="1" lang="en-US" altLang="zh-CN" sz="2800" b="1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91448" marR="91448" marT="45732" marB="45732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0" cap="flat" cmpd="sng" algn="ctr">
                      <a:solidFill>
                        <a:srgbClr val="0000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0" cap="flat" cmpd="sng" algn="ctr">
                      <a:solidFill>
                        <a:srgbClr val="0000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alpha val="20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defRPr kumimoji="1"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defRPr kumimoji="1"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defRPr kumimoji="1"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defRPr kumimoji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defRPr kumimoji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defRPr kumimoji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defRPr kumimoji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defRPr kumimoji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defRPr kumimoji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65000"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8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0</a:t>
                      </a:r>
                      <a:endParaRPr kumimoji="1" lang="en-US" altLang="zh-CN" sz="2800" b="1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91448" marR="91448" marT="45732" marB="45732" horzOverflow="overflow">
                    <a:lnL w="76200" cap="flat" cmpd="sng" algn="ctr">
                      <a:solidFill>
                        <a:srgbClr val="0000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57150" cap="flat" cmpd="sng" algn="ctr">
                      <a:solidFill>
                        <a:srgbClr val="0000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alpha val="20000"/>
                      </a:schemeClr>
                    </a:solidFill>
                  </a:tcPr>
                </a:tc>
              </a:tr>
              <a:tr h="518297">
                <a:tc>
                  <a:txBody>
                    <a:bodyPr/>
                    <a:lstStyle>
                      <a:lvl1pPr eaLnBrk="0" hangingPunct="0">
                        <a:defRPr kumimoji="1"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defRPr kumimoji="1"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defRPr kumimoji="1"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defRPr kumimoji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defRPr kumimoji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defRPr kumimoji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defRPr kumimoji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defRPr kumimoji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defRPr kumimoji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65000"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8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0</a:t>
                      </a:r>
                      <a:endParaRPr kumimoji="1" lang="en-US" altLang="zh-CN" sz="2800" b="1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91448" marR="91448" marT="45732" marB="45732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alpha val="20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defRPr kumimoji="1"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defRPr kumimoji="1"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defRPr kumimoji="1"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defRPr kumimoji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defRPr kumimoji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defRPr kumimoji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defRPr kumimoji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defRPr kumimoji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defRPr kumimoji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65000"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8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0</a:t>
                      </a:r>
                      <a:endParaRPr kumimoji="1" lang="en-US" altLang="zh-CN" sz="2800" b="1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91448" marR="91448" marT="45732" marB="45732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alpha val="20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defRPr kumimoji="1"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defRPr kumimoji="1"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defRPr kumimoji="1"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defRPr kumimoji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defRPr kumimoji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defRPr kumimoji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defRPr kumimoji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defRPr kumimoji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defRPr kumimoji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65000"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8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1</a:t>
                      </a:r>
                      <a:endParaRPr kumimoji="1" lang="en-US" altLang="zh-CN" sz="2800" b="1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91448" marR="91448" marT="45732" marB="45732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0" cap="flat" cmpd="sng" algn="ctr">
                      <a:solidFill>
                        <a:srgbClr val="0000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alpha val="20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defRPr kumimoji="1"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defRPr kumimoji="1"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defRPr kumimoji="1"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defRPr kumimoji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defRPr kumimoji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defRPr kumimoji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defRPr kumimoji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defRPr kumimoji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defRPr kumimoji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65000"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8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0</a:t>
                      </a:r>
                      <a:endParaRPr kumimoji="1" lang="en-US" altLang="zh-CN" sz="2800" b="1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91448" marR="91448" marT="45732" marB="45732" horzOverflow="overflow">
                    <a:lnL w="76200" cap="flat" cmpd="sng" algn="ctr">
                      <a:solidFill>
                        <a:srgbClr val="0000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alpha val="20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defRPr kumimoji="1"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defRPr kumimoji="1"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defRPr kumimoji="1"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defRPr kumimoji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defRPr kumimoji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defRPr kumimoji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defRPr kumimoji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defRPr kumimoji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defRPr kumimoji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65000"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8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1</a:t>
                      </a:r>
                      <a:endParaRPr kumimoji="1" lang="en-US" altLang="zh-CN" sz="2800" b="1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91448" marR="91448" marT="45732" marB="45732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alpha val="20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defRPr kumimoji="1"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defRPr kumimoji="1"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defRPr kumimoji="1"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defRPr kumimoji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defRPr kumimoji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defRPr kumimoji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defRPr kumimoji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defRPr kumimoji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defRPr kumimoji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65000"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8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0</a:t>
                      </a:r>
                      <a:endParaRPr kumimoji="1" lang="en-US" altLang="zh-CN" sz="2800" b="1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91448" marR="91448" marT="45732" marB="45732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0" cap="flat" cmpd="sng" algn="ctr">
                      <a:solidFill>
                        <a:srgbClr val="0000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alpha val="20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defRPr kumimoji="1"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defRPr kumimoji="1"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defRPr kumimoji="1"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defRPr kumimoji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defRPr kumimoji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defRPr kumimoji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defRPr kumimoji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defRPr kumimoji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defRPr kumimoji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65000"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8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0</a:t>
                      </a:r>
                      <a:endParaRPr kumimoji="1" lang="en-US" altLang="zh-CN" sz="2800" b="1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91448" marR="91448" marT="45732" marB="45732" horzOverflow="overflow">
                    <a:lnL w="76200" cap="flat" cmpd="sng" algn="ctr">
                      <a:solidFill>
                        <a:srgbClr val="0000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alpha val="20000"/>
                      </a:schemeClr>
                    </a:solidFill>
                  </a:tcPr>
                </a:tc>
              </a:tr>
              <a:tr h="518297">
                <a:tc>
                  <a:txBody>
                    <a:bodyPr/>
                    <a:lstStyle>
                      <a:lvl1pPr eaLnBrk="0" hangingPunct="0">
                        <a:defRPr kumimoji="1"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defRPr kumimoji="1"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defRPr kumimoji="1"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defRPr kumimoji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defRPr kumimoji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defRPr kumimoji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defRPr kumimoji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defRPr kumimoji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defRPr kumimoji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65000"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8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0</a:t>
                      </a:r>
                      <a:endParaRPr kumimoji="1" lang="en-US" altLang="zh-CN" sz="2800" b="1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91448" marR="91448" marT="45732" marB="45732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alpha val="20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defRPr kumimoji="1"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defRPr kumimoji="1"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defRPr kumimoji="1"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defRPr kumimoji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defRPr kumimoji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defRPr kumimoji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defRPr kumimoji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defRPr kumimoji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defRPr kumimoji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65000"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8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1</a:t>
                      </a:r>
                      <a:endParaRPr kumimoji="1" lang="en-US" altLang="zh-CN" sz="2800" b="1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91448" marR="91448" marT="45732" marB="45732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alpha val="20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defRPr kumimoji="1"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defRPr kumimoji="1"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defRPr kumimoji="1"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defRPr kumimoji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defRPr kumimoji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defRPr kumimoji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defRPr kumimoji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defRPr kumimoji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defRPr kumimoji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65000"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8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0</a:t>
                      </a:r>
                      <a:endParaRPr kumimoji="1" lang="en-US" altLang="zh-CN" sz="2800" b="1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91448" marR="91448" marT="45732" marB="45732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0" cap="flat" cmpd="sng" algn="ctr">
                      <a:solidFill>
                        <a:srgbClr val="0000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alpha val="20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defRPr kumimoji="1"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defRPr kumimoji="1"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defRPr kumimoji="1"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defRPr kumimoji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defRPr kumimoji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defRPr kumimoji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defRPr kumimoji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defRPr kumimoji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defRPr kumimoji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65000"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8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0</a:t>
                      </a:r>
                      <a:endParaRPr kumimoji="1" lang="en-US" altLang="zh-CN" sz="2800" b="1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91448" marR="91448" marT="45732" marB="45732" horzOverflow="overflow">
                    <a:lnL w="76200" cap="flat" cmpd="sng" algn="ctr">
                      <a:solidFill>
                        <a:srgbClr val="0000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alpha val="20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defRPr kumimoji="1"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defRPr kumimoji="1"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defRPr kumimoji="1"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defRPr kumimoji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defRPr kumimoji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defRPr kumimoji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defRPr kumimoji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defRPr kumimoji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defRPr kumimoji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65000"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8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1</a:t>
                      </a:r>
                      <a:endParaRPr kumimoji="1" lang="en-US" altLang="zh-CN" sz="2800" b="1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91448" marR="91448" marT="45732" marB="45732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alpha val="20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defRPr kumimoji="1"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defRPr kumimoji="1"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defRPr kumimoji="1"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defRPr kumimoji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defRPr kumimoji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defRPr kumimoji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defRPr kumimoji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defRPr kumimoji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defRPr kumimoji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65000"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8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1</a:t>
                      </a:r>
                      <a:endParaRPr kumimoji="1" lang="en-US" altLang="zh-CN" sz="2800" b="1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91448" marR="91448" marT="45732" marB="45732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0" cap="flat" cmpd="sng" algn="ctr">
                      <a:solidFill>
                        <a:srgbClr val="0000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alpha val="20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defRPr kumimoji="1"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defRPr kumimoji="1"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defRPr kumimoji="1"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defRPr kumimoji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defRPr kumimoji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defRPr kumimoji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defRPr kumimoji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defRPr kumimoji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defRPr kumimoji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65000"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8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0</a:t>
                      </a:r>
                      <a:endParaRPr kumimoji="1" lang="en-US" altLang="zh-CN" sz="2800" b="1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91448" marR="91448" marT="45732" marB="45732" horzOverflow="overflow">
                    <a:lnL w="76200" cap="flat" cmpd="sng" algn="ctr">
                      <a:solidFill>
                        <a:srgbClr val="0000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alpha val="20000"/>
                      </a:schemeClr>
                    </a:solidFill>
                  </a:tcPr>
                </a:tc>
              </a:tr>
              <a:tr h="518297">
                <a:tc>
                  <a:txBody>
                    <a:bodyPr/>
                    <a:lstStyle>
                      <a:lvl1pPr eaLnBrk="0" hangingPunct="0">
                        <a:defRPr kumimoji="1"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defRPr kumimoji="1"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defRPr kumimoji="1"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defRPr kumimoji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defRPr kumimoji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defRPr kumimoji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defRPr kumimoji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defRPr kumimoji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defRPr kumimoji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65000"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8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0</a:t>
                      </a:r>
                      <a:endParaRPr kumimoji="1" lang="en-US" altLang="zh-CN" sz="2800" b="1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91448" marR="91448" marT="45732" marB="45732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alpha val="20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defRPr kumimoji="1"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defRPr kumimoji="1"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defRPr kumimoji="1"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defRPr kumimoji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defRPr kumimoji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defRPr kumimoji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defRPr kumimoji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defRPr kumimoji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defRPr kumimoji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65000"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8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1</a:t>
                      </a:r>
                      <a:endParaRPr kumimoji="1" lang="en-US" altLang="zh-CN" sz="2800" b="1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91448" marR="91448" marT="45732" marB="45732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alpha val="20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defRPr kumimoji="1"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defRPr kumimoji="1"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defRPr kumimoji="1"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defRPr kumimoji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defRPr kumimoji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defRPr kumimoji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defRPr kumimoji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defRPr kumimoji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defRPr kumimoji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65000"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8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1</a:t>
                      </a:r>
                      <a:endParaRPr kumimoji="1" lang="en-US" altLang="zh-CN" sz="2800" b="1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91448" marR="91448" marT="45732" marB="45732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0" cap="flat" cmpd="sng" algn="ctr">
                      <a:solidFill>
                        <a:srgbClr val="0000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alpha val="20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defRPr kumimoji="1"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defRPr kumimoji="1"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defRPr kumimoji="1"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defRPr kumimoji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defRPr kumimoji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defRPr kumimoji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defRPr kumimoji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defRPr kumimoji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defRPr kumimoji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65000"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8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1</a:t>
                      </a:r>
                      <a:endParaRPr kumimoji="1" lang="en-US" altLang="zh-CN" sz="2800" b="1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91448" marR="91448" marT="45732" marB="45732" horzOverflow="overflow">
                    <a:lnL w="76200" cap="flat" cmpd="sng" algn="ctr">
                      <a:solidFill>
                        <a:srgbClr val="0000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alpha val="20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defRPr kumimoji="1"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defRPr kumimoji="1"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defRPr kumimoji="1"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defRPr kumimoji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defRPr kumimoji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defRPr kumimoji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defRPr kumimoji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defRPr kumimoji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defRPr kumimoji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65000"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8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0</a:t>
                      </a:r>
                      <a:endParaRPr kumimoji="1" lang="en-US" altLang="zh-CN" sz="2800" b="1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91448" marR="91448" marT="45732" marB="45732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alpha val="20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defRPr kumimoji="1"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defRPr kumimoji="1"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defRPr kumimoji="1"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defRPr kumimoji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defRPr kumimoji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defRPr kumimoji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defRPr kumimoji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defRPr kumimoji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defRPr kumimoji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65000"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8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0</a:t>
                      </a:r>
                      <a:endParaRPr kumimoji="1" lang="en-US" altLang="zh-CN" sz="2800" b="1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91448" marR="91448" marT="45732" marB="45732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0" cap="flat" cmpd="sng" algn="ctr">
                      <a:solidFill>
                        <a:srgbClr val="0000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alpha val="20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defRPr kumimoji="1"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defRPr kumimoji="1"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defRPr kumimoji="1"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defRPr kumimoji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defRPr kumimoji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defRPr kumimoji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defRPr kumimoji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defRPr kumimoji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defRPr kumimoji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65000"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8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0</a:t>
                      </a:r>
                      <a:endParaRPr kumimoji="1" lang="en-US" altLang="zh-CN" sz="2800" b="1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91448" marR="91448" marT="45732" marB="45732" horzOverflow="overflow">
                    <a:lnL w="76200" cap="flat" cmpd="sng" algn="ctr">
                      <a:solidFill>
                        <a:srgbClr val="0000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alpha val="20000"/>
                      </a:schemeClr>
                    </a:solidFill>
                  </a:tcPr>
                </a:tc>
              </a:tr>
              <a:tr h="518297">
                <a:tc>
                  <a:txBody>
                    <a:bodyPr/>
                    <a:lstStyle>
                      <a:lvl1pPr eaLnBrk="0" hangingPunct="0">
                        <a:defRPr kumimoji="1"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defRPr kumimoji="1"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defRPr kumimoji="1"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defRPr kumimoji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defRPr kumimoji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defRPr kumimoji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defRPr kumimoji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defRPr kumimoji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defRPr kumimoji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65000"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8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1</a:t>
                      </a:r>
                      <a:endParaRPr kumimoji="1" lang="en-US" altLang="zh-CN" sz="2800" b="1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91448" marR="91448" marT="45732" marB="45732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alpha val="20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defRPr kumimoji="1"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defRPr kumimoji="1"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defRPr kumimoji="1"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defRPr kumimoji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defRPr kumimoji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defRPr kumimoji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defRPr kumimoji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defRPr kumimoji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defRPr kumimoji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65000"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8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0</a:t>
                      </a:r>
                      <a:endParaRPr kumimoji="1" lang="en-US" altLang="zh-CN" sz="2800" b="1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91448" marR="91448" marT="45732" marB="45732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alpha val="20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defRPr kumimoji="1"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defRPr kumimoji="1"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defRPr kumimoji="1"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defRPr kumimoji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defRPr kumimoji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defRPr kumimoji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defRPr kumimoji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defRPr kumimoji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defRPr kumimoji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65000"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8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0</a:t>
                      </a:r>
                      <a:endParaRPr kumimoji="1" lang="en-US" altLang="zh-CN" sz="2800" b="1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91448" marR="91448" marT="45732" marB="45732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0" cap="flat" cmpd="sng" algn="ctr">
                      <a:solidFill>
                        <a:srgbClr val="0000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alpha val="20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defRPr kumimoji="1"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defRPr kumimoji="1"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defRPr kumimoji="1"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defRPr kumimoji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defRPr kumimoji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defRPr kumimoji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defRPr kumimoji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defRPr kumimoji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defRPr kumimoji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65000"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8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1</a:t>
                      </a:r>
                      <a:endParaRPr kumimoji="1" lang="en-US" altLang="zh-CN" sz="2800" b="1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91448" marR="91448" marT="45732" marB="45732" horzOverflow="overflow">
                    <a:lnL w="76200" cap="flat" cmpd="sng" algn="ctr">
                      <a:solidFill>
                        <a:srgbClr val="0000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alpha val="20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defRPr kumimoji="1"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defRPr kumimoji="1"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defRPr kumimoji="1"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defRPr kumimoji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defRPr kumimoji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defRPr kumimoji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defRPr kumimoji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defRPr kumimoji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defRPr kumimoji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65000"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8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0</a:t>
                      </a:r>
                      <a:endParaRPr kumimoji="1" lang="en-US" altLang="zh-CN" sz="2800" b="1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91448" marR="91448" marT="45732" marB="45732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alpha val="20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defRPr kumimoji="1"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defRPr kumimoji="1"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defRPr kumimoji="1"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defRPr kumimoji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defRPr kumimoji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defRPr kumimoji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defRPr kumimoji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defRPr kumimoji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defRPr kumimoji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65000"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8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1</a:t>
                      </a:r>
                      <a:endParaRPr kumimoji="1" lang="en-US" altLang="zh-CN" sz="2800" b="1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91448" marR="91448" marT="45732" marB="45732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0" cap="flat" cmpd="sng" algn="ctr">
                      <a:solidFill>
                        <a:srgbClr val="0000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alpha val="20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defRPr kumimoji="1"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defRPr kumimoji="1"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defRPr kumimoji="1"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defRPr kumimoji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defRPr kumimoji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defRPr kumimoji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defRPr kumimoji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defRPr kumimoji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defRPr kumimoji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65000"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8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0</a:t>
                      </a:r>
                      <a:endParaRPr kumimoji="1" lang="en-US" altLang="zh-CN" sz="2800" b="1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91448" marR="91448" marT="45732" marB="45732" horzOverflow="overflow">
                    <a:lnL w="76200" cap="flat" cmpd="sng" algn="ctr">
                      <a:solidFill>
                        <a:srgbClr val="0000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alpha val="20000"/>
                      </a:schemeClr>
                    </a:solidFill>
                  </a:tcPr>
                </a:tc>
              </a:tr>
              <a:tr h="518297">
                <a:tc>
                  <a:txBody>
                    <a:bodyPr/>
                    <a:lstStyle>
                      <a:lvl1pPr eaLnBrk="0" hangingPunct="0">
                        <a:defRPr kumimoji="1"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defRPr kumimoji="1"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defRPr kumimoji="1"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defRPr kumimoji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defRPr kumimoji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defRPr kumimoji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defRPr kumimoji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defRPr kumimoji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defRPr kumimoji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65000"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8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1</a:t>
                      </a:r>
                      <a:endParaRPr kumimoji="1" lang="en-US" altLang="zh-CN" sz="2800" b="1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91448" marR="91448" marT="45732" marB="45732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alpha val="20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defRPr kumimoji="1"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defRPr kumimoji="1"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defRPr kumimoji="1"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defRPr kumimoji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defRPr kumimoji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defRPr kumimoji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defRPr kumimoji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defRPr kumimoji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defRPr kumimoji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65000"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8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0</a:t>
                      </a:r>
                      <a:endParaRPr kumimoji="1" lang="en-US" altLang="zh-CN" sz="2800" b="1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91448" marR="91448" marT="45732" marB="45732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alpha val="20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defRPr kumimoji="1"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defRPr kumimoji="1"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defRPr kumimoji="1"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defRPr kumimoji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defRPr kumimoji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defRPr kumimoji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defRPr kumimoji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defRPr kumimoji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defRPr kumimoji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65000"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8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1</a:t>
                      </a:r>
                      <a:endParaRPr kumimoji="1" lang="en-US" altLang="zh-CN" sz="2800" b="1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91448" marR="91448" marT="45732" marB="45732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0" cap="flat" cmpd="sng" algn="ctr">
                      <a:solidFill>
                        <a:srgbClr val="0000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alpha val="20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defRPr kumimoji="1"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defRPr kumimoji="1"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defRPr kumimoji="1"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defRPr kumimoji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defRPr kumimoji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defRPr kumimoji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defRPr kumimoji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defRPr kumimoji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defRPr kumimoji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65000"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8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1</a:t>
                      </a:r>
                      <a:endParaRPr kumimoji="1" lang="en-US" altLang="zh-CN" sz="2800" b="1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91448" marR="91448" marT="45732" marB="45732" horzOverflow="overflow">
                    <a:lnL w="76200" cap="flat" cmpd="sng" algn="ctr">
                      <a:solidFill>
                        <a:srgbClr val="0000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alpha val="20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defRPr kumimoji="1"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defRPr kumimoji="1"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defRPr kumimoji="1"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defRPr kumimoji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defRPr kumimoji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defRPr kumimoji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defRPr kumimoji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defRPr kumimoji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defRPr kumimoji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65000"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8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1</a:t>
                      </a:r>
                      <a:endParaRPr kumimoji="1" lang="en-US" altLang="zh-CN" sz="2800" b="1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91448" marR="91448" marT="45732" marB="45732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alpha val="20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defRPr kumimoji="1"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defRPr kumimoji="1"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defRPr kumimoji="1"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defRPr kumimoji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defRPr kumimoji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defRPr kumimoji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defRPr kumimoji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defRPr kumimoji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defRPr kumimoji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65000"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8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0</a:t>
                      </a:r>
                      <a:endParaRPr kumimoji="1" lang="en-US" altLang="zh-CN" sz="2800" b="1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91448" marR="91448" marT="45732" marB="45732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0" cap="flat" cmpd="sng" algn="ctr">
                      <a:solidFill>
                        <a:srgbClr val="0000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alpha val="20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defRPr kumimoji="1"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defRPr kumimoji="1"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defRPr kumimoji="1"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defRPr kumimoji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defRPr kumimoji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defRPr kumimoji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defRPr kumimoji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defRPr kumimoji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defRPr kumimoji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65000"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8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0</a:t>
                      </a:r>
                      <a:endParaRPr kumimoji="1" lang="en-US" altLang="zh-CN" sz="2800" b="1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91448" marR="91448" marT="45732" marB="45732" horzOverflow="overflow">
                    <a:lnL w="76200" cap="flat" cmpd="sng" algn="ctr">
                      <a:solidFill>
                        <a:srgbClr val="0000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alpha val="20000"/>
                      </a:schemeClr>
                    </a:solidFill>
                  </a:tcPr>
                </a:tc>
              </a:tr>
              <a:tr h="518297">
                <a:tc>
                  <a:txBody>
                    <a:bodyPr/>
                    <a:lstStyle>
                      <a:lvl1pPr eaLnBrk="0" hangingPunct="0">
                        <a:defRPr kumimoji="1"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defRPr kumimoji="1"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defRPr kumimoji="1"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defRPr kumimoji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defRPr kumimoji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defRPr kumimoji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defRPr kumimoji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defRPr kumimoji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defRPr kumimoji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65000"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8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1</a:t>
                      </a:r>
                      <a:endParaRPr kumimoji="1" lang="en-US" altLang="zh-CN" sz="2800" b="1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91448" marR="91448" marT="45732" marB="45732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00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alpha val="20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defRPr kumimoji="1"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defRPr kumimoji="1"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defRPr kumimoji="1"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defRPr kumimoji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defRPr kumimoji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defRPr kumimoji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defRPr kumimoji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defRPr kumimoji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defRPr kumimoji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65000"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8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1</a:t>
                      </a:r>
                      <a:endParaRPr kumimoji="1" lang="en-US" altLang="zh-CN" sz="2800" b="1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91448" marR="91448" marT="45732" marB="45732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00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alpha val="20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defRPr kumimoji="1"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defRPr kumimoji="1"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defRPr kumimoji="1"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defRPr kumimoji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defRPr kumimoji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defRPr kumimoji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defRPr kumimoji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defRPr kumimoji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defRPr kumimoji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65000"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8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0</a:t>
                      </a:r>
                      <a:endParaRPr kumimoji="1" lang="en-US" altLang="zh-CN" sz="2800" b="1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91448" marR="91448" marT="45732" marB="45732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0" cap="flat" cmpd="sng" algn="ctr">
                      <a:solidFill>
                        <a:srgbClr val="0000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00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alpha val="20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defRPr kumimoji="1"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defRPr kumimoji="1"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defRPr kumimoji="1"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defRPr kumimoji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defRPr kumimoji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defRPr kumimoji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defRPr kumimoji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defRPr kumimoji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defRPr kumimoji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65000"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8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0</a:t>
                      </a:r>
                      <a:endParaRPr kumimoji="1" lang="en-US" altLang="zh-CN" sz="2800" b="1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91448" marR="91448" marT="45732" marB="45732" horzOverflow="overflow">
                    <a:lnL w="76200" cap="flat" cmpd="sng" algn="ctr">
                      <a:solidFill>
                        <a:srgbClr val="0000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00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alpha val="20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defRPr kumimoji="1"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defRPr kumimoji="1"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defRPr kumimoji="1"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defRPr kumimoji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defRPr kumimoji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defRPr kumimoji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defRPr kumimoji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defRPr kumimoji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defRPr kumimoji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65000"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8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0</a:t>
                      </a:r>
                      <a:endParaRPr kumimoji="1" lang="en-US" altLang="zh-CN" sz="2800" b="1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91448" marR="91448" marT="45732" marB="45732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00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alpha val="20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defRPr kumimoji="1"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defRPr kumimoji="1"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defRPr kumimoji="1"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defRPr kumimoji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defRPr kumimoji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defRPr kumimoji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defRPr kumimoji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defRPr kumimoji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defRPr kumimoji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65000"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8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0</a:t>
                      </a:r>
                      <a:endParaRPr kumimoji="1" lang="en-US" altLang="zh-CN" sz="2800" b="1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91448" marR="91448" marT="45732" marB="45732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0" cap="flat" cmpd="sng" algn="ctr">
                      <a:solidFill>
                        <a:srgbClr val="0000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00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alpha val="20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defRPr kumimoji="1"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defRPr kumimoji="1"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defRPr kumimoji="1"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defRPr kumimoji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defRPr kumimoji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defRPr kumimoji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defRPr kumimoji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defRPr kumimoji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defRPr kumimoji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65000"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8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1</a:t>
                      </a:r>
                      <a:endParaRPr kumimoji="1" lang="en-US" altLang="zh-CN" sz="2800" b="1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91448" marR="91448" marT="45732" marB="45732" horzOverflow="overflow">
                    <a:lnL w="76200" cap="flat" cmpd="sng" algn="ctr">
                      <a:solidFill>
                        <a:srgbClr val="0000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00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alpha val="20000"/>
                      </a:schemeClr>
                    </a:solidFill>
                  </a:tcPr>
                </a:tc>
              </a:tr>
              <a:tr h="518297">
                <a:tc>
                  <a:txBody>
                    <a:bodyPr/>
                    <a:lstStyle>
                      <a:lvl1pPr eaLnBrk="0" hangingPunct="0">
                        <a:defRPr kumimoji="1"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defRPr kumimoji="1"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defRPr kumimoji="1"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defRPr kumimoji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defRPr kumimoji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defRPr kumimoji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defRPr kumimoji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defRPr kumimoji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defRPr kumimoji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65000"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800" b="1" i="0" u="none" strike="noStrike" cap="none" normalizeH="0" baseline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1</a:t>
                      </a:r>
                      <a:endParaRPr kumimoji="1" lang="en-US" altLang="zh-CN" sz="2800" b="1" i="0" u="none" strike="noStrike" cap="none" normalizeH="0" baseline="0">
                        <a:ln>
                          <a:noFill/>
                        </a:ln>
                        <a:solidFill>
                          <a:srgbClr val="FF0000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91448" marR="91448" marT="45732" marB="45732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00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0" cap="flat" cmpd="sng" algn="ctr">
                      <a:solidFill>
                        <a:srgbClr val="0000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66">
                        <a:alpha val="16078"/>
                      </a:srgbClr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defRPr kumimoji="1"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defRPr kumimoji="1"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defRPr kumimoji="1"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defRPr kumimoji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defRPr kumimoji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defRPr kumimoji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defRPr kumimoji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defRPr kumimoji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defRPr kumimoji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65000"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800" b="1" i="0" u="none" strike="noStrike" cap="none" normalizeH="0" baseline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1</a:t>
                      </a:r>
                      <a:endParaRPr kumimoji="1" lang="en-US" altLang="zh-CN" sz="2800" b="1" i="0" u="none" strike="noStrike" cap="none" normalizeH="0" baseline="0">
                        <a:ln>
                          <a:noFill/>
                        </a:ln>
                        <a:solidFill>
                          <a:srgbClr val="FF0000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91448" marR="91448" marT="45732" marB="45732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00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0" cap="flat" cmpd="sng" algn="ctr">
                      <a:solidFill>
                        <a:srgbClr val="0000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66">
                        <a:alpha val="16078"/>
                      </a:srgbClr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defRPr kumimoji="1"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defRPr kumimoji="1"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defRPr kumimoji="1"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defRPr kumimoji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defRPr kumimoji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defRPr kumimoji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defRPr kumimoji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defRPr kumimoji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defRPr kumimoji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65000"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800" b="1" i="0" u="none" strike="noStrike" cap="none" normalizeH="0" baseline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1</a:t>
                      </a:r>
                      <a:endParaRPr kumimoji="1" lang="en-US" altLang="zh-CN" sz="2800" b="1" i="0" u="none" strike="noStrike" cap="none" normalizeH="0" baseline="0">
                        <a:ln>
                          <a:noFill/>
                        </a:ln>
                        <a:solidFill>
                          <a:srgbClr val="FF0000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91448" marR="91448" marT="45732" marB="45732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0" cap="flat" cmpd="sng" algn="ctr">
                      <a:solidFill>
                        <a:srgbClr val="0000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00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0" cap="flat" cmpd="sng" algn="ctr">
                      <a:solidFill>
                        <a:srgbClr val="0000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66">
                        <a:alpha val="16078"/>
                      </a:srgbClr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defRPr kumimoji="1"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defRPr kumimoji="1"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defRPr kumimoji="1"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defRPr kumimoji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defRPr kumimoji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defRPr kumimoji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defRPr kumimoji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defRPr kumimoji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defRPr kumimoji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65000"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800" b="1" i="0" u="none" strike="noStrike" cap="none" normalizeH="0" baseline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0</a:t>
                      </a:r>
                      <a:endParaRPr kumimoji="1" lang="en-US" altLang="zh-CN" sz="2800" b="1" i="0" u="none" strike="noStrike" cap="none" normalizeH="0" baseline="0">
                        <a:ln>
                          <a:noFill/>
                        </a:ln>
                        <a:solidFill>
                          <a:srgbClr val="FF0000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91448" marR="91448" marT="45732" marB="45732" horzOverflow="overflow">
                    <a:lnL w="76200" cap="flat" cmpd="sng" algn="ctr">
                      <a:solidFill>
                        <a:srgbClr val="0000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00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0" cap="flat" cmpd="sng" algn="ctr">
                      <a:solidFill>
                        <a:srgbClr val="0000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66">
                        <a:alpha val="16078"/>
                      </a:srgbClr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defRPr kumimoji="1"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defRPr kumimoji="1"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defRPr kumimoji="1"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defRPr kumimoji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defRPr kumimoji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defRPr kumimoji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defRPr kumimoji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defRPr kumimoji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defRPr kumimoji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65000"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800" b="1" i="0" u="none" strike="noStrike" cap="none" normalizeH="0" baseline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0</a:t>
                      </a:r>
                      <a:endParaRPr kumimoji="1" lang="en-US" altLang="zh-CN" sz="2800" b="1" i="0" u="none" strike="noStrike" cap="none" normalizeH="0" baseline="0">
                        <a:ln>
                          <a:noFill/>
                        </a:ln>
                        <a:solidFill>
                          <a:srgbClr val="FF0000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91448" marR="91448" marT="45732" marB="45732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00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0" cap="flat" cmpd="sng" algn="ctr">
                      <a:solidFill>
                        <a:srgbClr val="0000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66">
                        <a:alpha val="16078"/>
                      </a:srgbClr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defRPr kumimoji="1"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defRPr kumimoji="1"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defRPr kumimoji="1"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defRPr kumimoji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defRPr kumimoji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defRPr kumimoji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defRPr kumimoji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defRPr kumimoji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defRPr kumimoji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65000"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800" b="1" i="0" u="none" strike="noStrike" cap="none" normalizeH="0" baseline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0</a:t>
                      </a:r>
                      <a:endParaRPr kumimoji="1" lang="en-US" altLang="zh-CN" sz="2800" b="1" i="0" u="none" strike="noStrike" cap="none" normalizeH="0" baseline="0">
                        <a:ln>
                          <a:noFill/>
                        </a:ln>
                        <a:solidFill>
                          <a:srgbClr val="FF0000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91448" marR="91448" marT="45732" marB="45732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0" cap="flat" cmpd="sng" algn="ctr">
                      <a:solidFill>
                        <a:srgbClr val="0000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00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0" cap="flat" cmpd="sng" algn="ctr">
                      <a:solidFill>
                        <a:srgbClr val="0000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66">
                        <a:alpha val="16078"/>
                      </a:srgbClr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defRPr kumimoji="1"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defRPr kumimoji="1"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defRPr kumimoji="1"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defRPr kumimoji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defRPr kumimoji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defRPr kumimoji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defRPr kumimoji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defRPr kumimoji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defRPr kumimoji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65000"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8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1</a:t>
                      </a:r>
                      <a:endParaRPr kumimoji="1" lang="en-US" altLang="zh-CN" sz="2800" b="1" i="0" u="none" strike="noStrike" cap="none" normalizeH="0" baseline="0" dirty="0">
                        <a:ln>
                          <a:noFill/>
                        </a:ln>
                        <a:solidFill>
                          <a:srgbClr val="FF0000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91448" marR="91448" marT="45732" marB="45732" horzOverflow="overflow">
                    <a:lnL w="76200" cap="flat" cmpd="sng" algn="ctr">
                      <a:solidFill>
                        <a:srgbClr val="0000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38100" cap="flat" cmpd="sng" algn="ctr">
                      <a:solidFill>
                        <a:srgbClr val="0000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0" cap="flat" cmpd="sng" algn="ctr">
                      <a:solidFill>
                        <a:srgbClr val="0000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66">
                        <a:alpha val="16078"/>
                      </a:srgbClr>
                    </a:solidFill>
                  </a:tcPr>
                </a:tc>
              </a:tr>
            </a:tbl>
          </a:graphicData>
        </a:graphic>
      </p:graphicFrame>
      <p:grpSp>
        <p:nvGrpSpPr>
          <p:cNvPr id="210002" name="Group 252"/>
          <p:cNvGrpSpPr/>
          <p:nvPr/>
        </p:nvGrpSpPr>
        <p:grpSpPr>
          <a:xfrm>
            <a:off x="658813" y="1455738"/>
            <a:ext cx="2787650" cy="2736850"/>
            <a:chOff x="0" y="1253"/>
            <a:chExt cx="1756" cy="1724"/>
          </a:xfrm>
        </p:grpSpPr>
        <p:sp>
          <p:nvSpPr>
            <p:cNvPr id="210007" name="AutoShape 210"/>
            <p:cNvSpPr/>
            <p:nvPr/>
          </p:nvSpPr>
          <p:spPr>
            <a:xfrm>
              <a:off x="0" y="1253"/>
              <a:ext cx="1756" cy="1724"/>
            </a:xfrm>
            <a:prstGeom prst="flowChartProcess">
              <a:avLst/>
            </a:prstGeom>
            <a:solidFill>
              <a:srgbClr val="99CC00">
                <a:alpha val="45882"/>
              </a:srgbClr>
            </a:solidFill>
            <a:ln w="9525">
              <a:noFill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lnSpc>
                  <a:spcPct val="130000"/>
                </a:lnSpc>
                <a:spcBef>
                  <a:spcPct val="20000"/>
                </a:spcBef>
                <a:spcAft>
                  <a:spcPct val="0"/>
                </a:spcAft>
                <a:defRPr sz="2400">
                  <a:solidFill>
                    <a:srgbClr val="0000FF"/>
                  </a:solidFill>
                  <a:latin typeface="Times New Roman" panose="02020603050405020304" pitchFamily="18" charset="0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lnSpc>
                  <a:spcPct val="13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0000CC"/>
                </a:buClr>
                <a:buSzPct val="80000"/>
                <a:buFont typeface="Wingdings" panose="05000000000000000000" pitchFamily="2" charset="2"/>
                <a:buChar char="o"/>
                <a:defRPr sz="3000" b="1">
                  <a:solidFill>
                    <a:srgbClr val="0000FF"/>
                  </a:solidFill>
                  <a:latin typeface="Arial Narrow" panose="020B0606020202030204" pitchFamily="34" charset="0"/>
                  <a:ea typeface="楷体_GB2312" charset="-122"/>
                  <a:cs typeface="楷体_GB2312" charset="-122"/>
                </a:defRPr>
              </a:lvl2pPr>
              <a:lvl3pPr marL="1143000" indent="-228600" algn="l" rtl="0" eaLnBrk="0" fontAlgn="base" hangingPunct="0">
                <a:lnSpc>
                  <a:spcPct val="13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0000CC"/>
                </a:buClr>
                <a:buSzPct val="80000"/>
                <a:buFont typeface="Wingdings" panose="05000000000000000000" pitchFamily="2" charset="2"/>
                <a:buChar char="n"/>
                <a:defRPr sz="3000" b="1">
                  <a:solidFill>
                    <a:srgbClr val="0000FF"/>
                  </a:solidFill>
                  <a:latin typeface="Arial Narrow" panose="020B0606020202030204" pitchFamily="34" charset="0"/>
                  <a:ea typeface="楷体_GB2312" charset="-122"/>
                  <a:cs typeface="楷体_GB2312" charset="-122"/>
                </a:defRPr>
              </a:lvl3pPr>
              <a:lvl4pPr marL="1600200" indent="-228600" algn="l" rtl="0" eaLnBrk="0" fontAlgn="base" hangingPunct="0">
                <a:lnSpc>
                  <a:spcPct val="13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0000CC"/>
                </a:buClr>
                <a:buSzPct val="80000"/>
                <a:buFont typeface="Wingdings" panose="05000000000000000000" pitchFamily="2" charset="2"/>
                <a:buChar char="o"/>
                <a:defRPr sz="2800" b="1">
                  <a:solidFill>
                    <a:srgbClr val="0000FF"/>
                  </a:solidFill>
                  <a:latin typeface="Arial Narrow" panose="020B0606020202030204" pitchFamily="34" charset="0"/>
                  <a:ea typeface="楷体_GB2312" charset="-122"/>
                  <a:cs typeface="楷体_GB2312" charset="-122"/>
                </a:defRPr>
              </a:lvl4pPr>
              <a:lvl5pPr marL="2057400" indent="-228600" algn="l" rtl="0" eaLnBrk="0" fontAlgn="base" hangingPunct="0">
                <a:lnSpc>
                  <a:spcPct val="13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0000CC"/>
                </a:buClr>
                <a:buSzPct val="80000"/>
                <a:buFont typeface="Wingdings" panose="05000000000000000000" pitchFamily="2" charset="2"/>
                <a:buChar char="o"/>
                <a:defRPr sz="2800" b="1">
                  <a:solidFill>
                    <a:srgbClr val="0000FF"/>
                  </a:solidFill>
                  <a:latin typeface="Arial Narrow" panose="020B0606020202030204" pitchFamily="34" charset="0"/>
                  <a:ea typeface="楷体_GB2312" charset="-122"/>
                  <a:cs typeface="楷体_GB2312" charset="-122"/>
                </a:defRPr>
              </a:lvl5pPr>
            </a:lstStyle>
            <a:p>
              <a:pPr marL="0" lvl="0" indent="0" eaLnBrk="1" hangingPunct="1">
                <a:lnSpc>
                  <a:spcPct val="100000"/>
                </a:lnSpc>
                <a:spcBef>
                  <a:spcPct val="0"/>
                </a:spcBef>
              </a:pPr>
              <a:endParaRPr lang="zh-CN" altLang="en-US" b="1" dirty="0">
                <a:solidFill>
                  <a:srgbClr val="007A77"/>
                </a:solidFill>
              </a:endParaRPr>
            </a:p>
          </p:txBody>
        </p:sp>
        <p:sp>
          <p:nvSpPr>
            <p:cNvPr id="210008" name="Text Box 211"/>
            <p:cNvSpPr txBox="1"/>
            <p:nvPr/>
          </p:nvSpPr>
          <p:spPr>
            <a:xfrm>
              <a:off x="22" y="1344"/>
              <a:ext cx="1626" cy="308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>
              <a:lvl1pPr marL="342900" indent="-342900" algn="l" rtl="0" eaLnBrk="0" fontAlgn="base" hangingPunct="0">
                <a:lnSpc>
                  <a:spcPct val="130000"/>
                </a:lnSpc>
                <a:spcBef>
                  <a:spcPct val="20000"/>
                </a:spcBef>
                <a:spcAft>
                  <a:spcPct val="0"/>
                </a:spcAft>
                <a:defRPr sz="2400">
                  <a:solidFill>
                    <a:srgbClr val="0000FF"/>
                  </a:solidFill>
                  <a:latin typeface="Times New Roman" panose="02020603050405020304" pitchFamily="18" charset="0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lnSpc>
                  <a:spcPct val="13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0000CC"/>
                </a:buClr>
                <a:buSzPct val="80000"/>
                <a:buFont typeface="Wingdings" panose="05000000000000000000" pitchFamily="2" charset="2"/>
                <a:buChar char="o"/>
                <a:defRPr sz="3000" b="1">
                  <a:solidFill>
                    <a:srgbClr val="0000FF"/>
                  </a:solidFill>
                  <a:latin typeface="Arial Narrow" panose="020B0606020202030204" pitchFamily="34" charset="0"/>
                  <a:ea typeface="楷体_GB2312" charset="-122"/>
                  <a:cs typeface="楷体_GB2312" charset="-122"/>
                </a:defRPr>
              </a:lvl2pPr>
              <a:lvl3pPr marL="1143000" indent="-228600" algn="l" rtl="0" eaLnBrk="0" fontAlgn="base" hangingPunct="0">
                <a:lnSpc>
                  <a:spcPct val="13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0000CC"/>
                </a:buClr>
                <a:buSzPct val="80000"/>
                <a:buFont typeface="Wingdings" panose="05000000000000000000" pitchFamily="2" charset="2"/>
                <a:buChar char="n"/>
                <a:defRPr sz="3000" b="1">
                  <a:solidFill>
                    <a:srgbClr val="0000FF"/>
                  </a:solidFill>
                  <a:latin typeface="Arial Narrow" panose="020B0606020202030204" pitchFamily="34" charset="0"/>
                  <a:ea typeface="楷体_GB2312" charset="-122"/>
                  <a:cs typeface="楷体_GB2312" charset="-122"/>
                </a:defRPr>
              </a:lvl3pPr>
              <a:lvl4pPr marL="1600200" indent="-228600" algn="l" rtl="0" eaLnBrk="0" fontAlgn="base" hangingPunct="0">
                <a:lnSpc>
                  <a:spcPct val="13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0000CC"/>
                </a:buClr>
                <a:buSzPct val="80000"/>
                <a:buFont typeface="Wingdings" panose="05000000000000000000" pitchFamily="2" charset="2"/>
                <a:buChar char="o"/>
                <a:defRPr sz="2800" b="1">
                  <a:solidFill>
                    <a:srgbClr val="0000FF"/>
                  </a:solidFill>
                  <a:latin typeface="Arial Narrow" panose="020B0606020202030204" pitchFamily="34" charset="0"/>
                  <a:ea typeface="楷体_GB2312" charset="-122"/>
                  <a:cs typeface="楷体_GB2312" charset="-122"/>
                </a:defRPr>
              </a:lvl4pPr>
              <a:lvl5pPr marL="2057400" indent="-228600" algn="l" rtl="0" eaLnBrk="0" fontAlgn="base" hangingPunct="0">
                <a:lnSpc>
                  <a:spcPct val="13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0000CC"/>
                </a:buClr>
                <a:buSzPct val="80000"/>
                <a:buFont typeface="Wingdings" panose="05000000000000000000" pitchFamily="2" charset="2"/>
                <a:buChar char="o"/>
                <a:defRPr sz="2800" b="1">
                  <a:solidFill>
                    <a:srgbClr val="0000FF"/>
                  </a:solidFill>
                  <a:latin typeface="Arial Narrow" panose="020B0606020202030204" pitchFamily="34" charset="0"/>
                  <a:ea typeface="楷体_GB2312" charset="-122"/>
                  <a:cs typeface="楷体_GB2312" charset="-122"/>
                </a:defRPr>
              </a:lvl5pPr>
            </a:lstStyle>
            <a:p>
              <a:pPr marL="0" lvl="0" indent="0" eaLnBrk="1" hangingPunct="1">
                <a:lnSpc>
                  <a:spcPct val="100000"/>
                </a:lnSpc>
                <a:spcBef>
                  <a:spcPct val="5000"/>
                </a:spcBef>
              </a:pPr>
              <a:r>
                <a:rPr lang="en-US" altLang="zh-CN" sz="2600" b="1" i="1" dirty="0">
                  <a:solidFill>
                    <a:srgbClr val="000000"/>
                  </a:solidFill>
                  <a:ea typeface="楷体_GB2312" charset="-122"/>
                </a:rPr>
                <a:t>Q</a:t>
              </a:r>
              <a:r>
                <a:rPr lang="en-US" altLang="zh-CN" sz="2600" b="1" baseline="-25000" dirty="0">
                  <a:solidFill>
                    <a:srgbClr val="000000"/>
                  </a:solidFill>
                  <a:ea typeface="楷体_GB2312" charset="-122"/>
                </a:rPr>
                <a:t>1</a:t>
              </a:r>
              <a:r>
                <a:rPr lang="en-US" altLang="zh-CN" sz="2600" b="1" i="1" dirty="0">
                  <a:solidFill>
                    <a:srgbClr val="000000"/>
                  </a:solidFill>
                  <a:ea typeface="楷体_GB2312" charset="-122"/>
                </a:rPr>
                <a:t>= </a:t>
              </a:r>
              <a:r>
                <a:rPr lang="en-US" altLang="zh-CN" sz="2600" b="1" dirty="0">
                  <a:solidFill>
                    <a:srgbClr val="000000"/>
                  </a:solidFill>
                  <a:ea typeface="楷体_GB2312" charset="-122"/>
                </a:rPr>
                <a:t>(</a:t>
              </a:r>
              <a:r>
                <a:rPr lang="en-US" altLang="zh-CN" sz="2600" b="1" i="1" dirty="0">
                  <a:solidFill>
                    <a:srgbClr val="000000"/>
                  </a:solidFill>
                  <a:ea typeface="楷体_GB2312" charset="-122"/>
                </a:rPr>
                <a:t>q</a:t>
              </a:r>
              <a:r>
                <a:rPr lang="en-US" altLang="zh-CN" sz="2600" b="1" baseline="-25000" dirty="0">
                  <a:solidFill>
                    <a:srgbClr val="000000"/>
                  </a:solidFill>
                  <a:ea typeface="楷体_GB2312" charset="-122"/>
                </a:rPr>
                <a:t>2</a:t>
              </a:r>
              <a:r>
                <a:rPr lang="en-US" altLang="zh-CN" sz="2600" b="1" i="1" dirty="0">
                  <a:solidFill>
                    <a:srgbClr val="000000"/>
                  </a:solidFill>
                  <a:ea typeface="楷体_GB2312" charset="-122"/>
                </a:rPr>
                <a:t>q</a:t>
              </a:r>
              <a:r>
                <a:rPr lang="en-US" altLang="zh-CN" sz="2600" b="1" baseline="-25000" dirty="0">
                  <a:solidFill>
                    <a:srgbClr val="000000"/>
                  </a:solidFill>
                  <a:ea typeface="楷体_GB2312" charset="-122"/>
                </a:rPr>
                <a:t>3</a:t>
              </a:r>
              <a:r>
                <a:rPr lang="en-US" altLang="zh-CN" sz="2600" b="1" dirty="0">
                  <a:solidFill>
                    <a:srgbClr val="000000"/>
                  </a:solidFill>
                  <a:ea typeface="楷体_GB2312" charset="-122"/>
                </a:rPr>
                <a:t>)</a:t>
              </a:r>
              <a:r>
                <a:rPr lang="en-US" altLang="zh-CN" sz="2600" b="1" i="1" dirty="0">
                  <a:solidFill>
                    <a:srgbClr val="000000"/>
                  </a:solidFill>
                  <a:ea typeface="楷体_GB2312" charset="-122"/>
                </a:rPr>
                <a:t>' · q'</a:t>
              </a:r>
              <a:r>
                <a:rPr lang="en-US" altLang="zh-CN" sz="2600" b="1" baseline="-25000" dirty="0">
                  <a:solidFill>
                    <a:srgbClr val="000000"/>
                  </a:solidFill>
                  <a:ea typeface="楷体_GB2312" charset="-122"/>
                </a:rPr>
                <a:t>1</a:t>
              </a:r>
              <a:endParaRPr lang="en-US" altLang="zh-CN" sz="2600" b="1" dirty="0">
                <a:solidFill>
                  <a:srgbClr val="000000"/>
                </a:solidFill>
                <a:ea typeface="楷体_GB2312" charset="-122"/>
              </a:endParaRPr>
            </a:p>
          </p:txBody>
        </p:sp>
        <p:sp>
          <p:nvSpPr>
            <p:cNvPr id="210009" name="Text Box 212"/>
            <p:cNvSpPr txBox="1"/>
            <p:nvPr/>
          </p:nvSpPr>
          <p:spPr>
            <a:xfrm>
              <a:off x="23" y="1752"/>
              <a:ext cx="1733" cy="308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>
              <a:lvl1pPr marL="342900" indent="-342900" algn="l" rtl="0" eaLnBrk="0" fontAlgn="base" hangingPunct="0">
                <a:lnSpc>
                  <a:spcPct val="130000"/>
                </a:lnSpc>
                <a:spcBef>
                  <a:spcPct val="20000"/>
                </a:spcBef>
                <a:spcAft>
                  <a:spcPct val="0"/>
                </a:spcAft>
                <a:defRPr sz="2400">
                  <a:solidFill>
                    <a:srgbClr val="0000FF"/>
                  </a:solidFill>
                  <a:latin typeface="Times New Roman" panose="02020603050405020304" pitchFamily="18" charset="0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lnSpc>
                  <a:spcPct val="13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0000CC"/>
                </a:buClr>
                <a:buSzPct val="80000"/>
                <a:buFont typeface="Wingdings" panose="05000000000000000000" pitchFamily="2" charset="2"/>
                <a:buChar char="o"/>
                <a:defRPr sz="3000" b="1">
                  <a:solidFill>
                    <a:srgbClr val="0000FF"/>
                  </a:solidFill>
                  <a:latin typeface="Arial Narrow" panose="020B0606020202030204" pitchFamily="34" charset="0"/>
                  <a:ea typeface="楷体_GB2312" charset="-122"/>
                  <a:cs typeface="楷体_GB2312" charset="-122"/>
                </a:defRPr>
              </a:lvl2pPr>
              <a:lvl3pPr marL="1143000" indent="-228600" algn="l" rtl="0" eaLnBrk="0" fontAlgn="base" hangingPunct="0">
                <a:lnSpc>
                  <a:spcPct val="13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0000CC"/>
                </a:buClr>
                <a:buSzPct val="80000"/>
                <a:buFont typeface="Wingdings" panose="05000000000000000000" pitchFamily="2" charset="2"/>
                <a:buChar char="n"/>
                <a:defRPr sz="3000" b="1">
                  <a:solidFill>
                    <a:srgbClr val="0000FF"/>
                  </a:solidFill>
                  <a:latin typeface="Arial Narrow" panose="020B0606020202030204" pitchFamily="34" charset="0"/>
                  <a:ea typeface="楷体_GB2312" charset="-122"/>
                  <a:cs typeface="楷体_GB2312" charset="-122"/>
                </a:defRPr>
              </a:lvl3pPr>
              <a:lvl4pPr marL="1600200" indent="-228600" algn="l" rtl="0" eaLnBrk="0" fontAlgn="base" hangingPunct="0">
                <a:lnSpc>
                  <a:spcPct val="13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0000CC"/>
                </a:buClr>
                <a:buSzPct val="80000"/>
                <a:buFont typeface="Wingdings" panose="05000000000000000000" pitchFamily="2" charset="2"/>
                <a:buChar char="o"/>
                <a:defRPr sz="2800" b="1">
                  <a:solidFill>
                    <a:srgbClr val="0000FF"/>
                  </a:solidFill>
                  <a:latin typeface="Arial Narrow" panose="020B0606020202030204" pitchFamily="34" charset="0"/>
                  <a:ea typeface="楷体_GB2312" charset="-122"/>
                  <a:cs typeface="楷体_GB2312" charset="-122"/>
                </a:defRPr>
              </a:lvl4pPr>
              <a:lvl5pPr marL="2057400" indent="-228600" algn="l" rtl="0" eaLnBrk="0" fontAlgn="base" hangingPunct="0">
                <a:lnSpc>
                  <a:spcPct val="13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0000CC"/>
                </a:buClr>
                <a:buSzPct val="80000"/>
                <a:buFont typeface="Wingdings" panose="05000000000000000000" pitchFamily="2" charset="2"/>
                <a:buChar char="o"/>
                <a:defRPr sz="2800" b="1">
                  <a:solidFill>
                    <a:srgbClr val="0000FF"/>
                  </a:solidFill>
                  <a:latin typeface="Arial Narrow" panose="020B0606020202030204" pitchFamily="34" charset="0"/>
                  <a:ea typeface="楷体_GB2312" charset="-122"/>
                  <a:cs typeface="楷体_GB2312" charset="-122"/>
                </a:defRPr>
              </a:lvl5pPr>
            </a:lstStyle>
            <a:p>
              <a:pPr marL="0" lvl="0" indent="0" eaLnBrk="1" hangingPunct="1">
                <a:lnSpc>
                  <a:spcPct val="100000"/>
                </a:lnSpc>
                <a:spcBef>
                  <a:spcPct val="5000"/>
                </a:spcBef>
              </a:pPr>
              <a:r>
                <a:rPr lang="en-US" altLang="zh-CN" sz="2600" b="1" i="1" dirty="0">
                  <a:solidFill>
                    <a:srgbClr val="000000"/>
                  </a:solidFill>
                  <a:ea typeface="楷体_GB2312" charset="-122"/>
                </a:rPr>
                <a:t>Q</a:t>
              </a:r>
              <a:r>
                <a:rPr lang="en-US" altLang="zh-CN" sz="2600" b="1" baseline="-25000" dirty="0">
                  <a:solidFill>
                    <a:srgbClr val="000000"/>
                  </a:solidFill>
                  <a:ea typeface="楷体_GB2312" charset="-122"/>
                </a:rPr>
                <a:t>2 </a:t>
              </a:r>
              <a:r>
                <a:rPr lang="en-US" altLang="zh-CN" sz="2600" b="1" i="1" dirty="0">
                  <a:solidFill>
                    <a:srgbClr val="000000"/>
                  </a:solidFill>
                  <a:ea typeface="楷体_GB2312" charset="-122"/>
                </a:rPr>
                <a:t>=q</a:t>
              </a:r>
              <a:r>
                <a:rPr lang="en-US" altLang="zh-CN" sz="2600" b="1" baseline="-25000" dirty="0">
                  <a:solidFill>
                    <a:srgbClr val="000000"/>
                  </a:solidFill>
                  <a:ea typeface="楷体_GB2312" charset="-122"/>
                </a:rPr>
                <a:t>1</a:t>
              </a:r>
              <a:r>
                <a:rPr lang="en-US" altLang="zh-CN" sz="2600" b="1" i="1" dirty="0">
                  <a:solidFill>
                    <a:srgbClr val="000000"/>
                  </a:solidFill>
                </a:rPr>
                <a:t>q</a:t>
              </a:r>
              <a:r>
                <a:rPr lang="en-US" altLang="zh-CN" sz="2600" b="1" i="1" dirty="0">
                  <a:solidFill>
                    <a:srgbClr val="000000"/>
                  </a:solidFill>
                  <a:ea typeface="楷体_GB2312" charset="-122"/>
                </a:rPr>
                <a:t>'</a:t>
              </a:r>
              <a:r>
                <a:rPr lang="en-US" altLang="zh-CN" sz="2600" b="1" baseline="-25000" dirty="0">
                  <a:solidFill>
                    <a:srgbClr val="000000"/>
                  </a:solidFill>
                  <a:ea typeface="楷体_GB2312" charset="-122"/>
                </a:rPr>
                <a:t>2</a:t>
              </a:r>
              <a:r>
                <a:rPr lang="en-US" altLang="zh-CN" sz="2600" b="1" i="1" dirty="0">
                  <a:solidFill>
                    <a:srgbClr val="000000"/>
                  </a:solidFill>
                </a:rPr>
                <a:t>+q</a:t>
              </a:r>
              <a:r>
                <a:rPr lang="en-US" altLang="zh-CN" sz="2600" b="1" i="1" dirty="0">
                  <a:solidFill>
                    <a:srgbClr val="000000"/>
                  </a:solidFill>
                  <a:ea typeface="楷体_GB2312" charset="-122"/>
                </a:rPr>
                <a:t>'</a:t>
              </a:r>
              <a:r>
                <a:rPr lang="en-US" altLang="zh-CN" sz="2600" b="1" baseline="-25000" dirty="0">
                  <a:solidFill>
                    <a:srgbClr val="000000"/>
                  </a:solidFill>
                  <a:ea typeface="楷体_GB2312" charset="-122"/>
                </a:rPr>
                <a:t>1</a:t>
              </a:r>
              <a:r>
                <a:rPr lang="en-US" altLang="zh-CN" sz="2600" b="1" i="1" dirty="0">
                  <a:solidFill>
                    <a:srgbClr val="000000"/>
                  </a:solidFill>
                </a:rPr>
                <a:t>q'</a:t>
              </a:r>
              <a:r>
                <a:rPr lang="en-US" altLang="zh-CN" sz="2600" b="1" baseline="-25000" dirty="0">
                  <a:solidFill>
                    <a:srgbClr val="000000"/>
                  </a:solidFill>
                  <a:ea typeface="楷体_GB2312" charset="-122"/>
                </a:rPr>
                <a:t>3</a:t>
              </a:r>
              <a:r>
                <a:rPr lang="en-US" altLang="zh-CN" sz="2600" b="1" i="1" dirty="0">
                  <a:solidFill>
                    <a:srgbClr val="000000"/>
                  </a:solidFill>
                </a:rPr>
                <a:t>q</a:t>
              </a:r>
              <a:r>
                <a:rPr lang="en-US" altLang="zh-CN" sz="2600" b="1" baseline="-25000" dirty="0">
                  <a:solidFill>
                    <a:srgbClr val="000000"/>
                  </a:solidFill>
                  <a:ea typeface="楷体_GB2312" charset="-122"/>
                </a:rPr>
                <a:t>2</a:t>
              </a:r>
              <a:r>
                <a:rPr lang="en-US" altLang="zh-CN" sz="2600" b="1" dirty="0">
                  <a:solidFill>
                    <a:srgbClr val="000000"/>
                  </a:solidFill>
                </a:rPr>
                <a:t> </a:t>
              </a:r>
              <a:endParaRPr lang="en-US" altLang="zh-CN" sz="2600" b="1" dirty="0">
                <a:solidFill>
                  <a:srgbClr val="000000"/>
                </a:solidFill>
              </a:endParaRPr>
            </a:p>
          </p:txBody>
        </p:sp>
        <p:sp>
          <p:nvSpPr>
            <p:cNvPr id="210010" name="Text Box 213"/>
            <p:cNvSpPr txBox="1"/>
            <p:nvPr/>
          </p:nvSpPr>
          <p:spPr>
            <a:xfrm>
              <a:off x="22" y="2151"/>
              <a:ext cx="1657" cy="308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>
              <a:lvl1pPr marL="342900" indent="-342900" algn="l" rtl="0" eaLnBrk="0" fontAlgn="base" hangingPunct="0">
                <a:lnSpc>
                  <a:spcPct val="130000"/>
                </a:lnSpc>
                <a:spcBef>
                  <a:spcPct val="20000"/>
                </a:spcBef>
                <a:spcAft>
                  <a:spcPct val="0"/>
                </a:spcAft>
                <a:defRPr sz="2400">
                  <a:solidFill>
                    <a:srgbClr val="0000FF"/>
                  </a:solidFill>
                  <a:latin typeface="Times New Roman" panose="02020603050405020304" pitchFamily="18" charset="0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lnSpc>
                  <a:spcPct val="13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0000CC"/>
                </a:buClr>
                <a:buSzPct val="80000"/>
                <a:buFont typeface="Wingdings" panose="05000000000000000000" pitchFamily="2" charset="2"/>
                <a:buChar char="o"/>
                <a:defRPr sz="3000" b="1">
                  <a:solidFill>
                    <a:srgbClr val="0000FF"/>
                  </a:solidFill>
                  <a:latin typeface="Arial Narrow" panose="020B0606020202030204" pitchFamily="34" charset="0"/>
                  <a:ea typeface="楷体_GB2312" charset="-122"/>
                  <a:cs typeface="楷体_GB2312" charset="-122"/>
                </a:defRPr>
              </a:lvl2pPr>
              <a:lvl3pPr marL="1143000" indent="-228600" algn="l" rtl="0" eaLnBrk="0" fontAlgn="base" hangingPunct="0">
                <a:lnSpc>
                  <a:spcPct val="13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0000CC"/>
                </a:buClr>
                <a:buSzPct val="80000"/>
                <a:buFont typeface="Wingdings" panose="05000000000000000000" pitchFamily="2" charset="2"/>
                <a:buChar char="n"/>
                <a:defRPr sz="3000" b="1">
                  <a:solidFill>
                    <a:srgbClr val="0000FF"/>
                  </a:solidFill>
                  <a:latin typeface="Arial Narrow" panose="020B0606020202030204" pitchFamily="34" charset="0"/>
                  <a:ea typeface="楷体_GB2312" charset="-122"/>
                  <a:cs typeface="楷体_GB2312" charset="-122"/>
                </a:defRPr>
              </a:lvl3pPr>
              <a:lvl4pPr marL="1600200" indent="-228600" algn="l" rtl="0" eaLnBrk="0" fontAlgn="base" hangingPunct="0">
                <a:lnSpc>
                  <a:spcPct val="13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0000CC"/>
                </a:buClr>
                <a:buSzPct val="80000"/>
                <a:buFont typeface="Wingdings" panose="05000000000000000000" pitchFamily="2" charset="2"/>
                <a:buChar char="o"/>
                <a:defRPr sz="2800" b="1">
                  <a:solidFill>
                    <a:srgbClr val="0000FF"/>
                  </a:solidFill>
                  <a:latin typeface="Arial Narrow" panose="020B0606020202030204" pitchFamily="34" charset="0"/>
                  <a:ea typeface="楷体_GB2312" charset="-122"/>
                  <a:cs typeface="楷体_GB2312" charset="-122"/>
                </a:defRPr>
              </a:lvl4pPr>
              <a:lvl5pPr marL="2057400" indent="-228600" algn="l" rtl="0" eaLnBrk="0" fontAlgn="base" hangingPunct="0">
                <a:lnSpc>
                  <a:spcPct val="13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0000CC"/>
                </a:buClr>
                <a:buSzPct val="80000"/>
                <a:buFont typeface="Wingdings" panose="05000000000000000000" pitchFamily="2" charset="2"/>
                <a:buChar char="o"/>
                <a:defRPr sz="2800" b="1">
                  <a:solidFill>
                    <a:srgbClr val="0000FF"/>
                  </a:solidFill>
                  <a:latin typeface="Arial Narrow" panose="020B0606020202030204" pitchFamily="34" charset="0"/>
                  <a:ea typeface="楷体_GB2312" charset="-122"/>
                  <a:cs typeface="楷体_GB2312" charset="-122"/>
                </a:defRPr>
              </a:lvl5pPr>
            </a:lstStyle>
            <a:p>
              <a:pPr marL="0" lvl="0" indent="0" eaLnBrk="1" hangingPunct="1">
                <a:lnSpc>
                  <a:spcPct val="100000"/>
                </a:lnSpc>
                <a:spcBef>
                  <a:spcPct val="5000"/>
                </a:spcBef>
              </a:pPr>
              <a:r>
                <a:rPr lang="en-US" altLang="zh-CN" sz="2600" b="1" i="1" dirty="0">
                  <a:solidFill>
                    <a:srgbClr val="000000"/>
                  </a:solidFill>
                  <a:ea typeface="楷体_GB2312" charset="-122"/>
                </a:rPr>
                <a:t>Q</a:t>
              </a:r>
              <a:r>
                <a:rPr lang="en-US" altLang="zh-CN" sz="2600" b="1" baseline="-25000" dirty="0">
                  <a:solidFill>
                    <a:srgbClr val="000000"/>
                  </a:solidFill>
                  <a:ea typeface="楷体_GB2312" charset="-122"/>
                </a:rPr>
                <a:t>3</a:t>
              </a:r>
              <a:r>
                <a:rPr lang="en-US" altLang="zh-CN" sz="2600" b="1" i="1" dirty="0">
                  <a:solidFill>
                    <a:srgbClr val="000000"/>
                  </a:solidFill>
                  <a:ea typeface="楷体_GB2312" charset="-122"/>
                </a:rPr>
                <a:t>=q</a:t>
              </a:r>
              <a:r>
                <a:rPr lang="en-US" altLang="zh-CN" sz="2600" b="1" baseline="-25000" dirty="0">
                  <a:solidFill>
                    <a:srgbClr val="000000"/>
                  </a:solidFill>
                  <a:ea typeface="楷体_GB2312" charset="-122"/>
                </a:rPr>
                <a:t>1</a:t>
              </a:r>
              <a:r>
                <a:rPr lang="en-US" altLang="zh-CN" sz="2600" b="1" i="1" dirty="0">
                  <a:solidFill>
                    <a:srgbClr val="000000"/>
                  </a:solidFill>
                  <a:ea typeface="楷体_GB2312" charset="-122"/>
                </a:rPr>
                <a:t>q</a:t>
              </a:r>
              <a:r>
                <a:rPr lang="en-US" altLang="zh-CN" sz="2600" b="1" baseline="-25000" dirty="0">
                  <a:solidFill>
                    <a:srgbClr val="000000"/>
                  </a:solidFill>
                  <a:ea typeface="楷体_GB2312" charset="-122"/>
                </a:rPr>
                <a:t>2</a:t>
              </a:r>
              <a:r>
                <a:rPr lang="en-US" altLang="zh-CN" sz="2600" b="1" i="1" dirty="0">
                  <a:solidFill>
                    <a:srgbClr val="000000"/>
                  </a:solidFill>
                </a:rPr>
                <a:t>q</a:t>
              </a:r>
              <a:r>
                <a:rPr lang="en-US" altLang="zh-CN" sz="2600" b="1" i="1" dirty="0">
                  <a:solidFill>
                    <a:srgbClr val="000000"/>
                  </a:solidFill>
                  <a:ea typeface="楷体_GB2312" charset="-122"/>
                </a:rPr>
                <a:t>'</a:t>
              </a:r>
              <a:r>
                <a:rPr lang="en-US" altLang="zh-CN" sz="2600" b="1" baseline="-25000" dirty="0">
                  <a:solidFill>
                    <a:srgbClr val="000000"/>
                  </a:solidFill>
                </a:rPr>
                <a:t>3</a:t>
              </a:r>
              <a:r>
                <a:rPr lang="en-US" altLang="zh-CN" sz="2600" b="1" i="1" dirty="0">
                  <a:solidFill>
                    <a:srgbClr val="000000"/>
                  </a:solidFill>
                  <a:ea typeface="楷体_GB2312" charset="-122"/>
                </a:rPr>
                <a:t>+</a:t>
              </a:r>
              <a:r>
                <a:rPr lang="en-US" altLang="zh-CN" sz="2600" b="1" i="1" dirty="0">
                  <a:solidFill>
                    <a:srgbClr val="000000"/>
                  </a:solidFill>
                </a:rPr>
                <a:t>q</a:t>
              </a:r>
              <a:r>
                <a:rPr lang="en-US" altLang="zh-CN" sz="2600" b="1" i="1" dirty="0">
                  <a:solidFill>
                    <a:srgbClr val="000000"/>
                  </a:solidFill>
                  <a:ea typeface="楷体_GB2312" charset="-122"/>
                </a:rPr>
                <a:t>'</a:t>
              </a:r>
              <a:r>
                <a:rPr lang="en-US" altLang="zh-CN" sz="2600" b="1" baseline="-25000" dirty="0">
                  <a:solidFill>
                    <a:srgbClr val="000000"/>
                  </a:solidFill>
                </a:rPr>
                <a:t>2</a:t>
              </a:r>
              <a:r>
                <a:rPr lang="en-US" altLang="zh-CN" sz="2600" b="1" i="1" dirty="0">
                  <a:solidFill>
                    <a:srgbClr val="000000"/>
                  </a:solidFill>
                </a:rPr>
                <a:t>q</a:t>
              </a:r>
              <a:r>
                <a:rPr lang="en-US" altLang="zh-CN" sz="2600" b="1" baseline="-25000" dirty="0">
                  <a:solidFill>
                    <a:srgbClr val="000000"/>
                  </a:solidFill>
                </a:rPr>
                <a:t>3</a:t>
              </a:r>
              <a:endParaRPr lang="en-US" altLang="zh-CN" sz="2600" b="1" baseline="-25000" dirty="0">
                <a:solidFill>
                  <a:srgbClr val="000000"/>
                </a:solidFill>
              </a:endParaRPr>
            </a:p>
          </p:txBody>
        </p:sp>
        <p:sp>
          <p:nvSpPr>
            <p:cNvPr id="210011" name="Text Box 214"/>
            <p:cNvSpPr txBox="1"/>
            <p:nvPr/>
          </p:nvSpPr>
          <p:spPr>
            <a:xfrm>
              <a:off x="22" y="2569"/>
              <a:ext cx="1270" cy="327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>
              <a:lvl1pPr marL="342900" indent="-342900" algn="l" rtl="0" eaLnBrk="0" fontAlgn="base" hangingPunct="0">
                <a:lnSpc>
                  <a:spcPct val="130000"/>
                </a:lnSpc>
                <a:spcBef>
                  <a:spcPct val="20000"/>
                </a:spcBef>
                <a:spcAft>
                  <a:spcPct val="0"/>
                </a:spcAft>
                <a:defRPr sz="2400">
                  <a:solidFill>
                    <a:srgbClr val="0000FF"/>
                  </a:solidFill>
                  <a:latin typeface="Times New Roman" panose="02020603050405020304" pitchFamily="18" charset="0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lnSpc>
                  <a:spcPct val="13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0000CC"/>
                </a:buClr>
                <a:buSzPct val="80000"/>
                <a:buFont typeface="Wingdings" panose="05000000000000000000" pitchFamily="2" charset="2"/>
                <a:buChar char="o"/>
                <a:defRPr sz="3000" b="1">
                  <a:solidFill>
                    <a:srgbClr val="0000FF"/>
                  </a:solidFill>
                  <a:latin typeface="Arial Narrow" panose="020B0606020202030204" pitchFamily="34" charset="0"/>
                  <a:ea typeface="楷体_GB2312" charset="-122"/>
                  <a:cs typeface="楷体_GB2312" charset="-122"/>
                </a:defRPr>
              </a:lvl2pPr>
              <a:lvl3pPr marL="1143000" indent="-228600" algn="l" rtl="0" eaLnBrk="0" fontAlgn="base" hangingPunct="0">
                <a:lnSpc>
                  <a:spcPct val="13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0000CC"/>
                </a:buClr>
                <a:buSzPct val="80000"/>
                <a:buFont typeface="Wingdings" panose="05000000000000000000" pitchFamily="2" charset="2"/>
                <a:buChar char="n"/>
                <a:defRPr sz="3000" b="1">
                  <a:solidFill>
                    <a:srgbClr val="0000FF"/>
                  </a:solidFill>
                  <a:latin typeface="Arial Narrow" panose="020B0606020202030204" pitchFamily="34" charset="0"/>
                  <a:ea typeface="楷体_GB2312" charset="-122"/>
                  <a:cs typeface="楷体_GB2312" charset="-122"/>
                </a:defRPr>
              </a:lvl3pPr>
              <a:lvl4pPr marL="1600200" indent="-228600" algn="l" rtl="0" eaLnBrk="0" fontAlgn="base" hangingPunct="0">
                <a:lnSpc>
                  <a:spcPct val="13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0000CC"/>
                </a:buClr>
                <a:buSzPct val="80000"/>
                <a:buFont typeface="Wingdings" panose="05000000000000000000" pitchFamily="2" charset="2"/>
                <a:buChar char="o"/>
                <a:defRPr sz="2800" b="1">
                  <a:solidFill>
                    <a:srgbClr val="0000FF"/>
                  </a:solidFill>
                  <a:latin typeface="Arial Narrow" panose="020B0606020202030204" pitchFamily="34" charset="0"/>
                  <a:ea typeface="楷体_GB2312" charset="-122"/>
                  <a:cs typeface="楷体_GB2312" charset="-122"/>
                </a:defRPr>
              </a:lvl4pPr>
              <a:lvl5pPr marL="2057400" indent="-228600" algn="l" rtl="0" eaLnBrk="0" fontAlgn="base" hangingPunct="0">
                <a:lnSpc>
                  <a:spcPct val="13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0000CC"/>
                </a:buClr>
                <a:buSzPct val="80000"/>
                <a:buFont typeface="Wingdings" panose="05000000000000000000" pitchFamily="2" charset="2"/>
                <a:buChar char="o"/>
                <a:defRPr sz="2800" b="1">
                  <a:solidFill>
                    <a:srgbClr val="0000FF"/>
                  </a:solidFill>
                  <a:latin typeface="Arial Narrow" panose="020B0606020202030204" pitchFamily="34" charset="0"/>
                  <a:ea typeface="楷体_GB2312" charset="-122"/>
                  <a:cs typeface="楷体_GB2312" charset="-122"/>
                </a:defRPr>
              </a:lvl5pPr>
            </a:lstStyle>
            <a:p>
              <a:pPr marL="0" lvl="0" indent="0" eaLnBrk="1" hangingPunct="1">
                <a:lnSpc>
                  <a:spcPct val="100000"/>
                </a:lnSpc>
                <a:spcBef>
                  <a:spcPct val="5000"/>
                </a:spcBef>
              </a:pPr>
              <a:r>
                <a:rPr lang="en-US" altLang="zh-CN" sz="2800" b="1" i="1" dirty="0">
                  <a:solidFill>
                    <a:srgbClr val="000099"/>
                  </a:solidFill>
                  <a:ea typeface="楷体_GB2312" charset="-122"/>
                </a:rPr>
                <a:t>Y = q</a:t>
              </a:r>
              <a:r>
                <a:rPr lang="en-US" altLang="zh-CN" sz="2800" b="1" baseline="-25000" dirty="0">
                  <a:solidFill>
                    <a:srgbClr val="000099"/>
                  </a:solidFill>
                  <a:ea typeface="楷体_GB2312" charset="-122"/>
                </a:rPr>
                <a:t>3</a:t>
              </a:r>
              <a:r>
                <a:rPr lang="en-US" altLang="zh-CN" sz="2800" b="1" i="1" dirty="0">
                  <a:solidFill>
                    <a:srgbClr val="000099"/>
                  </a:solidFill>
                  <a:ea typeface="楷体_GB2312" charset="-122"/>
                </a:rPr>
                <a:t>q</a:t>
              </a:r>
              <a:r>
                <a:rPr lang="en-US" altLang="zh-CN" sz="2800" b="1" baseline="-25000" dirty="0">
                  <a:solidFill>
                    <a:srgbClr val="000099"/>
                  </a:solidFill>
                  <a:ea typeface="楷体_GB2312" charset="-122"/>
                </a:rPr>
                <a:t>2</a:t>
              </a:r>
              <a:endParaRPr lang="en-US" altLang="zh-CN" b="1" dirty="0">
                <a:solidFill>
                  <a:srgbClr val="007A77"/>
                </a:solidFill>
              </a:endParaRPr>
            </a:p>
          </p:txBody>
        </p:sp>
      </p:grpSp>
      <p:sp>
        <p:nvSpPr>
          <p:cNvPr id="701914" name="Rectangle 474"/>
          <p:cNvSpPr/>
          <p:nvPr/>
        </p:nvSpPr>
        <p:spPr>
          <a:xfrm>
            <a:off x="2905125" y="5694363"/>
            <a:ext cx="5724525" cy="628650"/>
          </a:xfrm>
          <a:prstGeom prst="rect">
            <a:avLst/>
          </a:prstGeom>
          <a:solidFill>
            <a:srgbClr val="FFFFFF"/>
          </a:solidFill>
          <a:ln w="9525">
            <a:noFill/>
          </a:ln>
        </p:spPr>
        <p:txBody>
          <a:bodyPr wrap="none" anchor="ctr" anchorCtr="0"/>
          <a:lstStyle>
            <a:lvl1pPr marL="342900" indent="-342900" algn="l" rtl="0" eaLnBrk="0" fontAlgn="base" hangingPunct="0">
              <a:lnSpc>
                <a:spcPct val="130000"/>
              </a:lnSpc>
              <a:spcBef>
                <a:spcPct val="20000"/>
              </a:spcBef>
              <a:spcAft>
                <a:spcPct val="0"/>
              </a:spcAft>
              <a:defRPr sz="2400">
                <a:solidFill>
                  <a:srgbClr val="0000FF"/>
                </a:solidFill>
                <a:latin typeface="Times New Roman" panose="02020603050405020304" pitchFamily="18" charset="0"/>
                <a:ea typeface="+mn-ea"/>
                <a:cs typeface="+mn-cs"/>
              </a:defRPr>
            </a:lvl1pPr>
            <a:lvl2pPr marL="742950" indent="-285750" algn="l" rtl="0" eaLnBrk="0" fontAlgn="base" hangingPunct="0">
              <a:lnSpc>
                <a:spcPct val="130000"/>
              </a:lnSpc>
              <a:spcBef>
                <a:spcPct val="20000"/>
              </a:spcBef>
              <a:spcAft>
                <a:spcPct val="0"/>
              </a:spcAft>
              <a:buClr>
                <a:srgbClr val="0000CC"/>
              </a:buClr>
              <a:buSzPct val="80000"/>
              <a:buFont typeface="Wingdings" panose="05000000000000000000" pitchFamily="2" charset="2"/>
              <a:buChar char="o"/>
              <a:defRPr sz="3000" b="1">
                <a:solidFill>
                  <a:srgbClr val="0000FF"/>
                </a:solidFill>
                <a:latin typeface="Arial Narrow" panose="020B0606020202030204" pitchFamily="34" charset="0"/>
                <a:ea typeface="楷体_GB2312" charset="-122"/>
                <a:cs typeface="楷体_GB2312" charset="-122"/>
              </a:defRPr>
            </a:lvl2pPr>
            <a:lvl3pPr marL="1143000" indent="-228600" algn="l" rtl="0" eaLnBrk="0" fontAlgn="base" hangingPunct="0">
              <a:lnSpc>
                <a:spcPct val="130000"/>
              </a:lnSpc>
              <a:spcBef>
                <a:spcPct val="20000"/>
              </a:spcBef>
              <a:spcAft>
                <a:spcPct val="0"/>
              </a:spcAft>
              <a:buClr>
                <a:srgbClr val="0000CC"/>
              </a:buClr>
              <a:buSzPct val="80000"/>
              <a:buFont typeface="Wingdings" panose="05000000000000000000" pitchFamily="2" charset="2"/>
              <a:buChar char="n"/>
              <a:defRPr sz="3000" b="1">
                <a:solidFill>
                  <a:srgbClr val="0000FF"/>
                </a:solidFill>
                <a:latin typeface="Arial Narrow" panose="020B0606020202030204" pitchFamily="34" charset="0"/>
                <a:ea typeface="楷体_GB2312" charset="-122"/>
                <a:cs typeface="楷体_GB2312" charset="-122"/>
              </a:defRPr>
            </a:lvl3pPr>
            <a:lvl4pPr marL="1600200" indent="-228600" algn="l" rtl="0" eaLnBrk="0" fontAlgn="base" hangingPunct="0">
              <a:lnSpc>
                <a:spcPct val="130000"/>
              </a:lnSpc>
              <a:spcBef>
                <a:spcPct val="20000"/>
              </a:spcBef>
              <a:spcAft>
                <a:spcPct val="0"/>
              </a:spcAft>
              <a:buClr>
                <a:srgbClr val="0000CC"/>
              </a:buClr>
              <a:buSzPct val="80000"/>
              <a:buFont typeface="Wingdings" panose="05000000000000000000" pitchFamily="2" charset="2"/>
              <a:buChar char="o"/>
              <a:defRPr sz="2800" b="1">
                <a:solidFill>
                  <a:srgbClr val="0000FF"/>
                </a:solidFill>
                <a:latin typeface="Arial Narrow" panose="020B0606020202030204" pitchFamily="34" charset="0"/>
                <a:ea typeface="楷体_GB2312" charset="-122"/>
                <a:cs typeface="楷体_GB2312" charset="-122"/>
              </a:defRPr>
            </a:lvl4pPr>
            <a:lvl5pPr marL="2057400" indent="-228600" algn="l" rtl="0" eaLnBrk="0" fontAlgn="base" hangingPunct="0">
              <a:lnSpc>
                <a:spcPct val="130000"/>
              </a:lnSpc>
              <a:spcBef>
                <a:spcPct val="20000"/>
              </a:spcBef>
              <a:spcAft>
                <a:spcPct val="0"/>
              </a:spcAft>
              <a:buClr>
                <a:srgbClr val="0000CC"/>
              </a:buClr>
              <a:buSzPct val="80000"/>
              <a:buFont typeface="Wingdings" panose="05000000000000000000" pitchFamily="2" charset="2"/>
              <a:buChar char="o"/>
              <a:defRPr sz="2800" b="1">
                <a:solidFill>
                  <a:srgbClr val="0000FF"/>
                </a:solidFill>
                <a:latin typeface="Arial Narrow" panose="020B0606020202030204" pitchFamily="34" charset="0"/>
                <a:ea typeface="楷体_GB2312" charset="-122"/>
                <a:cs typeface="楷体_GB2312" charset="-122"/>
              </a:defRPr>
            </a:lvl5pPr>
          </a:lstStyle>
          <a:p>
            <a:pPr marL="0" lvl="0" indent="0" eaLnBrk="1" hangingPunct="1">
              <a:lnSpc>
                <a:spcPct val="100000"/>
              </a:lnSpc>
              <a:spcBef>
                <a:spcPct val="0"/>
              </a:spcBef>
            </a:pPr>
            <a:endParaRPr lang="zh-CN" altLang="en-US" b="1" dirty="0">
              <a:solidFill>
                <a:srgbClr val="007A77"/>
              </a:solidFill>
            </a:endParaRPr>
          </a:p>
        </p:txBody>
      </p:sp>
      <p:sp>
        <p:nvSpPr>
          <p:cNvPr id="21" name="标题 2"/>
          <p:cNvSpPr>
            <a:spLocks noGrp="1"/>
          </p:cNvSpPr>
          <p:nvPr>
            <p:ph type="title"/>
          </p:nvPr>
        </p:nvSpPr>
        <p:spPr>
          <a:xfrm>
            <a:off x="498475" y="417513"/>
            <a:ext cx="6746875" cy="725488"/>
          </a:xfrm>
        </p:spPr>
        <p:txBody>
          <a:bodyPr vert="horz" wrap="square" lIns="91440" tIns="45720" rIns="91440" bIns="45720" numCol="1" anchor="ctr" anchorCtr="0" compatLnSpc="1"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+mj-lt"/>
                <a:ea typeface="楷体_GB2312" charset="-122"/>
                <a:cs typeface="+mj-cs"/>
                <a:sym typeface="+mn-ea"/>
              </a:rPr>
              <a:t>6.10 </a:t>
            </a:r>
            <a:r>
              <a:rPr kumimoji="0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+mj-lt"/>
                <a:ea typeface="楷体_GB2312" charset="-122"/>
                <a:cs typeface="+mj-cs"/>
              </a:rPr>
              <a:t>同步时序电路分析</a:t>
            </a:r>
            <a:endParaRPr kumimoji="0" lang="zh-CN" altLang="en-US" sz="2800" b="1" i="0" u="none" strike="noStrike" kern="1200" cap="none" spc="0" normalizeH="0" baseline="0" noProof="0" dirty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+mj-lt"/>
              <a:ea typeface="楷体_GB2312" charset="-122"/>
              <a:cs typeface="+mj-cs"/>
            </a:endParaRPr>
          </a:p>
        </p:txBody>
      </p:sp>
      <p:sp>
        <p:nvSpPr>
          <p:cNvPr id="22" name="TextBox 1"/>
          <p:cNvSpPr txBox="1"/>
          <p:nvPr/>
        </p:nvSpPr>
        <p:spPr>
          <a:xfrm>
            <a:off x="595313" y="4756150"/>
            <a:ext cx="3000375" cy="1000125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lnSpc>
                <a:spcPct val="130000"/>
              </a:lnSpc>
              <a:spcBef>
                <a:spcPct val="20000"/>
              </a:spcBef>
              <a:spcAft>
                <a:spcPct val="0"/>
              </a:spcAft>
              <a:defRPr sz="2400">
                <a:solidFill>
                  <a:srgbClr val="0000FF"/>
                </a:solidFill>
                <a:latin typeface="Times New Roman" panose="02020603050405020304" pitchFamily="18" charset="0"/>
                <a:ea typeface="+mn-ea"/>
                <a:cs typeface="+mn-cs"/>
              </a:defRPr>
            </a:lvl1pPr>
            <a:lvl2pPr marL="742950" indent="-285750" algn="l" rtl="0" eaLnBrk="0" fontAlgn="base" hangingPunct="0">
              <a:lnSpc>
                <a:spcPct val="130000"/>
              </a:lnSpc>
              <a:spcBef>
                <a:spcPct val="20000"/>
              </a:spcBef>
              <a:spcAft>
                <a:spcPct val="0"/>
              </a:spcAft>
              <a:buClr>
                <a:srgbClr val="0000CC"/>
              </a:buClr>
              <a:buSzPct val="80000"/>
              <a:buFont typeface="Wingdings" panose="05000000000000000000" pitchFamily="2" charset="2"/>
              <a:buChar char="o"/>
              <a:defRPr sz="3000" b="1">
                <a:solidFill>
                  <a:srgbClr val="0000FF"/>
                </a:solidFill>
                <a:latin typeface="Arial Narrow" panose="020B0606020202030204" pitchFamily="34" charset="0"/>
                <a:ea typeface="楷体_GB2312" charset="-122"/>
                <a:cs typeface="楷体_GB2312" charset="-122"/>
              </a:defRPr>
            </a:lvl2pPr>
            <a:lvl3pPr marL="1143000" indent="-228600" algn="l" rtl="0" eaLnBrk="0" fontAlgn="base" hangingPunct="0">
              <a:lnSpc>
                <a:spcPct val="130000"/>
              </a:lnSpc>
              <a:spcBef>
                <a:spcPct val="20000"/>
              </a:spcBef>
              <a:spcAft>
                <a:spcPct val="0"/>
              </a:spcAft>
              <a:buClr>
                <a:srgbClr val="0000CC"/>
              </a:buClr>
              <a:buSzPct val="80000"/>
              <a:buFont typeface="Wingdings" panose="05000000000000000000" pitchFamily="2" charset="2"/>
              <a:buChar char="n"/>
              <a:defRPr sz="3000" b="1">
                <a:solidFill>
                  <a:srgbClr val="0000FF"/>
                </a:solidFill>
                <a:latin typeface="Arial Narrow" panose="020B0606020202030204" pitchFamily="34" charset="0"/>
                <a:ea typeface="楷体_GB2312" charset="-122"/>
                <a:cs typeface="楷体_GB2312" charset="-122"/>
              </a:defRPr>
            </a:lvl3pPr>
            <a:lvl4pPr marL="1600200" indent="-228600" algn="l" rtl="0" eaLnBrk="0" fontAlgn="base" hangingPunct="0">
              <a:lnSpc>
                <a:spcPct val="130000"/>
              </a:lnSpc>
              <a:spcBef>
                <a:spcPct val="20000"/>
              </a:spcBef>
              <a:spcAft>
                <a:spcPct val="0"/>
              </a:spcAft>
              <a:buClr>
                <a:srgbClr val="0000CC"/>
              </a:buClr>
              <a:buSzPct val="80000"/>
              <a:buFont typeface="Wingdings" panose="05000000000000000000" pitchFamily="2" charset="2"/>
              <a:buChar char="o"/>
              <a:defRPr sz="2800" b="1">
                <a:solidFill>
                  <a:srgbClr val="0000FF"/>
                </a:solidFill>
                <a:latin typeface="Arial Narrow" panose="020B0606020202030204" pitchFamily="34" charset="0"/>
                <a:ea typeface="楷体_GB2312" charset="-122"/>
                <a:cs typeface="楷体_GB2312" charset="-122"/>
              </a:defRPr>
            </a:lvl4pPr>
            <a:lvl5pPr marL="2057400" indent="-228600" algn="l" rtl="0" eaLnBrk="0" fontAlgn="base" hangingPunct="0">
              <a:lnSpc>
                <a:spcPct val="130000"/>
              </a:lnSpc>
              <a:spcBef>
                <a:spcPct val="20000"/>
              </a:spcBef>
              <a:spcAft>
                <a:spcPct val="0"/>
              </a:spcAft>
              <a:buClr>
                <a:srgbClr val="0000CC"/>
              </a:buClr>
              <a:buSzPct val="80000"/>
              <a:buFont typeface="Wingdings" panose="05000000000000000000" pitchFamily="2" charset="2"/>
              <a:buChar char="o"/>
              <a:defRPr sz="2800" b="1">
                <a:solidFill>
                  <a:srgbClr val="0000FF"/>
                </a:solidFill>
                <a:latin typeface="Arial Narrow" panose="020B0606020202030204" pitchFamily="34" charset="0"/>
                <a:ea typeface="楷体_GB2312" charset="-122"/>
                <a:cs typeface="楷体_GB2312" charset="-122"/>
              </a:defRPr>
            </a:lvl5pPr>
          </a:lstStyle>
          <a:p>
            <a:pPr marL="0" lvl="0" indent="0">
              <a:spcBef>
                <a:spcPct val="0"/>
              </a:spcBef>
            </a:pPr>
            <a:r>
              <a:rPr lang="zh-CN" altLang="en-US" b="1" dirty="0">
                <a:solidFill>
                  <a:srgbClr val="000000"/>
                </a:solidFill>
              </a:rPr>
              <a:t>注意：检查状态表是否包含所有可能状态</a:t>
            </a:r>
            <a:endParaRPr lang="en-US" altLang="zh-CN" b="1" dirty="0">
              <a:solidFill>
                <a:srgbClr val="000000"/>
              </a:solidFill>
              <a:ea typeface="Times New Roman" panose="02020603050405020304" pitchFamily="18" charset="0"/>
            </a:endParaRPr>
          </a:p>
        </p:txBody>
      </p:sp>
      <p:sp>
        <p:nvSpPr>
          <p:cNvPr id="210006" name="灯片编号占位符 1"/>
          <p:cNvSpPr txBox="1">
            <a:spLocks noGrp="1"/>
          </p:cNvSpPr>
          <p:nvPr>
            <p:ph type="sldNum" sz="quarter" idx="11"/>
          </p:nvPr>
        </p:nvSpPr>
        <p:spPr>
          <a:xfrm>
            <a:off x="8388350" y="6453188"/>
            <a:ext cx="720725" cy="360362"/>
          </a:xfrm>
          <a:noFill/>
          <a:ln>
            <a:noFill/>
          </a:ln>
        </p:spPr>
        <p:txBody>
          <a:bodyPr/>
          <a:p>
            <a:pPr marL="0" indent="0" algn="ctr" eaLnBrk="1" hangingPunct="1">
              <a:lnSpc>
                <a:spcPct val="100000"/>
              </a:lnSpc>
              <a:spcBef>
                <a:spcPct val="0"/>
              </a:spcBef>
            </a:pPr>
            <a:fld id="{9A0DB2DC-4C9A-4742-B13C-FB6460FD3503}" type="slidenum">
              <a:rPr lang="en-US" altLang="zh-CN" sz="1600" dirty="0">
                <a:solidFill>
                  <a:srgbClr val="000000"/>
                </a:solidFill>
                <a:ea typeface="楷体_GB2312" charset="-122"/>
              </a:rPr>
            </a:fld>
            <a:endParaRPr lang="en-US" altLang="zh-CN" sz="1600" dirty="0">
              <a:solidFill>
                <a:srgbClr val="000000"/>
              </a:solidFill>
              <a:ea typeface="楷体_GB2312" charset="-122"/>
            </a:endParaRPr>
          </a:p>
        </p:txBody>
      </p:sp>
    </p:spTree>
  </p:cSld>
  <p:clrMapOvr>
    <a:masterClrMapping/>
  </p:clrMapOvr>
  <p:transition spd="slow">
    <p:randomBar dir="vert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xit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blinds(horizontal)">
                                      <p:cBhvr>
                                        <p:cTn id="11" dur="500"/>
                                        <p:tgtEl>
                                          <p:spTgt spid="70191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019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01914" grpId="0" animBg="1"/>
      <p:bldP spid="22" grpId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210946" name="Picture 20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493963" y="1231900"/>
            <a:ext cx="5408612" cy="1709738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210947" name="TextBox 1"/>
          <p:cNvSpPr txBox="1"/>
          <p:nvPr/>
        </p:nvSpPr>
        <p:spPr>
          <a:xfrm>
            <a:off x="1171575" y="1158875"/>
            <a:ext cx="2646363" cy="52070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lnSpc>
                <a:spcPct val="130000"/>
              </a:lnSpc>
              <a:spcBef>
                <a:spcPct val="20000"/>
              </a:spcBef>
              <a:spcAft>
                <a:spcPct val="0"/>
              </a:spcAft>
              <a:defRPr sz="2400">
                <a:solidFill>
                  <a:srgbClr val="0000FF"/>
                </a:solidFill>
                <a:latin typeface="Times New Roman" panose="02020603050405020304" pitchFamily="18" charset="0"/>
                <a:ea typeface="+mn-ea"/>
                <a:cs typeface="+mn-cs"/>
              </a:defRPr>
            </a:lvl1pPr>
            <a:lvl2pPr marL="742950" indent="-285750" algn="l" rtl="0" eaLnBrk="0" fontAlgn="base" hangingPunct="0">
              <a:lnSpc>
                <a:spcPct val="130000"/>
              </a:lnSpc>
              <a:spcBef>
                <a:spcPct val="20000"/>
              </a:spcBef>
              <a:spcAft>
                <a:spcPct val="0"/>
              </a:spcAft>
              <a:buClr>
                <a:srgbClr val="0000CC"/>
              </a:buClr>
              <a:buSzPct val="80000"/>
              <a:buFont typeface="Wingdings" panose="05000000000000000000" pitchFamily="2" charset="2"/>
              <a:buChar char="o"/>
              <a:defRPr sz="3000" b="1">
                <a:solidFill>
                  <a:srgbClr val="0000FF"/>
                </a:solidFill>
                <a:latin typeface="Arial Narrow" panose="020B0606020202030204" pitchFamily="34" charset="0"/>
                <a:ea typeface="楷体_GB2312" charset="-122"/>
                <a:cs typeface="楷体_GB2312" charset="-122"/>
              </a:defRPr>
            </a:lvl2pPr>
            <a:lvl3pPr marL="1143000" indent="-228600" algn="l" rtl="0" eaLnBrk="0" fontAlgn="base" hangingPunct="0">
              <a:lnSpc>
                <a:spcPct val="130000"/>
              </a:lnSpc>
              <a:spcBef>
                <a:spcPct val="20000"/>
              </a:spcBef>
              <a:spcAft>
                <a:spcPct val="0"/>
              </a:spcAft>
              <a:buClr>
                <a:srgbClr val="0000CC"/>
              </a:buClr>
              <a:buSzPct val="80000"/>
              <a:buFont typeface="Wingdings" panose="05000000000000000000" pitchFamily="2" charset="2"/>
              <a:buChar char="n"/>
              <a:defRPr sz="3000" b="1">
                <a:solidFill>
                  <a:srgbClr val="0000FF"/>
                </a:solidFill>
                <a:latin typeface="Arial Narrow" panose="020B0606020202030204" pitchFamily="34" charset="0"/>
                <a:ea typeface="楷体_GB2312" charset="-122"/>
                <a:cs typeface="楷体_GB2312" charset="-122"/>
              </a:defRPr>
            </a:lvl3pPr>
            <a:lvl4pPr marL="1600200" indent="-228600" algn="l" rtl="0" eaLnBrk="0" fontAlgn="base" hangingPunct="0">
              <a:lnSpc>
                <a:spcPct val="130000"/>
              </a:lnSpc>
              <a:spcBef>
                <a:spcPct val="20000"/>
              </a:spcBef>
              <a:spcAft>
                <a:spcPct val="0"/>
              </a:spcAft>
              <a:buClr>
                <a:srgbClr val="0000CC"/>
              </a:buClr>
              <a:buSzPct val="80000"/>
              <a:buFont typeface="Wingdings" panose="05000000000000000000" pitchFamily="2" charset="2"/>
              <a:buChar char="o"/>
              <a:defRPr sz="2800" b="1">
                <a:solidFill>
                  <a:srgbClr val="0000FF"/>
                </a:solidFill>
                <a:latin typeface="Arial Narrow" panose="020B0606020202030204" pitchFamily="34" charset="0"/>
                <a:ea typeface="楷体_GB2312" charset="-122"/>
                <a:cs typeface="楷体_GB2312" charset="-122"/>
              </a:defRPr>
            </a:lvl4pPr>
            <a:lvl5pPr marL="2057400" indent="-228600" algn="l" rtl="0" eaLnBrk="0" fontAlgn="base" hangingPunct="0">
              <a:lnSpc>
                <a:spcPct val="130000"/>
              </a:lnSpc>
              <a:spcBef>
                <a:spcPct val="20000"/>
              </a:spcBef>
              <a:spcAft>
                <a:spcPct val="0"/>
              </a:spcAft>
              <a:buClr>
                <a:srgbClr val="0000CC"/>
              </a:buClr>
              <a:buSzPct val="80000"/>
              <a:buFont typeface="Wingdings" panose="05000000000000000000" pitchFamily="2" charset="2"/>
              <a:buChar char="o"/>
              <a:defRPr sz="2800" b="1">
                <a:solidFill>
                  <a:srgbClr val="0000FF"/>
                </a:solidFill>
                <a:latin typeface="Arial Narrow" panose="020B0606020202030204" pitchFamily="34" charset="0"/>
                <a:ea typeface="楷体_GB2312" charset="-122"/>
                <a:cs typeface="楷体_GB2312" charset="-122"/>
              </a:defRPr>
            </a:lvl5pPr>
          </a:lstStyle>
          <a:p>
            <a:pPr marL="0" lvl="0" indent="0">
              <a:spcBef>
                <a:spcPct val="0"/>
              </a:spcBef>
            </a:pPr>
            <a:r>
              <a:rPr lang="zh-CN" altLang="en-US" b="1" dirty="0">
                <a:solidFill>
                  <a:srgbClr val="000000"/>
                </a:solidFill>
              </a:rPr>
              <a:t>状态图：</a:t>
            </a:r>
            <a:endParaRPr lang="en-US" altLang="zh-CN" b="1" dirty="0">
              <a:solidFill>
                <a:srgbClr val="000000"/>
              </a:solidFill>
              <a:ea typeface="Times New Roman" panose="02020603050405020304" pitchFamily="18" charset="0"/>
            </a:endParaRPr>
          </a:p>
        </p:txBody>
      </p:sp>
      <p:sp>
        <p:nvSpPr>
          <p:cNvPr id="13" name="标题 2"/>
          <p:cNvSpPr>
            <a:spLocks noGrp="1"/>
          </p:cNvSpPr>
          <p:nvPr>
            <p:ph type="title"/>
          </p:nvPr>
        </p:nvSpPr>
        <p:spPr>
          <a:xfrm>
            <a:off x="498475" y="417513"/>
            <a:ext cx="6746875" cy="725488"/>
          </a:xfrm>
        </p:spPr>
        <p:txBody>
          <a:bodyPr vert="horz" wrap="square" lIns="91440" tIns="45720" rIns="91440" bIns="45720" numCol="1" anchor="ctr" anchorCtr="0" compatLnSpc="1"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+mj-lt"/>
                <a:ea typeface="楷体_GB2312" charset="-122"/>
                <a:cs typeface="+mj-cs"/>
                <a:sym typeface="+mn-ea"/>
              </a:rPr>
              <a:t>6.10 </a:t>
            </a:r>
            <a:r>
              <a:rPr kumimoji="0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+mj-lt"/>
                <a:ea typeface="楷体_GB2312" charset="-122"/>
                <a:cs typeface="+mj-cs"/>
              </a:rPr>
              <a:t>同步时序电路分析</a:t>
            </a:r>
            <a:endParaRPr kumimoji="0" lang="zh-CN" altLang="en-US" sz="2800" b="1" i="0" u="none" strike="noStrike" kern="1200" cap="none" spc="0" normalizeH="0" baseline="0" noProof="0" dirty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+mj-lt"/>
              <a:ea typeface="楷体_GB2312" charset="-122"/>
              <a:cs typeface="+mj-cs"/>
            </a:endParaRPr>
          </a:p>
        </p:txBody>
      </p:sp>
      <p:sp>
        <p:nvSpPr>
          <p:cNvPr id="210949" name="TextBox 1"/>
          <p:cNvSpPr txBox="1"/>
          <p:nvPr/>
        </p:nvSpPr>
        <p:spPr>
          <a:xfrm>
            <a:off x="341313" y="3030538"/>
            <a:ext cx="8382000" cy="52070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lnSpc>
                <a:spcPct val="130000"/>
              </a:lnSpc>
              <a:spcBef>
                <a:spcPct val="20000"/>
              </a:spcBef>
              <a:spcAft>
                <a:spcPct val="0"/>
              </a:spcAft>
              <a:defRPr sz="2400">
                <a:solidFill>
                  <a:srgbClr val="0000FF"/>
                </a:solidFill>
                <a:latin typeface="Times New Roman" panose="02020603050405020304" pitchFamily="18" charset="0"/>
                <a:ea typeface="+mn-ea"/>
                <a:cs typeface="+mn-cs"/>
              </a:defRPr>
            </a:lvl1pPr>
            <a:lvl2pPr marL="742950" indent="-285750" algn="l" rtl="0" eaLnBrk="0" fontAlgn="base" hangingPunct="0">
              <a:lnSpc>
                <a:spcPct val="130000"/>
              </a:lnSpc>
              <a:spcBef>
                <a:spcPct val="20000"/>
              </a:spcBef>
              <a:spcAft>
                <a:spcPct val="0"/>
              </a:spcAft>
              <a:buClr>
                <a:srgbClr val="0000CC"/>
              </a:buClr>
              <a:buSzPct val="80000"/>
              <a:buFont typeface="Wingdings" panose="05000000000000000000" pitchFamily="2" charset="2"/>
              <a:buChar char="o"/>
              <a:defRPr sz="3000" b="1">
                <a:solidFill>
                  <a:srgbClr val="0000FF"/>
                </a:solidFill>
                <a:latin typeface="Arial Narrow" panose="020B0606020202030204" pitchFamily="34" charset="0"/>
                <a:ea typeface="楷体_GB2312" charset="-122"/>
                <a:cs typeface="楷体_GB2312" charset="-122"/>
              </a:defRPr>
            </a:lvl2pPr>
            <a:lvl3pPr marL="1143000" indent="-228600" algn="l" rtl="0" eaLnBrk="0" fontAlgn="base" hangingPunct="0">
              <a:lnSpc>
                <a:spcPct val="130000"/>
              </a:lnSpc>
              <a:spcBef>
                <a:spcPct val="20000"/>
              </a:spcBef>
              <a:spcAft>
                <a:spcPct val="0"/>
              </a:spcAft>
              <a:buClr>
                <a:srgbClr val="0000CC"/>
              </a:buClr>
              <a:buSzPct val="80000"/>
              <a:buFont typeface="Wingdings" panose="05000000000000000000" pitchFamily="2" charset="2"/>
              <a:buChar char="n"/>
              <a:defRPr sz="3000" b="1">
                <a:solidFill>
                  <a:srgbClr val="0000FF"/>
                </a:solidFill>
                <a:latin typeface="Arial Narrow" panose="020B0606020202030204" pitchFamily="34" charset="0"/>
                <a:ea typeface="楷体_GB2312" charset="-122"/>
                <a:cs typeface="楷体_GB2312" charset="-122"/>
              </a:defRPr>
            </a:lvl3pPr>
            <a:lvl4pPr marL="1600200" indent="-228600" algn="l" rtl="0" eaLnBrk="0" fontAlgn="base" hangingPunct="0">
              <a:lnSpc>
                <a:spcPct val="130000"/>
              </a:lnSpc>
              <a:spcBef>
                <a:spcPct val="20000"/>
              </a:spcBef>
              <a:spcAft>
                <a:spcPct val="0"/>
              </a:spcAft>
              <a:buClr>
                <a:srgbClr val="0000CC"/>
              </a:buClr>
              <a:buSzPct val="80000"/>
              <a:buFont typeface="Wingdings" panose="05000000000000000000" pitchFamily="2" charset="2"/>
              <a:buChar char="o"/>
              <a:defRPr sz="2800" b="1">
                <a:solidFill>
                  <a:srgbClr val="0000FF"/>
                </a:solidFill>
                <a:latin typeface="Arial Narrow" panose="020B0606020202030204" pitchFamily="34" charset="0"/>
                <a:ea typeface="楷体_GB2312" charset="-122"/>
                <a:cs typeface="楷体_GB2312" charset="-122"/>
              </a:defRPr>
            </a:lvl4pPr>
            <a:lvl5pPr marL="2057400" indent="-228600" algn="l" rtl="0" eaLnBrk="0" fontAlgn="base" hangingPunct="0">
              <a:lnSpc>
                <a:spcPct val="130000"/>
              </a:lnSpc>
              <a:spcBef>
                <a:spcPct val="20000"/>
              </a:spcBef>
              <a:spcAft>
                <a:spcPct val="0"/>
              </a:spcAft>
              <a:buClr>
                <a:srgbClr val="0000CC"/>
              </a:buClr>
              <a:buSzPct val="80000"/>
              <a:buFont typeface="Wingdings" panose="05000000000000000000" pitchFamily="2" charset="2"/>
              <a:buChar char="o"/>
              <a:defRPr sz="2800" b="1">
                <a:solidFill>
                  <a:srgbClr val="0000FF"/>
                </a:solidFill>
                <a:latin typeface="Arial Narrow" panose="020B0606020202030204" pitchFamily="34" charset="0"/>
                <a:ea typeface="楷体_GB2312" charset="-122"/>
                <a:cs typeface="楷体_GB2312" charset="-122"/>
              </a:defRPr>
            </a:lvl5pPr>
          </a:lstStyle>
          <a:p>
            <a:pPr marL="0" lvl="0" indent="0">
              <a:spcBef>
                <a:spcPct val="0"/>
              </a:spcBef>
            </a:pPr>
            <a:r>
              <a:rPr lang="zh-CN" altLang="en-US" b="1" dirty="0">
                <a:solidFill>
                  <a:srgbClr val="000000"/>
                </a:solidFill>
              </a:rPr>
              <a:t>（</a:t>
            </a:r>
            <a:r>
              <a:rPr lang="en-US" altLang="zh-CN" b="1" dirty="0">
                <a:solidFill>
                  <a:srgbClr val="000000"/>
                </a:solidFill>
              </a:rPr>
              <a:t>4</a:t>
            </a:r>
            <a:r>
              <a:rPr lang="zh-CN" altLang="en-US" b="1" dirty="0">
                <a:solidFill>
                  <a:srgbClr val="000000"/>
                </a:solidFill>
              </a:rPr>
              <a:t>）时序图：</a:t>
            </a:r>
            <a:endParaRPr lang="en-US" altLang="zh-CN" b="1" dirty="0">
              <a:solidFill>
                <a:srgbClr val="000000"/>
              </a:solidFill>
              <a:ea typeface="Times New Roman" panose="02020603050405020304" pitchFamily="18" charset="0"/>
            </a:endParaRPr>
          </a:p>
        </p:txBody>
      </p:sp>
      <p:pic>
        <p:nvPicPr>
          <p:cNvPr id="210950" name="图片 7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89475" y="3014663"/>
            <a:ext cx="3932238" cy="3525837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210951" name="TextBox 1"/>
          <p:cNvSpPr txBox="1"/>
          <p:nvPr/>
        </p:nvSpPr>
        <p:spPr>
          <a:xfrm>
            <a:off x="1089025" y="4360863"/>
            <a:ext cx="3600450" cy="1960562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lnSpc>
                <a:spcPct val="130000"/>
              </a:lnSpc>
              <a:spcBef>
                <a:spcPct val="20000"/>
              </a:spcBef>
              <a:spcAft>
                <a:spcPct val="0"/>
              </a:spcAft>
              <a:defRPr sz="2400">
                <a:solidFill>
                  <a:srgbClr val="0000FF"/>
                </a:solidFill>
                <a:latin typeface="Times New Roman" panose="02020603050405020304" pitchFamily="18" charset="0"/>
                <a:ea typeface="+mn-ea"/>
                <a:cs typeface="+mn-cs"/>
              </a:defRPr>
            </a:lvl1pPr>
            <a:lvl2pPr marL="742950" indent="-285750" algn="l" rtl="0" eaLnBrk="0" fontAlgn="base" hangingPunct="0">
              <a:lnSpc>
                <a:spcPct val="130000"/>
              </a:lnSpc>
              <a:spcBef>
                <a:spcPct val="20000"/>
              </a:spcBef>
              <a:spcAft>
                <a:spcPct val="0"/>
              </a:spcAft>
              <a:buClr>
                <a:srgbClr val="0000CC"/>
              </a:buClr>
              <a:buSzPct val="80000"/>
              <a:buFont typeface="Wingdings" panose="05000000000000000000" pitchFamily="2" charset="2"/>
              <a:buChar char="o"/>
              <a:defRPr sz="3000" b="1">
                <a:solidFill>
                  <a:srgbClr val="0000FF"/>
                </a:solidFill>
                <a:latin typeface="Arial Narrow" panose="020B0606020202030204" pitchFamily="34" charset="0"/>
                <a:ea typeface="楷体_GB2312" charset="-122"/>
                <a:cs typeface="楷体_GB2312" charset="-122"/>
              </a:defRPr>
            </a:lvl2pPr>
            <a:lvl3pPr marL="1143000" indent="-228600" algn="l" rtl="0" eaLnBrk="0" fontAlgn="base" hangingPunct="0">
              <a:lnSpc>
                <a:spcPct val="130000"/>
              </a:lnSpc>
              <a:spcBef>
                <a:spcPct val="20000"/>
              </a:spcBef>
              <a:spcAft>
                <a:spcPct val="0"/>
              </a:spcAft>
              <a:buClr>
                <a:srgbClr val="0000CC"/>
              </a:buClr>
              <a:buSzPct val="80000"/>
              <a:buFont typeface="Wingdings" panose="05000000000000000000" pitchFamily="2" charset="2"/>
              <a:buChar char="n"/>
              <a:defRPr sz="3000" b="1">
                <a:solidFill>
                  <a:srgbClr val="0000FF"/>
                </a:solidFill>
                <a:latin typeface="Arial Narrow" panose="020B0606020202030204" pitchFamily="34" charset="0"/>
                <a:ea typeface="楷体_GB2312" charset="-122"/>
                <a:cs typeface="楷体_GB2312" charset="-122"/>
              </a:defRPr>
            </a:lvl3pPr>
            <a:lvl4pPr marL="1600200" indent="-228600" algn="l" rtl="0" eaLnBrk="0" fontAlgn="base" hangingPunct="0">
              <a:lnSpc>
                <a:spcPct val="130000"/>
              </a:lnSpc>
              <a:spcBef>
                <a:spcPct val="20000"/>
              </a:spcBef>
              <a:spcAft>
                <a:spcPct val="0"/>
              </a:spcAft>
              <a:buClr>
                <a:srgbClr val="0000CC"/>
              </a:buClr>
              <a:buSzPct val="80000"/>
              <a:buFont typeface="Wingdings" panose="05000000000000000000" pitchFamily="2" charset="2"/>
              <a:buChar char="o"/>
              <a:defRPr sz="2800" b="1">
                <a:solidFill>
                  <a:srgbClr val="0000FF"/>
                </a:solidFill>
                <a:latin typeface="Arial Narrow" panose="020B0606020202030204" pitchFamily="34" charset="0"/>
                <a:ea typeface="楷体_GB2312" charset="-122"/>
                <a:cs typeface="楷体_GB2312" charset="-122"/>
              </a:defRPr>
            </a:lvl4pPr>
            <a:lvl5pPr marL="2057400" indent="-228600" algn="l" rtl="0" eaLnBrk="0" fontAlgn="base" hangingPunct="0">
              <a:lnSpc>
                <a:spcPct val="130000"/>
              </a:lnSpc>
              <a:spcBef>
                <a:spcPct val="20000"/>
              </a:spcBef>
              <a:spcAft>
                <a:spcPct val="0"/>
              </a:spcAft>
              <a:buClr>
                <a:srgbClr val="0000CC"/>
              </a:buClr>
              <a:buSzPct val="80000"/>
              <a:buFont typeface="Wingdings" panose="05000000000000000000" pitchFamily="2" charset="2"/>
              <a:buChar char="o"/>
              <a:defRPr sz="2800" b="1">
                <a:solidFill>
                  <a:srgbClr val="0000FF"/>
                </a:solidFill>
                <a:latin typeface="Arial Narrow" panose="020B0606020202030204" pitchFamily="34" charset="0"/>
                <a:ea typeface="楷体_GB2312" charset="-122"/>
                <a:cs typeface="楷体_GB2312" charset="-122"/>
              </a:defRPr>
            </a:lvl5pPr>
          </a:lstStyle>
          <a:p>
            <a:pPr marL="0" lvl="0" indent="0">
              <a:spcBef>
                <a:spcPct val="0"/>
              </a:spcBef>
            </a:pPr>
            <a:r>
              <a:rPr lang="zh-CN" altLang="en-US" b="1" dirty="0">
                <a:solidFill>
                  <a:srgbClr val="000000"/>
                </a:solidFill>
              </a:rPr>
              <a:t>每过</a:t>
            </a:r>
            <a:r>
              <a:rPr lang="en-US" altLang="zh-CN" b="1" dirty="0">
                <a:solidFill>
                  <a:srgbClr val="000000"/>
                </a:solidFill>
              </a:rPr>
              <a:t>7</a:t>
            </a:r>
            <a:r>
              <a:rPr lang="zh-CN" altLang="en-US" b="1" dirty="0">
                <a:solidFill>
                  <a:srgbClr val="000000"/>
                </a:solidFill>
              </a:rPr>
              <a:t>个时钟信号电路状态循环变化一次，</a:t>
            </a:r>
            <a:r>
              <a:rPr lang="en-US" altLang="zh-CN" b="1" dirty="0">
                <a:solidFill>
                  <a:srgbClr val="000000"/>
                </a:solidFill>
              </a:rPr>
              <a:t>7</a:t>
            </a:r>
            <a:r>
              <a:rPr lang="zh-CN" altLang="en-US" b="1" dirty="0">
                <a:solidFill>
                  <a:srgbClr val="000000"/>
                </a:solidFill>
              </a:rPr>
              <a:t>进制计数功能，</a:t>
            </a:r>
            <a:r>
              <a:rPr lang="en-US" altLang="zh-CN" b="1" dirty="0">
                <a:solidFill>
                  <a:srgbClr val="000000"/>
                </a:solidFill>
              </a:rPr>
              <a:t>Y</a:t>
            </a:r>
            <a:r>
              <a:rPr lang="zh-CN" altLang="en-US" b="1" dirty="0">
                <a:solidFill>
                  <a:srgbClr val="000000"/>
                </a:solidFill>
              </a:rPr>
              <a:t>为进位脉冲，且电路能够自启动。</a:t>
            </a:r>
            <a:endParaRPr lang="en-US" altLang="zh-CN" b="1" dirty="0">
              <a:solidFill>
                <a:srgbClr val="000000"/>
              </a:solidFill>
              <a:ea typeface="Times New Roman" panose="02020603050405020304" pitchFamily="18" charset="0"/>
            </a:endParaRPr>
          </a:p>
        </p:txBody>
      </p:sp>
      <p:sp>
        <p:nvSpPr>
          <p:cNvPr id="210952" name="TextBox 1"/>
          <p:cNvSpPr txBox="1"/>
          <p:nvPr/>
        </p:nvSpPr>
        <p:spPr>
          <a:xfrm>
            <a:off x="341313" y="3773488"/>
            <a:ext cx="4027487" cy="52070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lnSpc>
                <a:spcPct val="130000"/>
              </a:lnSpc>
              <a:spcBef>
                <a:spcPct val="20000"/>
              </a:spcBef>
              <a:spcAft>
                <a:spcPct val="0"/>
              </a:spcAft>
              <a:defRPr sz="2400">
                <a:solidFill>
                  <a:srgbClr val="0000FF"/>
                </a:solidFill>
                <a:latin typeface="Times New Roman" panose="02020603050405020304" pitchFamily="18" charset="0"/>
                <a:ea typeface="+mn-ea"/>
                <a:cs typeface="+mn-cs"/>
              </a:defRPr>
            </a:lvl1pPr>
            <a:lvl2pPr marL="742950" indent="-285750" algn="l" rtl="0" eaLnBrk="0" fontAlgn="base" hangingPunct="0">
              <a:lnSpc>
                <a:spcPct val="130000"/>
              </a:lnSpc>
              <a:spcBef>
                <a:spcPct val="20000"/>
              </a:spcBef>
              <a:spcAft>
                <a:spcPct val="0"/>
              </a:spcAft>
              <a:buClr>
                <a:srgbClr val="0000CC"/>
              </a:buClr>
              <a:buSzPct val="80000"/>
              <a:buFont typeface="Wingdings" panose="05000000000000000000" pitchFamily="2" charset="2"/>
              <a:buChar char="o"/>
              <a:defRPr sz="3000" b="1">
                <a:solidFill>
                  <a:srgbClr val="0000FF"/>
                </a:solidFill>
                <a:latin typeface="Arial Narrow" panose="020B0606020202030204" pitchFamily="34" charset="0"/>
                <a:ea typeface="楷体_GB2312" charset="-122"/>
                <a:cs typeface="楷体_GB2312" charset="-122"/>
              </a:defRPr>
            </a:lvl2pPr>
            <a:lvl3pPr marL="1143000" indent="-228600" algn="l" rtl="0" eaLnBrk="0" fontAlgn="base" hangingPunct="0">
              <a:lnSpc>
                <a:spcPct val="130000"/>
              </a:lnSpc>
              <a:spcBef>
                <a:spcPct val="20000"/>
              </a:spcBef>
              <a:spcAft>
                <a:spcPct val="0"/>
              </a:spcAft>
              <a:buClr>
                <a:srgbClr val="0000CC"/>
              </a:buClr>
              <a:buSzPct val="80000"/>
              <a:buFont typeface="Wingdings" panose="05000000000000000000" pitchFamily="2" charset="2"/>
              <a:buChar char="n"/>
              <a:defRPr sz="3000" b="1">
                <a:solidFill>
                  <a:srgbClr val="0000FF"/>
                </a:solidFill>
                <a:latin typeface="Arial Narrow" panose="020B0606020202030204" pitchFamily="34" charset="0"/>
                <a:ea typeface="楷体_GB2312" charset="-122"/>
                <a:cs typeface="楷体_GB2312" charset="-122"/>
              </a:defRPr>
            </a:lvl3pPr>
            <a:lvl4pPr marL="1600200" indent="-228600" algn="l" rtl="0" eaLnBrk="0" fontAlgn="base" hangingPunct="0">
              <a:lnSpc>
                <a:spcPct val="130000"/>
              </a:lnSpc>
              <a:spcBef>
                <a:spcPct val="20000"/>
              </a:spcBef>
              <a:spcAft>
                <a:spcPct val="0"/>
              </a:spcAft>
              <a:buClr>
                <a:srgbClr val="0000CC"/>
              </a:buClr>
              <a:buSzPct val="80000"/>
              <a:buFont typeface="Wingdings" panose="05000000000000000000" pitchFamily="2" charset="2"/>
              <a:buChar char="o"/>
              <a:defRPr sz="2800" b="1">
                <a:solidFill>
                  <a:srgbClr val="0000FF"/>
                </a:solidFill>
                <a:latin typeface="Arial Narrow" panose="020B0606020202030204" pitchFamily="34" charset="0"/>
                <a:ea typeface="楷体_GB2312" charset="-122"/>
                <a:cs typeface="楷体_GB2312" charset="-122"/>
              </a:defRPr>
            </a:lvl4pPr>
            <a:lvl5pPr marL="2057400" indent="-228600" algn="l" rtl="0" eaLnBrk="0" fontAlgn="base" hangingPunct="0">
              <a:lnSpc>
                <a:spcPct val="130000"/>
              </a:lnSpc>
              <a:spcBef>
                <a:spcPct val="20000"/>
              </a:spcBef>
              <a:spcAft>
                <a:spcPct val="0"/>
              </a:spcAft>
              <a:buClr>
                <a:srgbClr val="0000CC"/>
              </a:buClr>
              <a:buSzPct val="80000"/>
              <a:buFont typeface="Wingdings" panose="05000000000000000000" pitchFamily="2" charset="2"/>
              <a:buChar char="o"/>
              <a:defRPr sz="2800" b="1">
                <a:solidFill>
                  <a:srgbClr val="0000FF"/>
                </a:solidFill>
                <a:latin typeface="Arial Narrow" panose="020B0606020202030204" pitchFamily="34" charset="0"/>
                <a:ea typeface="楷体_GB2312" charset="-122"/>
                <a:cs typeface="楷体_GB2312" charset="-122"/>
              </a:defRPr>
            </a:lvl5pPr>
          </a:lstStyle>
          <a:p>
            <a:pPr marL="0" lvl="0" indent="0">
              <a:spcBef>
                <a:spcPct val="0"/>
              </a:spcBef>
            </a:pPr>
            <a:r>
              <a:rPr lang="zh-CN" altLang="en-US" b="1" dirty="0">
                <a:solidFill>
                  <a:srgbClr val="000000"/>
                </a:solidFill>
              </a:rPr>
              <a:t>（</a:t>
            </a:r>
            <a:r>
              <a:rPr lang="en-US" altLang="zh-CN" b="1" dirty="0">
                <a:solidFill>
                  <a:srgbClr val="000000"/>
                </a:solidFill>
              </a:rPr>
              <a:t>5</a:t>
            </a:r>
            <a:r>
              <a:rPr lang="zh-CN" altLang="en-US" b="1" dirty="0">
                <a:solidFill>
                  <a:srgbClr val="000000"/>
                </a:solidFill>
              </a:rPr>
              <a:t>）功能分析：</a:t>
            </a:r>
            <a:endParaRPr lang="en-US" altLang="zh-CN" b="1" dirty="0">
              <a:solidFill>
                <a:srgbClr val="000000"/>
              </a:solidFill>
              <a:ea typeface="Times New Roman" panose="02020603050405020304" pitchFamily="18" charset="0"/>
            </a:endParaRPr>
          </a:p>
        </p:txBody>
      </p:sp>
      <p:sp>
        <p:nvSpPr>
          <p:cNvPr id="210953" name="灯片编号占位符 1"/>
          <p:cNvSpPr txBox="1">
            <a:spLocks noGrp="1"/>
          </p:cNvSpPr>
          <p:nvPr>
            <p:ph type="sldNum" sz="quarter" idx="11"/>
          </p:nvPr>
        </p:nvSpPr>
        <p:spPr>
          <a:xfrm>
            <a:off x="8388350" y="6453188"/>
            <a:ext cx="720725" cy="360362"/>
          </a:xfrm>
          <a:noFill/>
          <a:ln>
            <a:noFill/>
          </a:ln>
        </p:spPr>
        <p:txBody>
          <a:bodyPr/>
          <a:p>
            <a:pPr marL="0" indent="0" algn="ctr" eaLnBrk="1" hangingPunct="1">
              <a:lnSpc>
                <a:spcPct val="100000"/>
              </a:lnSpc>
              <a:spcBef>
                <a:spcPct val="0"/>
              </a:spcBef>
            </a:pPr>
            <a:fld id="{9A0DB2DC-4C9A-4742-B13C-FB6460FD3503}" type="slidenum">
              <a:rPr lang="en-US" altLang="zh-CN" sz="1600" dirty="0">
                <a:solidFill>
                  <a:srgbClr val="000000"/>
                </a:solidFill>
                <a:ea typeface="楷体_GB2312" charset="-122"/>
              </a:rPr>
            </a:fld>
            <a:endParaRPr lang="en-US" altLang="zh-CN" sz="1600" dirty="0">
              <a:solidFill>
                <a:srgbClr val="000000"/>
              </a:solidFill>
              <a:ea typeface="楷体_GB2312" charset="-122"/>
            </a:endParaRPr>
          </a:p>
        </p:txBody>
      </p:sp>
    </p:spTree>
  </p:cSld>
  <p:clrMapOvr>
    <a:masterClrMapping/>
  </p:clrMapOvr>
  <p:transition spd="slow">
    <p:randomBar dir="vert"/>
  </p:transition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5" name="标题 2"/>
          <p:cNvSpPr>
            <a:spLocks noGrp="1"/>
          </p:cNvSpPr>
          <p:nvPr>
            <p:ph type="title"/>
          </p:nvPr>
        </p:nvSpPr>
        <p:spPr>
          <a:xfrm>
            <a:off x="498475" y="417513"/>
            <a:ext cx="6746875" cy="725488"/>
          </a:xfrm>
        </p:spPr>
        <p:txBody>
          <a:bodyPr vert="horz" wrap="square" lIns="91440" tIns="45720" rIns="91440" bIns="45720" numCol="1" anchor="ctr" anchorCtr="0" compatLnSpc="1"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+mj-lt"/>
                <a:ea typeface="楷体_GB2312" charset="-122"/>
                <a:cs typeface="+mj-cs"/>
                <a:sym typeface="+mn-ea"/>
              </a:rPr>
              <a:t>6.10 </a:t>
            </a:r>
            <a:r>
              <a:rPr kumimoji="0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+mj-lt"/>
                <a:ea typeface="楷体_GB2312" charset="-122"/>
                <a:cs typeface="+mj-cs"/>
              </a:rPr>
              <a:t>同步时序电路分析</a:t>
            </a:r>
            <a:endParaRPr kumimoji="0" lang="zh-CN" altLang="en-US" sz="2800" b="1" i="0" u="none" strike="noStrike" kern="1200" cap="none" spc="0" normalizeH="0" baseline="0" noProof="0" dirty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+mj-lt"/>
              <a:ea typeface="楷体_GB2312" charset="-122"/>
              <a:cs typeface="+mj-cs"/>
            </a:endParaRPr>
          </a:p>
        </p:txBody>
      </p:sp>
      <p:sp>
        <p:nvSpPr>
          <p:cNvPr id="211971" name="TextBox 1"/>
          <p:cNvSpPr txBox="1"/>
          <p:nvPr/>
        </p:nvSpPr>
        <p:spPr>
          <a:xfrm>
            <a:off x="498475" y="1206500"/>
            <a:ext cx="8382000" cy="52070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lnSpc>
                <a:spcPct val="130000"/>
              </a:lnSpc>
              <a:spcBef>
                <a:spcPct val="20000"/>
              </a:spcBef>
              <a:spcAft>
                <a:spcPct val="0"/>
              </a:spcAft>
              <a:defRPr sz="2400">
                <a:solidFill>
                  <a:srgbClr val="0000FF"/>
                </a:solidFill>
                <a:latin typeface="Times New Roman" panose="02020603050405020304" pitchFamily="18" charset="0"/>
                <a:ea typeface="+mn-ea"/>
                <a:cs typeface="+mn-cs"/>
              </a:defRPr>
            </a:lvl1pPr>
            <a:lvl2pPr marL="742950" indent="-285750" algn="l" rtl="0" eaLnBrk="0" fontAlgn="base" hangingPunct="0">
              <a:lnSpc>
                <a:spcPct val="130000"/>
              </a:lnSpc>
              <a:spcBef>
                <a:spcPct val="20000"/>
              </a:spcBef>
              <a:spcAft>
                <a:spcPct val="0"/>
              </a:spcAft>
              <a:buClr>
                <a:srgbClr val="0000CC"/>
              </a:buClr>
              <a:buSzPct val="80000"/>
              <a:buFont typeface="Wingdings" panose="05000000000000000000" pitchFamily="2" charset="2"/>
              <a:buChar char="o"/>
              <a:defRPr sz="3000" b="1">
                <a:solidFill>
                  <a:srgbClr val="0000FF"/>
                </a:solidFill>
                <a:latin typeface="Arial Narrow" panose="020B0606020202030204" pitchFamily="34" charset="0"/>
                <a:ea typeface="楷体_GB2312" charset="-122"/>
                <a:cs typeface="楷体_GB2312" charset="-122"/>
              </a:defRPr>
            </a:lvl2pPr>
            <a:lvl3pPr marL="1143000" indent="-228600" algn="l" rtl="0" eaLnBrk="0" fontAlgn="base" hangingPunct="0">
              <a:lnSpc>
                <a:spcPct val="130000"/>
              </a:lnSpc>
              <a:spcBef>
                <a:spcPct val="20000"/>
              </a:spcBef>
              <a:spcAft>
                <a:spcPct val="0"/>
              </a:spcAft>
              <a:buClr>
                <a:srgbClr val="0000CC"/>
              </a:buClr>
              <a:buSzPct val="80000"/>
              <a:buFont typeface="Wingdings" panose="05000000000000000000" pitchFamily="2" charset="2"/>
              <a:buChar char="n"/>
              <a:defRPr sz="3000" b="1">
                <a:solidFill>
                  <a:srgbClr val="0000FF"/>
                </a:solidFill>
                <a:latin typeface="Arial Narrow" panose="020B0606020202030204" pitchFamily="34" charset="0"/>
                <a:ea typeface="楷体_GB2312" charset="-122"/>
                <a:cs typeface="楷体_GB2312" charset="-122"/>
              </a:defRPr>
            </a:lvl3pPr>
            <a:lvl4pPr marL="1600200" indent="-228600" algn="l" rtl="0" eaLnBrk="0" fontAlgn="base" hangingPunct="0">
              <a:lnSpc>
                <a:spcPct val="130000"/>
              </a:lnSpc>
              <a:spcBef>
                <a:spcPct val="20000"/>
              </a:spcBef>
              <a:spcAft>
                <a:spcPct val="0"/>
              </a:spcAft>
              <a:buClr>
                <a:srgbClr val="0000CC"/>
              </a:buClr>
              <a:buSzPct val="80000"/>
              <a:buFont typeface="Wingdings" panose="05000000000000000000" pitchFamily="2" charset="2"/>
              <a:buChar char="o"/>
              <a:defRPr sz="2800" b="1">
                <a:solidFill>
                  <a:srgbClr val="0000FF"/>
                </a:solidFill>
                <a:latin typeface="Arial Narrow" panose="020B0606020202030204" pitchFamily="34" charset="0"/>
                <a:ea typeface="楷体_GB2312" charset="-122"/>
                <a:cs typeface="楷体_GB2312" charset="-122"/>
              </a:defRPr>
            </a:lvl4pPr>
            <a:lvl5pPr marL="2057400" indent="-228600" algn="l" rtl="0" eaLnBrk="0" fontAlgn="base" hangingPunct="0">
              <a:lnSpc>
                <a:spcPct val="130000"/>
              </a:lnSpc>
              <a:spcBef>
                <a:spcPct val="20000"/>
              </a:spcBef>
              <a:spcAft>
                <a:spcPct val="0"/>
              </a:spcAft>
              <a:buClr>
                <a:srgbClr val="0000CC"/>
              </a:buClr>
              <a:buSzPct val="80000"/>
              <a:buFont typeface="Wingdings" panose="05000000000000000000" pitchFamily="2" charset="2"/>
              <a:buChar char="o"/>
              <a:defRPr sz="2800" b="1">
                <a:solidFill>
                  <a:srgbClr val="0000FF"/>
                </a:solidFill>
                <a:latin typeface="Arial Narrow" panose="020B0606020202030204" pitchFamily="34" charset="0"/>
                <a:ea typeface="楷体_GB2312" charset="-122"/>
                <a:cs typeface="楷体_GB2312" charset="-122"/>
              </a:defRPr>
            </a:lvl5pPr>
          </a:lstStyle>
          <a:p>
            <a:pPr marL="0" lvl="0" indent="0">
              <a:spcBef>
                <a:spcPct val="0"/>
              </a:spcBef>
            </a:pPr>
            <a:r>
              <a:rPr lang="zh-CN" altLang="en-US" b="1" dirty="0">
                <a:solidFill>
                  <a:srgbClr val="000000"/>
                </a:solidFill>
              </a:rPr>
              <a:t>例</a:t>
            </a:r>
            <a:r>
              <a:rPr lang="en-US" altLang="zh-CN" b="1" dirty="0">
                <a:solidFill>
                  <a:srgbClr val="000000"/>
                </a:solidFill>
              </a:rPr>
              <a:t>2</a:t>
            </a:r>
            <a:r>
              <a:rPr lang="zh-CN" altLang="en-US" b="1" dirty="0">
                <a:solidFill>
                  <a:srgbClr val="000000"/>
                </a:solidFill>
              </a:rPr>
              <a:t>：具有两个</a:t>
            </a:r>
            <a:r>
              <a:rPr lang="en-US" altLang="zh-CN" b="1" dirty="0">
                <a:solidFill>
                  <a:srgbClr val="000000"/>
                </a:solidFill>
              </a:rPr>
              <a:t>D</a:t>
            </a:r>
            <a:r>
              <a:rPr lang="zh-CN" altLang="en-US" b="1" dirty="0">
                <a:solidFill>
                  <a:srgbClr val="000000"/>
                </a:solidFill>
              </a:rPr>
              <a:t>触发器的</a:t>
            </a:r>
            <a:r>
              <a:rPr lang="en-US" altLang="zh-CN" b="1" dirty="0">
                <a:solidFill>
                  <a:srgbClr val="000000"/>
                </a:solidFill>
              </a:rPr>
              <a:t>FSM</a:t>
            </a:r>
            <a:r>
              <a:rPr lang="zh-CN" altLang="en-US" b="1" dirty="0">
                <a:solidFill>
                  <a:srgbClr val="000000"/>
                </a:solidFill>
              </a:rPr>
              <a:t>，分析电路功能。</a:t>
            </a:r>
            <a:endParaRPr lang="en-US" altLang="zh-CN" b="1" dirty="0">
              <a:solidFill>
                <a:srgbClr val="000000"/>
              </a:solidFill>
              <a:ea typeface="Times New Roman" panose="02020603050405020304" pitchFamily="18" charset="0"/>
            </a:endParaRPr>
          </a:p>
        </p:txBody>
      </p:sp>
      <p:sp>
        <p:nvSpPr>
          <p:cNvPr id="211972" name="TextBox 1"/>
          <p:cNvSpPr txBox="1"/>
          <p:nvPr/>
        </p:nvSpPr>
        <p:spPr>
          <a:xfrm>
            <a:off x="498475" y="4367213"/>
            <a:ext cx="8382000" cy="1000125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lnSpc>
                <a:spcPct val="130000"/>
              </a:lnSpc>
              <a:spcBef>
                <a:spcPct val="20000"/>
              </a:spcBef>
              <a:spcAft>
                <a:spcPct val="0"/>
              </a:spcAft>
              <a:defRPr sz="2400">
                <a:solidFill>
                  <a:srgbClr val="0000FF"/>
                </a:solidFill>
                <a:latin typeface="Times New Roman" panose="02020603050405020304" pitchFamily="18" charset="0"/>
                <a:ea typeface="+mn-ea"/>
                <a:cs typeface="+mn-cs"/>
              </a:defRPr>
            </a:lvl1pPr>
            <a:lvl2pPr marL="742950" indent="-285750" algn="l" rtl="0" eaLnBrk="0" fontAlgn="base" hangingPunct="0">
              <a:lnSpc>
                <a:spcPct val="130000"/>
              </a:lnSpc>
              <a:spcBef>
                <a:spcPct val="20000"/>
              </a:spcBef>
              <a:spcAft>
                <a:spcPct val="0"/>
              </a:spcAft>
              <a:buClr>
                <a:srgbClr val="0000CC"/>
              </a:buClr>
              <a:buSzPct val="80000"/>
              <a:buFont typeface="Wingdings" panose="05000000000000000000" pitchFamily="2" charset="2"/>
              <a:buChar char="o"/>
              <a:defRPr sz="3000" b="1">
                <a:solidFill>
                  <a:srgbClr val="0000FF"/>
                </a:solidFill>
                <a:latin typeface="Arial Narrow" panose="020B0606020202030204" pitchFamily="34" charset="0"/>
                <a:ea typeface="楷体_GB2312" charset="-122"/>
                <a:cs typeface="楷体_GB2312" charset="-122"/>
              </a:defRPr>
            </a:lvl2pPr>
            <a:lvl3pPr marL="1143000" indent="-228600" algn="l" rtl="0" eaLnBrk="0" fontAlgn="base" hangingPunct="0">
              <a:lnSpc>
                <a:spcPct val="130000"/>
              </a:lnSpc>
              <a:spcBef>
                <a:spcPct val="20000"/>
              </a:spcBef>
              <a:spcAft>
                <a:spcPct val="0"/>
              </a:spcAft>
              <a:buClr>
                <a:srgbClr val="0000CC"/>
              </a:buClr>
              <a:buSzPct val="80000"/>
              <a:buFont typeface="Wingdings" panose="05000000000000000000" pitchFamily="2" charset="2"/>
              <a:buChar char="n"/>
              <a:defRPr sz="3000" b="1">
                <a:solidFill>
                  <a:srgbClr val="0000FF"/>
                </a:solidFill>
                <a:latin typeface="Arial Narrow" panose="020B0606020202030204" pitchFamily="34" charset="0"/>
                <a:ea typeface="楷体_GB2312" charset="-122"/>
                <a:cs typeface="楷体_GB2312" charset="-122"/>
              </a:defRPr>
            </a:lvl3pPr>
            <a:lvl4pPr marL="1600200" indent="-228600" algn="l" rtl="0" eaLnBrk="0" fontAlgn="base" hangingPunct="0">
              <a:lnSpc>
                <a:spcPct val="130000"/>
              </a:lnSpc>
              <a:spcBef>
                <a:spcPct val="20000"/>
              </a:spcBef>
              <a:spcAft>
                <a:spcPct val="0"/>
              </a:spcAft>
              <a:buClr>
                <a:srgbClr val="0000CC"/>
              </a:buClr>
              <a:buSzPct val="80000"/>
              <a:buFont typeface="Wingdings" panose="05000000000000000000" pitchFamily="2" charset="2"/>
              <a:buChar char="o"/>
              <a:defRPr sz="2800" b="1">
                <a:solidFill>
                  <a:srgbClr val="0000FF"/>
                </a:solidFill>
                <a:latin typeface="Arial Narrow" panose="020B0606020202030204" pitchFamily="34" charset="0"/>
                <a:ea typeface="楷体_GB2312" charset="-122"/>
                <a:cs typeface="楷体_GB2312" charset="-122"/>
              </a:defRPr>
            </a:lvl4pPr>
            <a:lvl5pPr marL="2057400" indent="-228600" algn="l" rtl="0" eaLnBrk="0" fontAlgn="base" hangingPunct="0">
              <a:lnSpc>
                <a:spcPct val="130000"/>
              </a:lnSpc>
              <a:spcBef>
                <a:spcPct val="20000"/>
              </a:spcBef>
              <a:spcAft>
                <a:spcPct val="0"/>
              </a:spcAft>
              <a:buClr>
                <a:srgbClr val="0000CC"/>
              </a:buClr>
              <a:buSzPct val="80000"/>
              <a:buFont typeface="Wingdings" panose="05000000000000000000" pitchFamily="2" charset="2"/>
              <a:buChar char="o"/>
              <a:defRPr sz="2800" b="1">
                <a:solidFill>
                  <a:srgbClr val="0000FF"/>
                </a:solidFill>
                <a:latin typeface="Arial Narrow" panose="020B0606020202030204" pitchFamily="34" charset="0"/>
                <a:ea typeface="楷体_GB2312" charset="-122"/>
                <a:cs typeface="楷体_GB2312" charset="-122"/>
              </a:defRPr>
            </a:lvl5pPr>
          </a:lstStyle>
          <a:p>
            <a:pPr marL="342900" lvl="0" indent="-342900">
              <a:spcBef>
                <a:spcPct val="0"/>
              </a:spcBef>
              <a:buChar char="•"/>
            </a:pPr>
            <a:r>
              <a:rPr lang="zh-CN" altLang="en-US" b="1" dirty="0">
                <a:solidFill>
                  <a:srgbClr val="000000"/>
                </a:solidFill>
              </a:rPr>
              <a:t>电路输入信号为</a:t>
            </a:r>
            <a:r>
              <a:rPr lang="en-US" altLang="zh-CN" b="1" dirty="0">
                <a:solidFill>
                  <a:srgbClr val="000000"/>
                </a:solidFill>
              </a:rPr>
              <a:t>A</a:t>
            </a:r>
            <a:r>
              <a:rPr lang="zh-CN" altLang="en-US" b="1" dirty="0">
                <a:solidFill>
                  <a:srgbClr val="000000"/>
                </a:solidFill>
              </a:rPr>
              <a:t>，属于</a:t>
            </a:r>
            <a:r>
              <a:rPr lang="en-US" altLang="zh-CN" b="1" dirty="0">
                <a:solidFill>
                  <a:srgbClr val="000000"/>
                </a:solidFill>
              </a:rPr>
              <a:t>Mealy</a:t>
            </a:r>
            <a:r>
              <a:rPr lang="zh-CN" altLang="en-US" b="1" dirty="0">
                <a:solidFill>
                  <a:srgbClr val="000000"/>
                </a:solidFill>
              </a:rPr>
              <a:t>型</a:t>
            </a:r>
            <a:r>
              <a:rPr lang="en-US" altLang="zh-CN" b="1" dirty="0">
                <a:solidFill>
                  <a:srgbClr val="000000"/>
                </a:solidFill>
              </a:rPr>
              <a:t>FSM</a:t>
            </a:r>
            <a:r>
              <a:rPr lang="zh-CN" altLang="en-US" b="1" dirty="0">
                <a:solidFill>
                  <a:srgbClr val="000000"/>
                </a:solidFill>
              </a:rPr>
              <a:t>。</a:t>
            </a:r>
            <a:endParaRPr lang="en-US" altLang="zh-CN" b="1" dirty="0">
              <a:solidFill>
                <a:srgbClr val="000000"/>
              </a:solidFill>
            </a:endParaRPr>
          </a:p>
          <a:p>
            <a:pPr marL="342900" lvl="0" indent="-342900">
              <a:spcBef>
                <a:spcPct val="0"/>
              </a:spcBef>
            </a:pPr>
            <a:r>
              <a:rPr lang="zh-CN" altLang="en-US" b="1" dirty="0">
                <a:solidFill>
                  <a:srgbClr val="000000"/>
                </a:solidFill>
              </a:rPr>
              <a:t>（</a:t>
            </a:r>
            <a:r>
              <a:rPr lang="en-US" altLang="zh-CN" b="1" dirty="0">
                <a:solidFill>
                  <a:srgbClr val="000000"/>
                </a:solidFill>
              </a:rPr>
              <a:t>1</a:t>
            </a:r>
            <a:r>
              <a:rPr lang="zh-CN" altLang="en-US" b="1" dirty="0">
                <a:solidFill>
                  <a:srgbClr val="000000"/>
                </a:solidFill>
              </a:rPr>
              <a:t>）写出每个触发器的驱动方程：</a:t>
            </a:r>
            <a:endParaRPr lang="en-US" altLang="zh-CN" b="1" dirty="0">
              <a:solidFill>
                <a:srgbClr val="000000"/>
              </a:solidFill>
              <a:ea typeface="Times New Roman" panose="02020603050405020304" pitchFamily="18" charset="0"/>
            </a:endParaRPr>
          </a:p>
        </p:txBody>
      </p:sp>
      <p:pic>
        <p:nvPicPr>
          <p:cNvPr id="211973" name="图片 1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90638" y="1790700"/>
            <a:ext cx="6991350" cy="2451100"/>
          </a:xfrm>
          <a:prstGeom prst="rect">
            <a:avLst/>
          </a:prstGeom>
          <a:noFill/>
          <a:ln w="9525">
            <a:noFill/>
          </a:ln>
        </p:spPr>
      </p:pic>
      <p:grpSp>
        <p:nvGrpSpPr>
          <p:cNvPr id="211974" name="组合 41"/>
          <p:cNvGrpSpPr/>
          <p:nvPr/>
        </p:nvGrpSpPr>
        <p:grpSpPr>
          <a:xfrm>
            <a:off x="5370513" y="4910138"/>
            <a:ext cx="3097212" cy="1166812"/>
            <a:chOff x="2051050" y="3860800"/>
            <a:chExt cx="3097213" cy="1166813"/>
          </a:xfrm>
        </p:grpSpPr>
        <p:sp>
          <p:nvSpPr>
            <p:cNvPr id="211976" name="Text Box 4"/>
            <p:cNvSpPr txBox="1"/>
            <p:nvPr/>
          </p:nvSpPr>
          <p:spPr>
            <a:xfrm>
              <a:off x="2051050" y="3860800"/>
              <a:ext cx="2662993" cy="519113"/>
            </a:xfrm>
            <a:prstGeom prst="rect">
              <a:avLst/>
            </a:prstGeom>
            <a:solidFill>
              <a:schemeClr val="bg1"/>
            </a:solidFill>
            <a:ln w="9525">
              <a:noFill/>
            </a:ln>
          </p:spPr>
          <p:txBody>
            <a:bodyPr>
              <a:spAutoFit/>
            </a:bodyPr>
            <a:lstStyle>
              <a:lvl1pPr marL="342900" indent="-342900" algn="l" rtl="0" eaLnBrk="0" fontAlgn="base" hangingPunct="0">
                <a:lnSpc>
                  <a:spcPct val="130000"/>
                </a:lnSpc>
                <a:spcBef>
                  <a:spcPct val="20000"/>
                </a:spcBef>
                <a:spcAft>
                  <a:spcPct val="0"/>
                </a:spcAft>
                <a:defRPr sz="2400">
                  <a:solidFill>
                    <a:srgbClr val="0000FF"/>
                  </a:solidFill>
                  <a:latin typeface="Times New Roman" panose="02020603050405020304" pitchFamily="18" charset="0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lnSpc>
                  <a:spcPct val="13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0000CC"/>
                </a:buClr>
                <a:buSzPct val="80000"/>
                <a:buFont typeface="Wingdings" panose="05000000000000000000" pitchFamily="2" charset="2"/>
                <a:buChar char="o"/>
                <a:defRPr sz="3000" b="1">
                  <a:solidFill>
                    <a:srgbClr val="0000FF"/>
                  </a:solidFill>
                  <a:latin typeface="Arial Narrow" panose="020B0606020202030204" pitchFamily="34" charset="0"/>
                  <a:ea typeface="楷体_GB2312" charset="-122"/>
                  <a:cs typeface="楷体_GB2312" charset="-122"/>
                </a:defRPr>
              </a:lvl2pPr>
              <a:lvl3pPr marL="1143000" indent="-228600" algn="l" rtl="0" eaLnBrk="0" fontAlgn="base" hangingPunct="0">
                <a:lnSpc>
                  <a:spcPct val="13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0000CC"/>
                </a:buClr>
                <a:buSzPct val="80000"/>
                <a:buFont typeface="Wingdings" panose="05000000000000000000" pitchFamily="2" charset="2"/>
                <a:buChar char="n"/>
                <a:defRPr sz="3000" b="1">
                  <a:solidFill>
                    <a:srgbClr val="0000FF"/>
                  </a:solidFill>
                  <a:latin typeface="Arial Narrow" panose="020B0606020202030204" pitchFamily="34" charset="0"/>
                  <a:ea typeface="楷体_GB2312" charset="-122"/>
                  <a:cs typeface="楷体_GB2312" charset="-122"/>
                </a:defRPr>
              </a:lvl3pPr>
              <a:lvl4pPr marL="1600200" indent="-228600" algn="l" rtl="0" eaLnBrk="0" fontAlgn="base" hangingPunct="0">
                <a:lnSpc>
                  <a:spcPct val="13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0000CC"/>
                </a:buClr>
                <a:buSzPct val="80000"/>
                <a:buFont typeface="Wingdings" panose="05000000000000000000" pitchFamily="2" charset="2"/>
                <a:buChar char="o"/>
                <a:defRPr sz="2800" b="1">
                  <a:solidFill>
                    <a:srgbClr val="0000FF"/>
                  </a:solidFill>
                  <a:latin typeface="Arial Narrow" panose="020B0606020202030204" pitchFamily="34" charset="0"/>
                  <a:ea typeface="楷体_GB2312" charset="-122"/>
                  <a:cs typeface="楷体_GB2312" charset="-122"/>
                </a:defRPr>
              </a:lvl4pPr>
              <a:lvl5pPr marL="2057400" indent="-228600" algn="l" rtl="0" eaLnBrk="0" fontAlgn="base" hangingPunct="0">
                <a:lnSpc>
                  <a:spcPct val="13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0000CC"/>
                </a:buClr>
                <a:buSzPct val="80000"/>
                <a:buFont typeface="Wingdings" panose="05000000000000000000" pitchFamily="2" charset="2"/>
                <a:buChar char="o"/>
                <a:defRPr sz="2800" b="1">
                  <a:solidFill>
                    <a:srgbClr val="0000FF"/>
                  </a:solidFill>
                  <a:latin typeface="Arial Narrow" panose="020B0606020202030204" pitchFamily="34" charset="0"/>
                  <a:ea typeface="楷体_GB2312" charset="-122"/>
                  <a:cs typeface="楷体_GB2312" charset="-122"/>
                </a:defRPr>
              </a:lvl5pPr>
            </a:lstStyle>
            <a:p>
              <a:pPr marL="0" lvl="0" indent="0" eaLnBrk="1" hangingPunct="1">
                <a:lnSpc>
                  <a:spcPct val="100000"/>
                </a:lnSpc>
                <a:spcBef>
                  <a:spcPct val="5000"/>
                </a:spcBef>
              </a:pPr>
              <a:r>
                <a:rPr lang="en-US" altLang="zh-CN" sz="2800" b="1" i="1" dirty="0">
                  <a:solidFill>
                    <a:srgbClr val="000099"/>
                  </a:solidFill>
                  <a:ea typeface="楷体_GB2312" charset="-122"/>
                </a:rPr>
                <a:t>D</a:t>
              </a:r>
              <a:r>
                <a:rPr lang="en-US" altLang="zh-CN" sz="2800" b="1" baseline="-25000" dirty="0">
                  <a:solidFill>
                    <a:srgbClr val="000099"/>
                  </a:solidFill>
                  <a:ea typeface="楷体_GB2312" charset="-122"/>
                </a:rPr>
                <a:t>1 </a:t>
              </a:r>
              <a:r>
                <a:rPr lang="en-US" altLang="zh-CN" sz="2800" b="1" i="1" dirty="0">
                  <a:solidFill>
                    <a:srgbClr val="000099"/>
                  </a:solidFill>
                  <a:ea typeface="楷体_GB2312" charset="-122"/>
                </a:rPr>
                <a:t>= q</a:t>
              </a:r>
              <a:r>
                <a:rPr lang="en-US" altLang="zh-CN" sz="2800" b="1" baseline="-25000" dirty="0">
                  <a:solidFill>
                    <a:srgbClr val="000099"/>
                  </a:solidFill>
                  <a:ea typeface="楷体_GB2312" charset="-122"/>
                </a:rPr>
                <a:t>1</a:t>
              </a:r>
              <a:r>
                <a:rPr lang="en-US" altLang="zh-CN" sz="2800" b="1" i="1" dirty="0">
                  <a:solidFill>
                    <a:srgbClr val="000099"/>
                  </a:solidFill>
                  <a:ea typeface="楷体_GB2312" charset="-122"/>
                </a:rPr>
                <a:t>' </a:t>
              </a:r>
              <a:endParaRPr lang="en-US" altLang="zh-CN" sz="2800" b="1" dirty="0">
                <a:solidFill>
                  <a:srgbClr val="000099"/>
                </a:solidFill>
                <a:ea typeface="楷体_GB2312" charset="-122"/>
              </a:endParaRPr>
            </a:p>
          </p:txBody>
        </p:sp>
        <p:grpSp>
          <p:nvGrpSpPr>
            <p:cNvPr id="211977" name="Group 11"/>
            <p:cNvGrpSpPr/>
            <p:nvPr/>
          </p:nvGrpSpPr>
          <p:grpSpPr>
            <a:xfrm>
              <a:off x="2052638" y="4508500"/>
              <a:ext cx="3095625" cy="519113"/>
              <a:chOff x="1293" y="2840"/>
              <a:chExt cx="1950" cy="327"/>
            </a:xfrm>
          </p:grpSpPr>
          <p:sp>
            <p:nvSpPr>
              <p:cNvPr id="211978" name="Text Box 5"/>
              <p:cNvSpPr txBox="1"/>
              <p:nvPr/>
            </p:nvSpPr>
            <p:spPr>
              <a:xfrm>
                <a:off x="1293" y="2840"/>
                <a:ext cx="1950" cy="327"/>
              </a:xfrm>
              <a:prstGeom prst="rect">
                <a:avLst/>
              </a:prstGeom>
              <a:solidFill>
                <a:schemeClr val="bg1"/>
              </a:solidFill>
              <a:ln w="9525">
                <a:noFill/>
              </a:ln>
            </p:spPr>
            <p:txBody>
              <a:bodyPr>
                <a:spAutoFit/>
              </a:bodyPr>
              <a:lstStyle>
                <a:lvl1pPr marL="342900" indent="-342900" algn="l" rtl="0" eaLnBrk="0" fontAlgn="base" hangingPunct="0">
                  <a:lnSpc>
                    <a:spcPct val="130000"/>
                  </a:lnSpc>
                  <a:spcBef>
                    <a:spcPct val="20000"/>
                  </a:spcBef>
                  <a:spcAft>
                    <a:spcPct val="0"/>
                  </a:spcAft>
                  <a:defRPr sz="2400">
                    <a:solidFill>
                      <a:srgbClr val="0000FF"/>
                    </a:solidFill>
                    <a:latin typeface="Times New Roman" panose="02020603050405020304" pitchFamily="18" charset="0"/>
                    <a:ea typeface="+mn-ea"/>
                    <a:cs typeface="+mn-cs"/>
                  </a:defRPr>
                </a:lvl1pPr>
                <a:lvl2pPr marL="742950" indent="-285750" algn="l" rtl="0" eaLnBrk="0" fontAlgn="base" hangingPunct="0">
                  <a:lnSpc>
                    <a:spcPct val="13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0000CC"/>
                  </a:buClr>
                  <a:buSzPct val="80000"/>
                  <a:buFont typeface="Wingdings" panose="05000000000000000000" pitchFamily="2" charset="2"/>
                  <a:buChar char="o"/>
                  <a:defRPr sz="3000" b="1">
                    <a:solidFill>
                      <a:srgbClr val="0000FF"/>
                    </a:solidFill>
                    <a:latin typeface="Arial Narrow" panose="020B0606020202030204" pitchFamily="34" charset="0"/>
                    <a:ea typeface="楷体_GB2312" charset="-122"/>
                    <a:cs typeface="楷体_GB2312" charset="-122"/>
                  </a:defRPr>
                </a:lvl2pPr>
                <a:lvl3pPr marL="1143000" indent="-228600" algn="l" rtl="0" eaLnBrk="0" fontAlgn="base" hangingPunct="0">
                  <a:lnSpc>
                    <a:spcPct val="13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0000CC"/>
                  </a:buClr>
                  <a:buSzPct val="80000"/>
                  <a:buFont typeface="Wingdings" panose="05000000000000000000" pitchFamily="2" charset="2"/>
                  <a:buChar char="n"/>
                  <a:defRPr sz="3000" b="1">
                    <a:solidFill>
                      <a:srgbClr val="0000FF"/>
                    </a:solidFill>
                    <a:latin typeface="Arial Narrow" panose="020B0606020202030204" pitchFamily="34" charset="0"/>
                    <a:ea typeface="楷体_GB2312" charset="-122"/>
                    <a:cs typeface="楷体_GB2312" charset="-122"/>
                  </a:defRPr>
                </a:lvl3pPr>
                <a:lvl4pPr marL="1600200" indent="-228600" algn="l" rtl="0" eaLnBrk="0" fontAlgn="base" hangingPunct="0">
                  <a:lnSpc>
                    <a:spcPct val="13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0000CC"/>
                  </a:buClr>
                  <a:buSzPct val="80000"/>
                  <a:buFont typeface="Wingdings" panose="05000000000000000000" pitchFamily="2" charset="2"/>
                  <a:buChar char="o"/>
                  <a:defRPr sz="2800" b="1">
                    <a:solidFill>
                      <a:srgbClr val="0000FF"/>
                    </a:solidFill>
                    <a:latin typeface="Arial Narrow" panose="020B0606020202030204" pitchFamily="34" charset="0"/>
                    <a:ea typeface="楷体_GB2312" charset="-122"/>
                    <a:cs typeface="楷体_GB2312" charset="-122"/>
                  </a:defRPr>
                </a:lvl4pPr>
                <a:lvl5pPr marL="2057400" indent="-228600" algn="l" rtl="0" eaLnBrk="0" fontAlgn="base" hangingPunct="0">
                  <a:lnSpc>
                    <a:spcPct val="13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0000CC"/>
                  </a:buClr>
                  <a:buSzPct val="80000"/>
                  <a:buFont typeface="Wingdings" panose="05000000000000000000" pitchFamily="2" charset="2"/>
                  <a:buChar char="o"/>
                  <a:defRPr sz="2800" b="1">
                    <a:solidFill>
                      <a:srgbClr val="0000FF"/>
                    </a:solidFill>
                    <a:latin typeface="Arial Narrow" panose="020B0606020202030204" pitchFamily="34" charset="0"/>
                    <a:ea typeface="楷体_GB2312" charset="-122"/>
                    <a:cs typeface="楷体_GB2312" charset="-122"/>
                  </a:defRPr>
                </a:lvl5pPr>
              </a:lstStyle>
              <a:p>
                <a:pPr marL="0" lvl="0" indent="0" eaLnBrk="1" hangingPunct="1">
                  <a:lnSpc>
                    <a:spcPct val="100000"/>
                  </a:lnSpc>
                  <a:spcBef>
                    <a:spcPct val="5000"/>
                  </a:spcBef>
                </a:pPr>
                <a:r>
                  <a:rPr lang="en-US" altLang="zh-CN" sz="2800" b="1" i="1" dirty="0">
                    <a:solidFill>
                      <a:srgbClr val="000099"/>
                    </a:solidFill>
                    <a:ea typeface="楷体_GB2312" charset="-122"/>
                  </a:rPr>
                  <a:t>D</a:t>
                </a:r>
                <a:r>
                  <a:rPr lang="en-US" altLang="zh-CN" sz="2800" b="1" baseline="-25000" dirty="0">
                    <a:solidFill>
                      <a:srgbClr val="000099"/>
                    </a:solidFill>
                    <a:ea typeface="楷体_GB2312" charset="-122"/>
                  </a:rPr>
                  <a:t>2</a:t>
                </a:r>
                <a:r>
                  <a:rPr lang="en-US" altLang="zh-CN" sz="2800" b="1" i="1" dirty="0">
                    <a:solidFill>
                      <a:srgbClr val="000099"/>
                    </a:solidFill>
                    <a:ea typeface="楷体_GB2312" charset="-122"/>
                  </a:rPr>
                  <a:t>= A + q</a:t>
                </a:r>
                <a:r>
                  <a:rPr lang="en-US" altLang="zh-CN" sz="2800" b="1" baseline="-25000" dirty="0">
                    <a:solidFill>
                      <a:srgbClr val="000099"/>
                    </a:solidFill>
                    <a:ea typeface="楷体_GB2312" charset="-122"/>
                  </a:rPr>
                  <a:t>1 </a:t>
                </a:r>
                <a:r>
                  <a:rPr lang="en-US" altLang="zh-CN" sz="2800" b="1" i="1" dirty="0">
                    <a:solidFill>
                      <a:srgbClr val="000099"/>
                    </a:solidFill>
                    <a:ea typeface="楷体_GB2312" charset="-122"/>
                  </a:rPr>
                  <a:t>+ q</a:t>
                </a:r>
                <a:r>
                  <a:rPr lang="en-US" altLang="zh-CN" sz="2800" b="1" baseline="-25000" dirty="0">
                    <a:solidFill>
                      <a:srgbClr val="000099"/>
                    </a:solidFill>
                    <a:ea typeface="楷体_GB2312" charset="-122"/>
                  </a:rPr>
                  <a:t>2</a:t>
                </a:r>
                <a:r>
                  <a:rPr lang="en-US" altLang="zh-CN" sz="2800" b="1" dirty="0">
                    <a:solidFill>
                      <a:srgbClr val="007A77"/>
                    </a:solidFill>
                    <a:ea typeface="楷体_GB2312" charset="-122"/>
                  </a:rPr>
                  <a:t> </a:t>
                </a:r>
                <a:endParaRPr lang="en-US" altLang="zh-CN" sz="2800" b="1" dirty="0">
                  <a:solidFill>
                    <a:srgbClr val="007A77"/>
                  </a:solidFill>
                  <a:ea typeface="楷体_GB2312" charset="-122"/>
                </a:endParaRPr>
              </a:p>
            </p:txBody>
          </p:sp>
          <p:sp>
            <p:nvSpPr>
              <p:cNvPr id="211979" name="Oval 8"/>
              <p:cNvSpPr/>
              <p:nvPr/>
            </p:nvSpPr>
            <p:spPr>
              <a:xfrm>
                <a:off x="1940" y="2919"/>
                <a:ext cx="181" cy="181"/>
              </a:xfrm>
              <a:prstGeom prst="ellipse">
                <a:avLst/>
              </a:prstGeom>
              <a:solidFill>
                <a:srgbClr val="FFFFFF">
                  <a:alpha val="0"/>
                </a:srgbClr>
              </a:solidFill>
              <a:ln w="34925" cap="flat" cmpd="sng">
                <a:solidFill>
                  <a:srgbClr val="000099"/>
                </a:solidFill>
                <a:prstDash val="solid"/>
                <a:headEnd type="none" w="med" len="med"/>
                <a:tailEnd type="none" w="med" len="med"/>
              </a:ln>
            </p:spPr>
            <p:txBody>
              <a:bodyPr wrap="none" anchor="ctr" anchorCtr="0"/>
              <a:lstStyle>
                <a:lvl1pPr marL="342900" indent="-342900" algn="l" rtl="0" eaLnBrk="0" fontAlgn="base" hangingPunct="0">
                  <a:lnSpc>
                    <a:spcPct val="130000"/>
                  </a:lnSpc>
                  <a:spcBef>
                    <a:spcPct val="20000"/>
                  </a:spcBef>
                  <a:spcAft>
                    <a:spcPct val="0"/>
                  </a:spcAft>
                  <a:defRPr sz="2400">
                    <a:solidFill>
                      <a:srgbClr val="0000FF"/>
                    </a:solidFill>
                    <a:latin typeface="Times New Roman" panose="02020603050405020304" pitchFamily="18" charset="0"/>
                    <a:ea typeface="+mn-ea"/>
                    <a:cs typeface="+mn-cs"/>
                  </a:defRPr>
                </a:lvl1pPr>
                <a:lvl2pPr marL="742950" indent="-285750" algn="l" rtl="0" eaLnBrk="0" fontAlgn="base" hangingPunct="0">
                  <a:lnSpc>
                    <a:spcPct val="13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0000CC"/>
                  </a:buClr>
                  <a:buSzPct val="80000"/>
                  <a:buFont typeface="Wingdings" panose="05000000000000000000" pitchFamily="2" charset="2"/>
                  <a:buChar char="o"/>
                  <a:defRPr sz="3000" b="1">
                    <a:solidFill>
                      <a:srgbClr val="0000FF"/>
                    </a:solidFill>
                    <a:latin typeface="Arial Narrow" panose="020B0606020202030204" pitchFamily="34" charset="0"/>
                    <a:ea typeface="楷体_GB2312" charset="-122"/>
                    <a:cs typeface="楷体_GB2312" charset="-122"/>
                  </a:defRPr>
                </a:lvl2pPr>
                <a:lvl3pPr marL="1143000" indent="-228600" algn="l" rtl="0" eaLnBrk="0" fontAlgn="base" hangingPunct="0">
                  <a:lnSpc>
                    <a:spcPct val="13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0000CC"/>
                  </a:buClr>
                  <a:buSzPct val="80000"/>
                  <a:buFont typeface="Wingdings" panose="05000000000000000000" pitchFamily="2" charset="2"/>
                  <a:buChar char="n"/>
                  <a:defRPr sz="3000" b="1">
                    <a:solidFill>
                      <a:srgbClr val="0000FF"/>
                    </a:solidFill>
                    <a:latin typeface="Arial Narrow" panose="020B0606020202030204" pitchFamily="34" charset="0"/>
                    <a:ea typeface="楷体_GB2312" charset="-122"/>
                    <a:cs typeface="楷体_GB2312" charset="-122"/>
                  </a:defRPr>
                </a:lvl3pPr>
                <a:lvl4pPr marL="1600200" indent="-228600" algn="l" rtl="0" eaLnBrk="0" fontAlgn="base" hangingPunct="0">
                  <a:lnSpc>
                    <a:spcPct val="13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0000CC"/>
                  </a:buClr>
                  <a:buSzPct val="80000"/>
                  <a:buFont typeface="Wingdings" panose="05000000000000000000" pitchFamily="2" charset="2"/>
                  <a:buChar char="o"/>
                  <a:defRPr sz="2800" b="1">
                    <a:solidFill>
                      <a:srgbClr val="0000FF"/>
                    </a:solidFill>
                    <a:latin typeface="Arial Narrow" panose="020B0606020202030204" pitchFamily="34" charset="0"/>
                    <a:ea typeface="楷体_GB2312" charset="-122"/>
                    <a:cs typeface="楷体_GB2312" charset="-122"/>
                  </a:defRPr>
                </a:lvl4pPr>
                <a:lvl5pPr marL="2057400" indent="-228600" algn="l" rtl="0" eaLnBrk="0" fontAlgn="base" hangingPunct="0">
                  <a:lnSpc>
                    <a:spcPct val="13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0000CC"/>
                  </a:buClr>
                  <a:buSzPct val="80000"/>
                  <a:buFont typeface="Wingdings" panose="05000000000000000000" pitchFamily="2" charset="2"/>
                  <a:buChar char="o"/>
                  <a:defRPr sz="2800" b="1">
                    <a:solidFill>
                      <a:srgbClr val="0000FF"/>
                    </a:solidFill>
                    <a:latin typeface="Arial Narrow" panose="020B0606020202030204" pitchFamily="34" charset="0"/>
                    <a:ea typeface="楷体_GB2312" charset="-122"/>
                    <a:cs typeface="楷体_GB2312" charset="-122"/>
                  </a:defRPr>
                </a:lvl5pPr>
              </a:lstStyle>
              <a:p>
                <a:pPr marL="0" lvl="0" indent="0" eaLnBrk="1" hangingPunct="1">
                  <a:lnSpc>
                    <a:spcPct val="100000"/>
                  </a:lnSpc>
                  <a:spcBef>
                    <a:spcPct val="0"/>
                  </a:spcBef>
                </a:pPr>
                <a:endParaRPr lang="zh-CN" altLang="en-US" b="1" dirty="0">
                  <a:solidFill>
                    <a:srgbClr val="007A77"/>
                  </a:solidFill>
                </a:endParaRPr>
              </a:p>
            </p:txBody>
          </p:sp>
          <p:sp>
            <p:nvSpPr>
              <p:cNvPr id="211980" name="Oval 9"/>
              <p:cNvSpPr/>
              <p:nvPr/>
            </p:nvSpPr>
            <p:spPr>
              <a:xfrm>
                <a:off x="2341" y="2920"/>
                <a:ext cx="181" cy="181"/>
              </a:xfrm>
              <a:prstGeom prst="ellipse">
                <a:avLst/>
              </a:prstGeom>
              <a:solidFill>
                <a:srgbClr val="FFFFFF">
                  <a:alpha val="0"/>
                </a:srgbClr>
              </a:solidFill>
              <a:ln w="34925" cap="flat" cmpd="sng">
                <a:solidFill>
                  <a:srgbClr val="000099"/>
                </a:solidFill>
                <a:prstDash val="solid"/>
                <a:headEnd type="none" w="med" len="med"/>
                <a:tailEnd type="none" w="med" len="med"/>
              </a:ln>
            </p:spPr>
            <p:txBody>
              <a:bodyPr wrap="none" anchor="ctr" anchorCtr="0"/>
              <a:lstStyle>
                <a:lvl1pPr marL="342900" indent="-342900" algn="l" rtl="0" eaLnBrk="0" fontAlgn="base" hangingPunct="0">
                  <a:lnSpc>
                    <a:spcPct val="130000"/>
                  </a:lnSpc>
                  <a:spcBef>
                    <a:spcPct val="20000"/>
                  </a:spcBef>
                  <a:spcAft>
                    <a:spcPct val="0"/>
                  </a:spcAft>
                  <a:defRPr sz="2400">
                    <a:solidFill>
                      <a:srgbClr val="0000FF"/>
                    </a:solidFill>
                    <a:latin typeface="Times New Roman" panose="02020603050405020304" pitchFamily="18" charset="0"/>
                    <a:ea typeface="+mn-ea"/>
                    <a:cs typeface="+mn-cs"/>
                  </a:defRPr>
                </a:lvl1pPr>
                <a:lvl2pPr marL="742950" indent="-285750" algn="l" rtl="0" eaLnBrk="0" fontAlgn="base" hangingPunct="0">
                  <a:lnSpc>
                    <a:spcPct val="13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0000CC"/>
                  </a:buClr>
                  <a:buSzPct val="80000"/>
                  <a:buFont typeface="Wingdings" panose="05000000000000000000" pitchFamily="2" charset="2"/>
                  <a:buChar char="o"/>
                  <a:defRPr sz="3000" b="1">
                    <a:solidFill>
                      <a:srgbClr val="0000FF"/>
                    </a:solidFill>
                    <a:latin typeface="Arial Narrow" panose="020B0606020202030204" pitchFamily="34" charset="0"/>
                    <a:ea typeface="楷体_GB2312" charset="-122"/>
                    <a:cs typeface="楷体_GB2312" charset="-122"/>
                  </a:defRPr>
                </a:lvl2pPr>
                <a:lvl3pPr marL="1143000" indent="-228600" algn="l" rtl="0" eaLnBrk="0" fontAlgn="base" hangingPunct="0">
                  <a:lnSpc>
                    <a:spcPct val="13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0000CC"/>
                  </a:buClr>
                  <a:buSzPct val="80000"/>
                  <a:buFont typeface="Wingdings" panose="05000000000000000000" pitchFamily="2" charset="2"/>
                  <a:buChar char="n"/>
                  <a:defRPr sz="3000" b="1">
                    <a:solidFill>
                      <a:srgbClr val="0000FF"/>
                    </a:solidFill>
                    <a:latin typeface="Arial Narrow" panose="020B0606020202030204" pitchFamily="34" charset="0"/>
                    <a:ea typeface="楷体_GB2312" charset="-122"/>
                    <a:cs typeface="楷体_GB2312" charset="-122"/>
                  </a:defRPr>
                </a:lvl3pPr>
                <a:lvl4pPr marL="1600200" indent="-228600" algn="l" rtl="0" eaLnBrk="0" fontAlgn="base" hangingPunct="0">
                  <a:lnSpc>
                    <a:spcPct val="13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0000CC"/>
                  </a:buClr>
                  <a:buSzPct val="80000"/>
                  <a:buFont typeface="Wingdings" panose="05000000000000000000" pitchFamily="2" charset="2"/>
                  <a:buChar char="o"/>
                  <a:defRPr sz="2800" b="1">
                    <a:solidFill>
                      <a:srgbClr val="0000FF"/>
                    </a:solidFill>
                    <a:latin typeface="Arial Narrow" panose="020B0606020202030204" pitchFamily="34" charset="0"/>
                    <a:ea typeface="楷体_GB2312" charset="-122"/>
                    <a:cs typeface="楷体_GB2312" charset="-122"/>
                  </a:defRPr>
                </a:lvl4pPr>
                <a:lvl5pPr marL="2057400" indent="-228600" algn="l" rtl="0" eaLnBrk="0" fontAlgn="base" hangingPunct="0">
                  <a:lnSpc>
                    <a:spcPct val="13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0000CC"/>
                  </a:buClr>
                  <a:buSzPct val="80000"/>
                  <a:buFont typeface="Wingdings" panose="05000000000000000000" pitchFamily="2" charset="2"/>
                  <a:buChar char="o"/>
                  <a:defRPr sz="2800" b="1">
                    <a:solidFill>
                      <a:srgbClr val="0000FF"/>
                    </a:solidFill>
                    <a:latin typeface="Arial Narrow" panose="020B0606020202030204" pitchFamily="34" charset="0"/>
                    <a:ea typeface="楷体_GB2312" charset="-122"/>
                    <a:cs typeface="楷体_GB2312" charset="-122"/>
                  </a:defRPr>
                </a:lvl5pPr>
              </a:lstStyle>
              <a:p>
                <a:pPr marL="0" lvl="0" indent="0" eaLnBrk="1" hangingPunct="1">
                  <a:lnSpc>
                    <a:spcPct val="100000"/>
                  </a:lnSpc>
                  <a:spcBef>
                    <a:spcPct val="0"/>
                  </a:spcBef>
                </a:pPr>
                <a:endParaRPr lang="zh-CN" altLang="en-US" b="1" dirty="0">
                  <a:solidFill>
                    <a:srgbClr val="007A77"/>
                  </a:solidFill>
                </a:endParaRPr>
              </a:p>
            </p:txBody>
          </p:sp>
        </p:grpSp>
      </p:grpSp>
      <p:sp>
        <p:nvSpPr>
          <p:cNvPr id="211975" name="灯片编号占位符 1"/>
          <p:cNvSpPr txBox="1">
            <a:spLocks noGrp="1"/>
          </p:cNvSpPr>
          <p:nvPr>
            <p:ph type="sldNum" sz="quarter" idx="11"/>
          </p:nvPr>
        </p:nvSpPr>
        <p:spPr>
          <a:xfrm>
            <a:off x="8388350" y="6453188"/>
            <a:ext cx="720725" cy="360362"/>
          </a:xfrm>
          <a:noFill/>
          <a:ln>
            <a:noFill/>
          </a:ln>
        </p:spPr>
        <p:txBody>
          <a:bodyPr/>
          <a:p>
            <a:pPr marL="0" indent="0" algn="ctr" eaLnBrk="1" hangingPunct="1">
              <a:lnSpc>
                <a:spcPct val="100000"/>
              </a:lnSpc>
              <a:spcBef>
                <a:spcPct val="0"/>
              </a:spcBef>
            </a:pPr>
            <a:fld id="{9A0DB2DC-4C9A-4742-B13C-FB6460FD3503}" type="slidenum">
              <a:rPr lang="en-US" altLang="zh-CN" sz="1600" dirty="0">
                <a:solidFill>
                  <a:srgbClr val="000000"/>
                </a:solidFill>
                <a:ea typeface="楷体_GB2312" charset="-122"/>
              </a:rPr>
            </a:fld>
            <a:endParaRPr lang="en-US" altLang="zh-CN" sz="1600" dirty="0">
              <a:solidFill>
                <a:srgbClr val="000000"/>
              </a:solidFill>
              <a:ea typeface="楷体_GB2312" charset="-122"/>
            </a:endParaRPr>
          </a:p>
        </p:txBody>
      </p:sp>
    </p:spTree>
  </p:cSld>
  <p:clrMapOvr>
    <a:masterClrMapping/>
  </p:clrMapOvr>
  <p:transition spd="slow">
    <p:randomBar dir="vert"/>
  </p:transition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12994" name="Rectangle 11"/>
          <p:cNvSpPr/>
          <p:nvPr/>
        </p:nvSpPr>
        <p:spPr>
          <a:xfrm>
            <a:off x="5351463" y="1958975"/>
            <a:ext cx="2613025" cy="1293813"/>
          </a:xfrm>
          <a:prstGeom prst="rect">
            <a:avLst/>
          </a:prstGeom>
          <a:solidFill>
            <a:srgbClr val="99CC00">
              <a:alpha val="56862"/>
            </a:srgbClr>
          </a:solidFill>
          <a:ln w="9525">
            <a:noFill/>
          </a:ln>
        </p:spPr>
        <p:txBody>
          <a:bodyPr wrap="none" anchor="ctr" anchorCtr="0"/>
          <a:lstStyle>
            <a:lvl1pPr marL="342900" indent="-342900" algn="l" rtl="0" eaLnBrk="0" fontAlgn="base" hangingPunct="0">
              <a:lnSpc>
                <a:spcPct val="130000"/>
              </a:lnSpc>
              <a:spcBef>
                <a:spcPct val="20000"/>
              </a:spcBef>
              <a:spcAft>
                <a:spcPct val="0"/>
              </a:spcAft>
              <a:defRPr sz="2400">
                <a:solidFill>
                  <a:srgbClr val="0000FF"/>
                </a:solidFill>
                <a:latin typeface="Times New Roman" panose="02020603050405020304" pitchFamily="18" charset="0"/>
                <a:ea typeface="+mn-ea"/>
                <a:cs typeface="+mn-cs"/>
              </a:defRPr>
            </a:lvl1pPr>
            <a:lvl2pPr marL="742950" indent="-285750" algn="l" rtl="0" eaLnBrk="0" fontAlgn="base" hangingPunct="0">
              <a:lnSpc>
                <a:spcPct val="130000"/>
              </a:lnSpc>
              <a:spcBef>
                <a:spcPct val="20000"/>
              </a:spcBef>
              <a:spcAft>
                <a:spcPct val="0"/>
              </a:spcAft>
              <a:buClr>
                <a:srgbClr val="0000CC"/>
              </a:buClr>
              <a:buSzPct val="80000"/>
              <a:buFont typeface="Wingdings" panose="05000000000000000000" pitchFamily="2" charset="2"/>
              <a:buChar char="o"/>
              <a:defRPr sz="3000" b="1">
                <a:solidFill>
                  <a:srgbClr val="0000FF"/>
                </a:solidFill>
                <a:latin typeface="Arial Narrow" panose="020B0606020202030204" pitchFamily="34" charset="0"/>
                <a:ea typeface="楷体_GB2312" charset="-122"/>
                <a:cs typeface="楷体_GB2312" charset="-122"/>
              </a:defRPr>
            </a:lvl2pPr>
            <a:lvl3pPr marL="1143000" indent="-228600" algn="l" rtl="0" eaLnBrk="0" fontAlgn="base" hangingPunct="0">
              <a:lnSpc>
                <a:spcPct val="130000"/>
              </a:lnSpc>
              <a:spcBef>
                <a:spcPct val="20000"/>
              </a:spcBef>
              <a:spcAft>
                <a:spcPct val="0"/>
              </a:spcAft>
              <a:buClr>
                <a:srgbClr val="0000CC"/>
              </a:buClr>
              <a:buSzPct val="80000"/>
              <a:buFont typeface="Wingdings" panose="05000000000000000000" pitchFamily="2" charset="2"/>
              <a:buChar char="n"/>
              <a:defRPr sz="3000" b="1">
                <a:solidFill>
                  <a:srgbClr val="0000FF"/>
                </a:solidFill>
                <a:latin typeface="Arial Narrow" panose="020B0606020202030204" pitchFamily="34" charset="0"/>
                <a:ea typeface="楷体_GB2312" charset="-122"/>
                <a:cs typeface="楷体_GB2312" charset="-122"/>
              </a:defRPr>
            </a:lvl3pPr>
            <a:lvl4pPr marL="1600200" indent="-228600" algn="l" rtl="0" eaLnBrk="0" fontAlgn="base" hangingPunct="0">
              <a:lnSpc>
                <a:spcPct val="130000"/>
              </a:lnSpc>
              <a:spcBef>
                <a:spcPct val="20000"/>
              </a:spcBef>
              <a:spcAft>
                <a:spcPct val="0"/>
              </a:spcAft>
              <a:buClr>
                <a:srgbClr val="0000CC"/>
              </a:buClr>
              <a:buSzPct val="80000"/>
              <a:buFont typeface="Wingdings" panose="05000000000000000000" pitchFamily="2" charset="2"/>
              <a:buChar char="o"/>
              <a:defRPr sz="2800" b="1">
                <a:solidFill>
                  <a:srgbClr val="0000FF"/>
                </a:solidFill>
                <a:latin typeface="Arial Narrow" panose="020B0606020202030204" pitchFamily="34" charset="0"/>
                <a:ea typeface="楷体_GB2312" charset="-122"/>
                <a:cs typeface="楷体_GB2312" charset="-122"/>
              </a:defRPr>
            </a:lvl4pPr>
            <a:lvl5pPr marL="2057400" indent="-228600" algn="l" rtl="0" eaLnBrk="0" fontAlgn="base" hangingPunct="0">
              <a:lnSpc>
                <a:spcPct val="130000"/>
              </a:lnSpc>
              <a:spcBef>
                <a:spcPct val="20000"/>
              </a:spcBef>
              <a:spcAft>
                <a:spcPct val="0"/>
              </a:spcAft>
              <a:buClr>
                <a:srgbClr val="0000CC"/>
              </a:buClr>
              <a:buSzPct val="80000"/>
              <a:buFont typeface="Wingdings" panose="05000000000000000000" pitchFamily="2" charset="2"/>
              <a:buChar char="o"/>
              <a:defRPr sz="2800" b="1">
                <a:solidFill>
                  <a:srgbClr val="0000FF"/>
                </a:solidFill>
                <a:latin typeface="Arial Narrow" panose="020B0606020202030204" pitchFamily="34" charset="0"/>
                <a:ea typeface="楷体_GB2312" charset="-122"/>
                <a:cs typeface="楷体_GB2312" charset="-122"/>
              </a:defRPr>
            </a:lvl5pPr>
          </a:lstStyle>
          <a:p>
            <a:pPr marL="0" lvl="0" indent="0" eaLnBrk="1" hangingPunct="1">
              <a:lnSpc>
                <a:spcPct val="100000"/>
              </a:lnSpc>
              <a:spcBef>
                <a:spcPct val="0"/>
              </a:spcBef>
            </a:pPr>
            <a:endParaRPr lang="zh-CN" altLang="en-US" b="1" dirty="0">
              <a:solidFill>
                <a:srgbClr val="007A77"/>
              </a:solidFill>
            </a:endParaRPr>
          </a:p>
        </p:txBody>
      </p:sp>
      <p:sp>
        <p:nvSpPr>
          <p:cNvPr id="14" name="标题 2"/>
          <p:cNvSpPr>
            <a:spLocks noGrp="1"/>
          </p:cNvSpPr>
          <p:nvPr>
            <p:ph type="title"/>
          </p:nvPr>
        </p:nvSpPr>
        <p:spPr>
          <a:xfrm>
            <a:off x="498475" y="417513"/>
            <a:ext cx="6746875" cy="725488"/>
          </a:xfrm>
        </p:spPr>
        <p:txBody>
          <a:bodyPr vert="horz" wrap="square" lIns="91440" tIns="45720" rIns="91440" bIns="45720" numCol="1" anchor="ctr" anchorCtr="0" compatLnSpc="1"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+mj-lt"/>
                <a:ea typeface="楷体_GB2312" charset="-122"/>
                <a:cs typeface="+mj-cs"/>
                <a:sym typeface="+mn-ea"/>
              </a:rPr>
              <a:t>6.10 </a:t>
            </a:r>
            <a:r>
              <a:rPr kumimoji="0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+mj-lt"/>
                <a:ea typeface="楷体_GB2312" charset="-122"/>
                <a:cs typeface="+mj-cs"/>
              </a:rPr>
              <a:t>同步时序电路分析</a:t>
            </a:r>
            <a:endParaRPr kumimoji="0" lang="zh-CN" altLang="en-US" sz="2800" b="1" i="0" u="none" strike="noStrike" kern="1200" cap="none" spc="0" normalizeH="0" baseline="0" noProof="0" dirty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+mj-lt"/>
              <a:ea typeface="楷体_GB2312" charset="-122"/>
              <a:cs typeface="+mj-cs"/>
            </a:endParaRPr>
          </a:p>
        </p:txBody>
      </p:sp>
      <p:sp>
        <p:nvSpPr>
          <p:cNvPr id="212996" name="TextBox 1"/>
          <p:cNvSpPr txBox="1"/>
          <p:nvPr/>
        </p:nvSpPr>
        <p:spPr>
          <a:xfrm>
            <a:off x="498475" y="1206500"/>
            <a:ext cx="8382000" cy="52070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lnSpc>
                <a:spcPct val="130000"/>
              </a:lnSpc>
              <a:spcBef>
                <a:spcPct val="20000"/>
              </a:spcBef>
              <a:spcAft>
                <a:spcPct val="0"/>
              </a:spcAft>
              <a:defRPr sz="2400">
                <a:solidFill>
                  <a:srgbClr val="0000FF"/>
                </a:solidFill>
                <a:latin typeface="Times New Roman" panose="02020603050405020304" pitchFamily="18" charset="0"/>
                <a:ea typeface="+mn-ea"/>
                <a:cs typeface="+mn-cs"/>
              </a:defRPr>
            </a:lvl1pPr>
            <a:lvl2pPr marL="742950" indent="-285750" algn="l" rtl="0" eaLnBrk="0" fontAlgn="base" hangingPunct="0">
              <a:lnSpc>
                <a:spcPct val="130000"/>
              </a:lnSpc>
              <a:spcBef>
                <a:spcPct val="20000"/>
              </a:spcBef>
              <a:spcAft>
                <a:spcPct val="0"/>
              </a:spcAft>
              <a:buClr>
                <a:srgbClr val="0000CC"/>
              </a:buClr>
              <a:buSzPct val="80000"/>
              <a:buFont typeface="Wingdings" panose="05000000000000000000" pitchFamily="2" charset="2"/>
              <a:buChar char="o"/>
              <a:defRPr sz="3000" b="1">
                <a:solidFill>
                  <a:srgbClr val="0000FF"/>
                </a:solidFill>
                <a:latin typeface="Arial Narrow" panose="020B0606020202030204" pitchFamily="34" charset="0"/>
                <a:ea typeface="楷体_GB2312" charset="-122"/>
                <a:cs typeface="楷体_GB2312" charset="-122"/>
              </a:defRPr>
            </a:lvl2pPr>
            <a:lvl3pPr marL="1143000" indent="-228600" algn="l" rtl="0" eaLnBrk="0" fontAlgn="base" hangingPunct="0">
              <a:lnSpc>
                <a:spcPct val="130000"/>
              </a:lnSpc>
              <a:spcBef>
                <a:spcPct val="20000"/>
              </a:spcBef>
              <a:spcAft>
                <a:spcPct val="0"/>
              </a:spcAft>
              <a:buClr>
                <a:srgbClr val="0000CC"/>
              </a:buClr>
              <a:buSzPct val="80000"/>
              <a:buFont typeface="Wingdings" panose="05000000000000000000" pitchFamily="2" charset="2"/>
              <a:buChar char="n"/>
              <a:defRPr sz="3000" b="1">
                <a:solidFill>
                  <a:srgbClr val="0000FF"/>
                </a:solidFill>
                <a:latin typeface="Arial Narrow" panose="020B0606020202030204" pitchFamily="34" charset="0"/>
                <a:ea typeface="楷体_GB2312" charset="-122"/>
                <a:cs typeface="楷体_GB2312" charset="-122"/>
              </a:defRPr>
            </a:lvl3pPr>
            <a:lvl4pPr marL="1600200" indent="-228600" algn="l" rtl="0" eaLnBrk="0" fontAlgn="base" hangingPunct="0">
              <a:lnSpc>
                <a:spcPct val="130000"/>
              </a:lnSpc>
              <a:spcBef>
                <a:spcPct val="20000"/>
              </a:spcBef>
              <a:spcAft>
                <a:spcPct val="0"/>
              </a:spcAft>
              <a:buClr>
                <a:srgbClr val="0000CC"/>
              </a:buClr>
              <a:buSzPct val="80000"/>
              <a:buFont typeface="Wingdings" panose="05000000000000000000" pitchFamily="2" charset="2"/>
              <a:buChar char="o"/>
              <a:defRPr sz="2800" b="1">
                <a:solidFill>
                  <a:srgbClr val="0000FF"/>
                </a:solidFill>
                <a:latin typeface="Arial Narrow" panose="020B0606020202030204" pitchFamily="34" charset="0"/>
                <a:ea typeface="楷体_GB2312" charset="-122"/>
                <a:cs typeface="楷体_GB2312" charset="-122"/>
              </a:defRPr>
            </a:lvl4pPr>
            <a:lvl5pPr marL="2057400" indent="-228600" algn="l" rtl="0" eaLnBrk="0" fontAlgn="base" hangingPunct="0">
              <a:lnSpc>
                <a:spcPct val="130000"/>
              </a:lnSpc>
              <a:spcBef>
                <a:spcPct val="20000"/>
              </a:spcBef>
              <a:spcAft>
                <a:spcPct val="0"/>
              </a:spcAft>
              <a:buClr>
                <a:srgbClr val="0000CC"/>
              </a:buClr>
              <a:buSzPct val="80000"/>
              <a:buFont typeface="Wingdings" panose="05000000000000000000" pitchFamily="2" charset="2"/>
              <a:buChar char="o"/>
              <a:defRPr sz="2800" b="1">
                <a:solidFill>
                  <a:srgbClr val="0000FF"/>
                </a:solidFill>
                <a:latin typeface="Arial Narrow" panose="020B0606020202030204" pitchFamily="34" charset="0"/>
                <a:ea typeface="楷体_GB2312" charset="-122"/>
                <a:cs typeface="楷体_GB2312" charset="-122"/>
              </a:defRPr>
            </a:lvl5pPr>
          </a:lstStyle>
          <a:p>
            <a:pPr marL="0" lvl="0" indent="0">
              <a:spcBef>
                <a:spcPct val="0"/>
              </a:spcBef>
            </a:pPr>
            <a:r>
              <a:rPr lang="zh-CN" altLang="en-US" b="1" dirty="0">
                <a:solidFill>
                  <a:srgbClr val="000000"/>
                </a:solidFill>
              </a:rPr>
              <a:t>（</a:t>
            </a:r>
            <a:r>
              <a:rPr lang="en-US" altLang="zh-CN" b="1" dirty="0">
                <a:solidFill>
                  <a:srgbClr val="000000"/>
                </a:solidFill>
              </a:rPr>
              <a:t>2</a:t>
            </a:r>
            <a:r>
              <a:rPr lang="zh-CN" altLang="en-US" b="1" dirty="0">
                <a:solidFill>
                  <a:srgbClr val="000000"/>
                </a:solidFill>
              </a:rPr>
              <a:t>）代入</a:t>
            </a:r>
            <a:r>
              <a:rPr lang="en-US" altLang="zh-CN" b="1" dirty="0">
                <a:solidFill>
                  <a:srgbClr val="000000"/>
                </a:solidFill>
              </a:rPr>
              <a:t>D</a:t>
            </a:r>
            <a:r>
              <a:rPr lang="zh-CN" altLang="en-US" b="1" dirty="0">
                <a:solidFill>
                  <a:srgbClr val="000000"/>
                </a:solidFill>
              </a:rPr>
              <a:t>触发器特性方程：</a:t>
            </a:r>
            <a:r>
              <a:rPr lang="en-US" altLang="zh-CN" b="1" i="1" dirty="0">
                <a:solidFill>
                  <a:srgbClr val="000000"/>
                </a:solidFill>
                <a:ea typeface="楷体_GB2312" charset="-122"/>
              </a:rPr>
              <a:t>Q=D</a:t>
            </a:r>
            <a:r>
              <a:rPr lang="zh-CN" altLang="en-US" b="1" dirty="0">
                <a:solidFill>
                  <a:srgbClr val="000000"/>
                </a:solidFill>
              </a:rPr>
              <a:t>，得到状态方程：</a:t>
            </a:r>
            <a:endParaRPr lang="en-US" altLang="zh-CN" b="1" dirty="0">
              <a:solidFill>
                <a:srgbClr val="000000"/>
              </a:solidFill>
              <a:ea typeface="Times New Roman" panose="02020603050405020304" pitchFamily="18" charset="0"/>
            </a:endParaRPr>
          </a:p>
        </p:txBody>
      </p:sp>
      <p:sp>
        <p:nvSpPr>
          <p:cNvPr id="4" name="箭头: 虚尾 3"/>
          <p:cNvSpPr/>
          <p:nvPr/>
        </p:nvSpPr>
        <p:spPr bwMode="auto">
          <a:xfrm flipH="1">
            <a:off x="4400550" y="2427288"/>
            <a:ext cx="777875" cy="547688"/>
          </a:xfrm>
          <a:prstGeom prst="stripedRightArrow">
            <a:avLst>
              <a:gd name="adj1" fmla="val 49412"/>
              <a:gd name="adj2" fmla="val 43463"/>
            </a:avLst>
          </a:prstGeom>
          <a:solidFill>
            <a:schemeClr val="accent1"/>
          </a:solidFill>
          <a:ln w="12700" cap="flat" cmpd="sng" algn="ctr">
            <a:solidFill>
              <a:srgbClr val="C00000"/>
            </a:solidFill>
            <a:prstDash val="solid"/>
            <a:round/>
            <a:headEnd type="none" w="med" len="med"/>
            <a:tailEnd type="none" w="med" len="med"/>
          </a:ln>
        </p:spPr>
        <p:txBody>
          <a:bodyPr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007A77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212998" name="TextBox 1"/>
          <p:cNvSpPr txBox="1"/>
          <p:nvPr/>
        </p:nvSpPr>
        <p:spPr>
          <a:xfrm>
            <a:off x="1212850" y="3775075"/>
            <a:ext cx="1841500" cy="1004888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lnSpc>
                <a:spcPct val="130000"/>
              </a:lnSpc>
              <a:spcBef>
                <a:spcPct val="20000"/>
              </a:spcBef>
              <a:spcAft>
                <a:spcPct val="0"/>
              </a:spcAft>
              <a:defRPr sz="2400">
                <a:solidFill>
                  <a:srgbClr val="0000FF"/>
                </a:solidFill>
                <a:latin typeface="Times New Roman" panose="02020603050405020304" pitchFamily="18" charset="0"/>
                <a:ea typeface="+mn-ea"/>
                <a:cs typeface="+mn-cs"/>
              </a:defRPr>
            </a:lvl1pPr>
            <a:lvl2pPr marL="742950" indent="-285750" algn="l" rtl="0" eaLnBrk="0" fontAlgn="base" hangingPunct="0">
              <a:lnSpc>
                <a:spcPct val="130000"/>
              </a:lnSpc>
              <a:spcBef>
                <a:spcPct val="20000"/>
              </a:spcBef>
              <a:spcAft>
                <a:spcPct val="0"/>
              </a:spcAft>
              <a:buClr>
                <a:srgbClr val="0000CC"/>
              </a:buClr>
              <a:buSzPct val="80000"/>
              <a:buFont typeface="Wingdings" panose="05000000000000000000" pitchFamily="2" charset="2"/>
              <a:buChar char="o"/>
              <a:defRPr sz="3000" b="1">
                <a:solidFill>
                  <a:srgbClr val="0000FF"/>
                </a:solidFill>
                <a:latin typeface="Arial Narrow" panose="020B0606020202030204" pitchFamily="34" charset="0"/>
                <a:ea typeface="楷体_GB2312" charset="-122"/>
                <a:cs typeface="楷体_GB2312" charset="-122"/>
              </a:defRPr>
            </a:lvl2pPr>
            <a:lvl3pPr marL="1143000" indent="-228600" algn="l" rtl="0" eaLnBrk="0" fontAlgn="base" hangingPunct="0">
              <a:lnSpc>
                <a:spcPct val="130000"/>
              </a:lnSpc>
              <a:spcBef>
                <a:spcPct val="20000"/>
              </a:spcBef>
              <a:spcAft>
                <a:spcPct val="0"/>
              </a:spcAft>
              <a:buClr>
                <a:srgbClr val="0000CC"/>
              </a:buClr>
              <a:buSzPct val="80000"/>
              <a:buFont typeface="Wingdings" panose="05000000000000000000" pitchFamily="2" charset="2"/>
              <a:buChar char="n"/>
              <a:defRPr sz="3000" b="1">
                <a:solidFill>
                  <a:srgbClr val="0000FF"/>
                </a:solidFill>
                <a:latin typeface="Arial Narrow" panose="020B0606020202030204" pitchFamily="34" charset="0"/>
                <a:ea typeface="楷体_GB2312" charset="-122"/>
                <a:cs typeface="楷体_GB2312" charset="-122"/>
              </a:defRPr>
            </a:lvl3pPr>
            <a:lvl4pPr marL="1600200" indent="-228600" algn="l" rtl="0" eaLnBrk="0" fontAlgn="base" hangingPunct="0">
              <a:lnSpc>
                <a:spcPct val="130000"/>
              </a:lnSpc>
              <a:spcBef>
                <a:spcPct val="20000"/>
              </a:spcBef>
              <a:spcAft>
                <a:spcPct val="0"/>
              </a:spcAft>
              <a:buClr>
                <a:srgbClr val="0000CC"/>
              </a:buClr>
              <a:buSzPct val="80000"/>
              <a:buFont typeface="Wingdings" panose="05000000000000000000" pitchFamily="2" charset="2"/>
              <a:buChar char="o"/>
              <a:defRPr sz="2800" b="1">
                <a:solidFill>
                  <a:srgbClr val="0000FF"/>
                </a:solidFill>
                <a:latin typeface="Arial Narrow" panose="020B0606020202030204" pitchFamily="34" charset="0"/>
                <a:ea typeface="楷体_GB2312" charset="-122"/>
                <a:cs typeface="楷体_GB2312" charset="-122"/>
              </a:defRPr>
            </a:lvl4pPr>
            <a:lvl5pPr marL="2057400" indent="-228600" algn="l" rtl="0" eaLnBrk="0" fontAlgn="base" hangingPunct="0">
              <a:lnSpc>
                <a:spcPct val="130000"/>
              </a:lnSpc>
              <a:spcBef>
                <a:spcPct val="20000"/>
              </a:spcBef>
              <a:spcAft>
                <a:spcPct val="0"/>
              </a:spcAft>
              <a:buClr>
                <a:srgbClr val="0000CC"/>
              </a:buClr>
              <a:buSzPct val="80000"/>
              <a:buFont typeface="Wingdings" panose="05000000000000000000" pitchFamily="2" charset="2"/>
              <a:buChar char="o"/>
              <a:defRPr sz="2800" b="1">
                <a:solidFill>
                  <a:srgbClr val="0000FF"/>
                </a:solidFill>
                <a:latin typeface="Arial Narrow" panose="020B0606020202030204" pitchFamily="34" charset="0"/>
                <a:ea typeface="楷体_GB2312" charset="-122"/>
                <a:cs typeface="楷体_GB2312" charset="-122"/>
              </a:defRPr>
            </a:lvl5pPr>
          </a:lstStyle>
          <a:p>
            <a:pPr marL="0" lvl="0" indent="0">
              <a:spcBef>
                <a:spcPct val="0"/>
              </a:spcBef>
            </a:pPr>
            <a:r>
              <a:rPr lang="zh-CN" altLang="en-US" b="1" dirty="0">
                <a:solidFill>
                  <a:srgbClr val="000000"/>
                </a:solidFill>
              </a:rPr>
              <a:t>输出方程：</a:t>
            </a:r>
            <a:endParaRPr lang="en-US" altLang="zh-CN" b="1" dirty="0"/>
          </a:p>
          <a:p>
            <a:pPr marL="0" lvl="0" indent="0">
              <a:spcBef>
                <a:spcPct val="0"/>
              </a:spcBef>
            </a:pPr>
            <a:endParaRPr lang="en-US" altLang="zh-CN" b="1" dirty="0">
              <a:solidFill>
                <a:srgbClr val="000000"/>
              </a:solidFill>
              <a:ea typeface="Times New Roman" panose="02020603050405020304" pitchFamily="18" charset="0"/>
            </a:endParaRPr>
          </a:p>
        </p:txBody>
      </p:sp>
      <p:sp>
        <p:nvSpPr>
          <p:cNvPr id="212999" name="TextBox 1"/>
          <p:cNvSpPr txBox="1"/>
          <p:nvPr/>
        </p:nvSpPr>
        <p:spPr>
          <a:xfrm>
            <a:off x="498475" y="4745038"/>
            <a:ext cx="8382000" cy="1001712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lnSpc>
                <a:spcPct val="130000"/>
              </a:lnSpc>
              <a:spcBef>
                <a:spcPct val="20000"/>
              </a:spcBef>
              <a:spcAft>
                <a:spcPct val="0"/>
              </a:spcAft>
              <a:defRPr sz="2400">
                <a:solidFill>
                  <a:srgbClr val="0000FF"/>
                </a:solidFill>
                <a:latin typeface="Times New Roman" panose="02020603050405020304" pitchFamily="18" charset="0"/>
                <a:ea typeface="+mn-ea"/>
                <a:cs typeface="+mn-cs"/>
              </a:defRPr>
            </a:lvl1pPr>
            <a:lvl2pPr marL="742950" indent="-285750" algn="l" rtl="0" eaLnBrk="0" fontAlgn="base" hangingPunct="0">
              <a:lnSpc>
                <a:spcPct val="130000"/>
              </a:lnSpc>
              <a:spcBef>
                <a:spcPct val="20000"/>
              </a:spcBef>
              <a:spcAft>
                <a:spcPct val="0"/>
              </a:spcAft>
              <a:buClr>
                <a:srgbClr val="0000CC"/>
              </a:buClr>
              <a:buSzPct val="80000"/>
              <a:buFont typeface="Wingdings" panose="05000000000000000000" pitchFamily="2" charset="2"/>
              <a:buChar char="o"/>
              <a:defRPr sz="3000" b="1">
                <a:solidFill>
                  <a:srgbClr val="0000FF"/>
                </a:solidFill>
                <a:latin typeface="Arial Narrow" panose="020B0606020202030204" pitchFamily="34" charset="0"/>
                <a:ea typeface="楷体_GB2312" charset="-122"/>
                <a:cs typeface="楷体_GB2312" charset="-122"/>
              </a:defRPr>
            </a:lvl2pPr>
            <a:lvl3pPr marL="1143000" indent="-228600" algn="l" rtl="0" eaLnBrk="0" fontAlgn="base" hangingPunct="0">
              <a:lnSpc>
                <a:spcPct val="130000"/>
              </a:lnSpc>
              <a:spcBef>
                <a:spcPct val="20000"/>
              </a:spcBef>
              <a:spcAft>
                <a:spcPct val="0"/>
              </a:spcAft>
              <a:buClr>
                <a:srgbClr val="0000CC"/>
              </a:buClr>
              <a:buSzPct val="80000"/>
              <a:buFont typeface="Wingdings" panose="05000000000000000000" pitchFamily="2" charset="2"/>
              <a:buChar char="n"/>
              <a:defRPr sz="3000" b="1">
                <a:solidFill>
                  <a:srgbClr val="0000FF"/>
                </a:solidFill>
                <a:latin typeface="Arial Narrow" panose="020B0606020202030204" pitchFamily="34" charset="0"/>
                <a:ea typeface="楷体_GB2312" charset="-122"/>
                <a:cs typeface="楷体_GB2312" charset="-122"/>
              </a:defRPr>
            </a:lvl3pPr>
            <a:lvl4pPr marL="1600200" indent="-228600" algn="l" rtl="0" eaLnBrk="0" fontAlgn="base" hangingPunct="0">
              <a:lnSpc>
                <a:spcPct val="130000"/>
              </a:lnSpc>
              <a:spcBef>
                <a:spcPct val="20000"/>
              </a:spcBef>
              <a:spcAft>
                <a:spcPct val="0"/>
              </a:spcAft>
              <a:buClr>
                <a:srgbClr val="0000CC"/>
              </a:buClr>
              <a:buSzPct val="80000"/>
              <a:buFont typeface="Wingdings" panose="05000000000000000000" pitchFamily="2" charset="2"/>
              <a:buChar char="o"/>
              <a:defRPr sz="2800" b="1">
                <a:solidFill>
                  <a:srgbClr val="0000FF"/>
                </a:solidFill>
                <a:latin typeface="Arial Narrow" panose="020B0606020202030204" pitchFamily="34" charset="0"/>
                <a:ea typeface="楷体_GB2312" charset="-122"/>
                <a:cs typeface="楷体_GB2312" charset="-122"/>
              </a:defRPr>
            </a:lvl4pPr>
            <a:lvl5pPr marL="2057400" indent="-228600" algn="l" rtl="0" eaLnBrk="0" fontAlgn="base" hangingPunct="0">
              <a:lnSpc>
                <a:spcPct val="130000"/>
              </a:lnSpc>
              <a:spcBef>
                <a:spcPct val="20000"/>
              </a:spcBef>
              <a:spcAft>
                <a:spcPct val="0"/>
              </a:spcAft>
              <a:buClr>
                <a:srgbClr val="0000CC"/>
              </a:buClr>
              <a:buSzPct val="80000"/>
              <a:buFont typeface="Wingdings" panose="05000000000000000000" pitchFamily="2" charset="2"/>
              <a:buChar char="o"/>
              <a:defRPr sz="2800" b="1">
                <a:solidFill>
                  <a:srgbClr val="0000FF"/>
                </a:solidFill>
                <a:latin typeface="Arial Narrow" panose="020B0606020202030204" pitchFamily="34" charset="0"/>
                <a:ea typeface="楷体_GB2312" charset="-122"/>
                <a:cs typeface="楷体_GB2312" charset="-122"/>
              </a:defRPr>
            </a:lvl5pPr>
          </a:lstStyle>
          <a:p>
            <a:pPr marL="0" lvl="0" indent="0">
              <a:spcBef>
                <a:spcPct val="0"/>
              </a:spcBef>
            </a:pPr>
            <a:r>
              <a:rPr lang="zh-CN" altLang="en-US" b="1" dirty="0">
                <a:solidFill>
                  <a:srgbClr val="000000"/>
                </a:solidFill>
              </a:rPr>
              <a:t>（</a:t>
            </a:r>
            <a:r>
              <a:rPr lang="en-US" altLang="zh-CN" b="1" dirty="0">
                <a:solidFill>
                  <a:srgbClr val="000000"/>
                </a:solidFill>
              </a:rPr>
              <a:t>3</a:t>
            </a:r>
            <a:r>
              <a:rPr lang="zh-CN" altLang="en-US" b="1" dirty="0">
                <a:solidFill>
                  <a:srgbClr val="000000"/>
                </a:solidFill>
              </a:rPr>
              <a:t>）状态表和状态图：</a:t>
            </a:r>
            <a:endParaRPr lang="en-US" altLang="zh-CN" b="1" dirty="0">
              <a:solidFill>
                <a:srgbClr val="000000"/>
              </a:solidFill>
            </a:endParaRPr>
          </a:p>
          <a:p>
            <a:pPr marL="0" lvl="0" indent="0">
              <a:spcBef>
                <a:spcPct val="0"/>
              </a:spcBef>
            </a:pPr>
            <a:r>
              <a:rPr lang="zh-CN" altLang="en-US" b="1" dirty="0">
                <a:solidFill>
                  <a:srgbClr val="000000"/>
                </a:solidFill>
              </a:rPr>
              <a:t>假设初始状态为</a:t>
            </a:r>
            <a:r>
              <a:rPr lang="en-US" altLang="zh-CN" b="1" i="1" dirty="0">
                <a:solidFill>
                  <a:srgbClr val="000000"/>
                </a:solidFill>
              </a:rPr>
              <a:t>q</a:t>
            </a:r>
            <a:r>
              <a:rPr lang="en-US" altLang="zh-CN" b="1" baseline="-25000" dirty="0">
                <a:solidFill>
                  <a:srgbClr val="000000"/>
                </a:solidFill>
              </a:rPr>
              <a:t>2</a:t>
            </a:r>
            <a:r>
              <a:rPr lang="en-US" altLang="zh-CN" b="1" i="1" dirty="0">
                <a:solidFill>
                  <a:srgbClr val="000000"/>
                </a:solidFill>
              </a:rPr>
              <a:t>q</a:t>
            </a:r>
            <a:r>
              <a:rPr lang="en-US" altLang="zh-CN" b="1" baseline="-25000" dirty="0">
                <a:solidFill>
                  <a:srgbClr val="000000"/>
                </a:solidFill>
              </a:rPr>
              <a:t>1</a:t>
            </a:r>
            <a:r>
              <a:rPr lang="en-US" altLang="zh-CN" b="1" dirty="0">
                <a:solidFill>
                  <a:srgbClr val="000000"/>
                </a:solidFill>
              </a:rPr>
              <a:t>=00</a:t>
            </a:r>
            <a:r>
              <a:rPr lang="zh-CN" altLang="en-US" b="1" dirty="0">
                <a:solidFill>
                  <a:srgbClr val="000000"/>
                </a:solidFill>
              </a:rPr>
              <a:t>，代入状态方程和输出方程：</a:t>
            </a:r>
            <a:endParaRPr lang="en-US" altLang="zh-CN" b="1" dirty="0">
              <a:solidFill>
                <a:srgbClr val="000000"/>
              </a:solidFill>
              <a:ea typeface="Times New Roman" panose="02020603050405020304" pitchFamily="18" charset="0"/>
            </a:endParaRPr>
          </a:p>
        </p:txBody>
      </p:sp>
      <p:grpSp>
        <p:nvGrpSpPr>
          <p:cNvPr id="213000" name="组合 16"/>
          <p:cNvGrpSpPr/>
          <p:nvPr/>
        </p:nvGrpSpPr>
        <p:grpSpPr>
          <a:xfrm>
            <a:off x="5449888" y="1985963"/>
            <a:ext cx="2516187" cy="1166812"/>
            <a:chOff x="2051050" y="3860800"/>
            <a:chExt cx="2516188" cy="1166813"/>
          </a:xfrm>
        </p:grpSpPr>
        <p:sp>
          <p:nvSpPr>
            <p:cNvPr id="213009" name="Text Box 4"/>
            <p:cNvSpPr txBox="1"/>
            <p:nvPr/>
          </p:nvSpPr>
          <p:spPr>
            <a:xfrm>
              <a:off x="2051050" y="3860800"/>
              <a:ext cx="2514601" cy="519113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>
              <a:lvl1pPr marL="342900" indent="-342900" algn="l" rtl="0" eaLnBrk="0" fontAlgn="base" hangingPunct="0">
                <a:lnSpc>
                  <a:spcPct val="130000"/>
                </a:lnSpc>
                <a:spcBef>
                  <a:spcPct val="20000"/>
                </a:spcBef>
                <a:spcAft>
                  <a:spcPct val="0"/>
                </a:spcAft>
                <a:defRPr sz="2400">
                  <a:solidFill>
                    <a:srgbClr val="0000FF"/>
                  </a:solidFill>
                  <a:latin typeface="Times New Roman" panose="02020603050405020304" pitchFamily="18" charset="0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lnSpc>
                  <a:spcPct val="13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0000CC"/>
                </a:buClr>
                <a:buSzPct val="80000"/>
                <a:buFont typeface="Wingdings" panose="05000000000000000000" pitchFamily="2" charset="2"/>
                <a:buChar char="o"/>
                <a:defRPr sz="3000" b="1">
                  <a:solidFill>
                    <a:srgbClr val="0000FF"/>
                  </a:solidFill>
                  <a:latin typeface="Arial Narrow" panose="020B0606020202030204" pitchFamily="34" charset="0"/>
                  <a:ea typeface="楷体_GB2312" charset="-122"/>
                  <a:cs typeface="楷体_GB2312" charset="-122"/>
                </a:defRPr>
              </a:lvl2pPr>
              <a:lvl3pPr marL="1143000" indent="-228600" algn="l" rtl="0" eaLnBrk="0" fontAlgn="base" hangingPunct="0">
                <a:lnSpc>
                  <a:spcPct val="13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0000CC"/>
                </a:buClr>
                <a:buSzPct val="80000"/>
                <a:buFont typeface="Wingdings" panose="05000000000000000000" pitchFamily="2" charset="2"/>
                <a:buChar char="n"/>
                <a:defRPr sz="3000" b="1">
                  <a:solidFill>
                    <a:srgbClr val="0000FF"/>
                  </a:solidFill>
                  <a:latin typeface="Arial Narrow" panose="020B0606020202030204" pitchFamily="34" charset="0"/>
                  <a:ea typeface="楷体_GB2312" charset="-122"/>
                  <a:cs typeface="楷体_GB2312" charset="-122"/>
                </a:defRPr>
              </a:lvl3pPr>
              <a:lvl4pPr marL="1600200" indent="-228600" algn="l" rtl="0" eaLnBrk="0" fontAlgn="base" hangingPunct="0">
                <a:lnSpc>
                  <a:spcPct val="13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0000CC"/>
                </a:buClr>
                <a:buSzPct val="80000"/>
                <a:buFont typeface="Wingdings" panose="05000000000000000000" pitchFamily="2" charset="2"/>
                <a:buChar char="o"/>
                <a:defRPr sz="2800" b="1">
                  <a:solidFill>
                    <a:srgbClr val="0000FF"/>
                  </a:solidFill>
                  <a:latin typeface="Arial Narrow" panose="020B0606020202030204" pitchFamily="34" charset="0"/>
                  <a:ea typeface="楷体_GB2312" charset="-122"/>
                  <a:cs typeface="楷体_GB2312" charset="-122"/>
                </a:defRPr>
              </a:lvl4pPr>
              <a:lvl5pPr marL="2057400" indent="-228600" algn="l" rtl="0" eaLnBrk="0" fontAlgn="base" hangingPunct="0">
                <a:lnSpc>
                  <a:spcPct val="13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0000CC"/>
                </a:buClr>
                <a:buSzPct val="80000"/>
                <a:buFont typeface="Wingdings" panose="05000000000000000000" pitchFamily="2" charset="2"/>
                <a:buChar char="o"/>
                <a:defRPr sz="2800" b="1">
                  <a:solidFill>
                    <a:srgbClr val="0000FF"/>
                  </a:solidFill>
                  <a:latin typeface="Arial Narrow" panose="020B0606020202030204" pitchFamily="34" charset="0"/>
                  <a:ea typeface="楷体_GB2312" charset="-122"/>
                  <a:cs typeface="楷体_GB2312" charset="-122"/>
                </a:defRPr>
              </a:lvl5pPr>
            </a:lstStyle>
            <a:p>
              <a:pPr marL="0" lvl="0" indent="0" eaLnBrk="1" hangingPunct="1">
                <a:lnSpc>
                  <a:spcPct val="100000"/>
                </a:lnSpc>
                <a:spcBef>
                  <a:spcPct val="5000"/>
                </a:spcBef>
              </a:pPr>
              <a:r>
                <a:rPr lang="en-US" altLang="zh-CN" sz="2800" b="1" i="1" dirty="0">
                  <a:solidFill>
                    <a:srgbClr val="000099"/>
                  </a:solidFill>
                  <a:ea typeface="楷体_GB2312" charset="-122"/>
                </a:rPr>
                <a:t>D</a:t>
              </a:r>
              <a:r>
                <a:rPr lang="en-US" altLang="zh-CN" sz="2800" b="1" baseline="-25000" dirty="0">
                  <a:solidFill>
                    <a:srgbClr val="000099"/>
                  </a:solidFill>
                  <a:ea typeface="楷体_GB2312" charset="-122"/>
                </a:rPr>
                <a:t>1 </a:t>
              </a:r>
              <a:r>
                <a:rPr lang="en-US" altLang="zh-CN" sz="2800" b="1" i="1" dirty="0">
                  <a:solidFill>
                    <a:srgbClr val="000099"/>
                  </a:solidFill>
                  <a:ea typeface="楷体_GB2312" charset="-122"/>
                </a:rPr>
                <a:t>= q</a:t>
              </a:r>
              <a:r>
                <a:rPr lang="en-US" altLang="zh-CN" sz="2800" b="1" baseline="-25000" dirty="0">
                  <a:solidFill>
                    <a:srgbClr val="000099"/>
                  </a:solidFill>
                  <a:ea typeface="楷体_GB2312" charset="-122"/>
                </a:rPr>
                <a:t>1</a:t>
              </a:r>
              <a:r>
                <a:rPr lang="en-US" altLang="zh-CN" sz="2800" b="1" i="1" dirty="0">
                  <a:solidFill>
                    <a:srgbClr val="000099"/>
                  </a:solidFill>
                  <a:ea typeface="楷体_GB2312" charset="-122"/>
                </a:rPr>
                <a:t>' </a:t>
              </a:r>
              <a:endParaRPr lang="en-US" altLang="zh-CN" sz="2800" b="1" dirty="0">
                <a:solidFill>
                  <a:srgbClr val="000099"/>
                </a:solidFill>
                <a:ea typeface="楷体_GB2312" charset="-122"/>
              </a:endParaRPr>
            </a:p>
          </p:txBody>
        </p:sp>
        <p:grpSp>
          <p:nvGrpSpPr>
            <p:cNvPr id="213010" name="Group 11"/>
            <p:cNvGrpSpPr/>
            <p:nvPr/>
          </p:nvGrpSpPr>
          <p:grpSpPr>
            <a:xfrm>
              <a:off x="2052638" y="4508500"/>
              <a:ext cx="2514600" cy="519113"/>
              <a:chOff x="1293" y="2840"/>
              <a:chExt cx="1584" cy="327"/>
            </a:xfrm>
          </p:grpSpPr>
          <p:sp>
            <p:nvSpPr>
              <p:cNvPr id="213011" name="Text Box 5"/>
              <p:cNvSpPr txBox="1"/>
              <p:nvPr/>
            </p:nvSpPr>
            <p:spPr>
              <a:xfrm>
                <a:off x="1293" y="2840"/>
                <a:ext cx="1584" cy="327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>
                <a:spAutoFit/>
              </a:bodyPr>
              <a:lstStyle>
                <a:lvl1pPr marL="342900" indent="-342900" algn="l" rtl="0" eaLnBrk="0" fontAlgn="base" hangingPunct="0">
                  <a:lnSpc>
                    <a:spcPct val="130000"/>
                  </a:lnSpc>
                  <a:spcBef>
                    <a:spcPct val="20000"/>
                  </a:spcBef>
                  <a:spcAft>
                    <a:spcPct val="0"/>
                  </a:spcAft>
                  <a:defRPr sz="2400">
                    <a:solidFill>
                      <a:srgbClr val="0000FF"/>
                    </a:solidFill>
                    <a:latin typeface="Times New Roman" panose="02020603050405020304" pitchFamily="18" charset="0"/>
                    <a:ea typeface="+mn-ea"/>
                    <a:cs typeface="+mn-cs"/>
                  </a:defRPr>
                </a:lvl1pPr>
                <a:lvl2pPr marL="742950" indent="-285750" algn="l" rtl="0" eaLnBrk="0" fontAlgn="base" hangingPunct="0">
                  <a:lnSpc>
                    <a:spcPct val="13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0000CC"/>
                  </a:buClr>
                  <a:buSzPct val="80000"/>
                  <a:buFont typeface="Wingdings" panose="05000000000000000000" pitchFamily="2" charset="2"/>
                  <a:buChar char="o"/>
                  <a:defRPr sz="3000" b="1">
                    <a:solidFill>
                      <a:srgbClr val="0000FF"/>
                    </a:solidFill>
                    <a:latin typeface="Arial Narrow" panose="020B0606020202030204" pitchFamily="34" charset="0"/>
                    <a:ea typeface="楷体_GB2312" charset="-122"/>
                    <a:cs typeface="楷体_GB2312" charset="-122"/>
                  </a:defRPr>
                </a:lvl2pPr>
                <a:lvl3pPr marL="1143000" indent="-228600" algn="l" rtl="0" eaLnBrk="0" fontAlgn="base" hangingPunct="0">
                  <a:lnSpc>
                    <a:spcPct val="13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0000CC"/>
                  </a:buClr>
                  <a:buSzPct val="80000"/>
                  <a:buFont typeface="Wingdings" panose="05000000000000000000" pitchFamily="2" charset="2"/>
                  <a:buChar char="n"/>
                  <a:defRPr sz="3000" b="1">
                    <a:solidFill>
                      <a:srgbClr val="0000FF"/>
                    </a:solidFill>
                    <a:latin typeface="Arial Narrow" panose="020B0606020202030204" pitchFamily="34" charset="0"/>
                    <a:ea typeface="楷体_GB2312" charset="-122"/>
                    <a:cs typeface="楷体_GB2312" charset="-122"/>
                  </a:defRPr>
                </a:lvl3pPr>
                <a:lvl4pPr marL="1600200" indent="-228600" algn="l" rtl="0" eaLnBrk="0" fontAlgn="base" hangingPunct="0">
                  <a:lnSpc>
                    <a:spcPct val="13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0000CC"/>
                  </a:buClr>
                  <a:buSzPct val="80000"/>
                  <a:buFont typeface="Wingdings" panose="05000000000000000000" pitchFamily="2" charset="2"/>
                  <a:buChar char="o"/>
                  <a:defRPr sz="2800" b="1">
                    <a:solidFill>
                      <a:srgbClr val="0000FF"/>
                    </a:solidFill>
                    <a:latin typeface="Arial Narrow" panose="020B0606020202030204" pitchFamily="34" charset="0"/>
                    <a:ea typeface="楷体_GB2312" charset="-122"/>
                    <a:cs typeface="楷体_GB2312" charset="-122"/>
                  </a:defRPr>
                </a:lvl4pPr>
                <a:lvl5pPr marL="2057400" indent="-228600" algn="l" rtl="0" eaLnBrk="0" fontAlgn="base" hangingPunct="0">
                  <a:lnSpc>
                    <a:spcPct val="13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0000CC"/>
                  </a:buClr>
                  <a:buSzPct val="80000"/>
                  <a:buFont typeface="Wingdings" panose="05000000000000000000" pitchFamily="2" charset="2"/>
                  <a:buChar char="o"/>
                  <a:defRPr sz="2800" b="1">
                    <a:solidFill>
                      <a:srgbClr val="0000FF"/>
                    </a:solidFill>
                    <a:latin typeface="Arial Narrow" panose="020B0606020202030204" pitchFamily="34" charset="0"/>
                    <a:ea typeface="楷体_GB2312" charset="-122"/>
                    <a:cs typeface="楷体_GB2312" charset="-122"/>
                  </a:defRPr>
                </a:lvl5pPr>
              </a:lstStyle>
              <a:p>
                <a:pPr marL="0" lvl="0" indent="0" eaLnBrk="1" hangingPunct="1">
                  <a:lnSpc>
                    <a:spcPct val="100000"/>
                  </a:lnSpc>
                  <a:spcBef>
                    <a:spcPct val="5000"/>
                  </a:spcBef>
                </a:pPr>
                <a:r>
                  <a:rPr lang="en-US" altLang="zh-CN" sz="2800" b="1" i="1" dirty="0">
                    <a:solidFill>
                      <a:srgbClr val="000099"/>
                    </a:solidFill>
                    <a:ea typeface="楷体_GB2312" charset="-122"/>
                  </a:rPr>
                  <a:t>D</a:t>
                </a:r>
                <a:r>
                  <a:rPr lang="en-US" altLang="zh-CN" sz="2800" b="1" baseline="-25000" dirty="0">
                    <a:solidFill>
                      <a:srgbClr val="000099"/>
                    </a:solidFill>
                    <a:ea typeface="楷体_GB2312" charset="-122"/>
                  </a:rPr>
                  <a:t>2</a:t>
                </a:r>
                <a:r>
                  <a:rPr lang="en-US" altLang="zh-CN" sz="2800" b="1" i="1" dirty="0">
                    <a:solidFill>
                      <a:srgbClr val="000099"/>
                    </a:solidFill>
                    <a:ea typeface="楷体_GB2312" charset="-122"/>
                  </a:rPr>
                  <a:t>= A + q</a:t>
                </a:r>
                <a:r>
                  <a:rPr lang="en-US" altLang="zh-CN" sz="2800" b="1" baseline="-25000" dirty="0">
                    <a:solidFill>
                      <a:srgbClr val="000099"/>
                    </a:solidFill>
                    <a:ea typeface="楷体_GB2312" charset="-122"/>
                  </a:rPr>
                  <a:t>1 </a:t>
                </a:r>
                <a:r>
                  <a:rPr lang="en-US" altLang="zh-CN" sz="2800" b="1" i="1" dirty="0">
                    <a:solidFill>
                      <a:srgbClr val="000099"/>
                    </a:solidFill>
                    <a:ea typeface="楷体_GB2312" charset="-122"/>
                  </a:rPr>
                  <a:t>+ q</a:t>
                </a:r>
                <a:r>
                  <a:rPr lang="en-US" altLang="zh-CN" sz="2800" b="1" baseline="-25000" dirty="0">
                    <a:solidFill>
                      <a:srgbClr val="000099"/>
                    </a:solidFill>
                    <a:ea typeface="楷体_GB2312" charset="-122"/>
                  </a:rPr>
                  <a:t>2</a:t>
                </a:r>
                <a:r>
                  <a:rPr lang="en-US" altLang="zh-CN" sz="2800" b="1" dirty="0">
                    <a:solidFill>
                      <a:srgbClr val="007A77"/>
                    </a:solidFill>
                    <a:ea typeface="楷体_GB2312" charset="-122"/>
                  </a:rPr>
                  <a:t> </a:t>
                </a:r>
                <a:endParaRPr lang="en-US" altLang="zh-CN" sz="2800" b="1" dirty="0">
                  <a:solidFill>
                    <a:srgbClr val="007A77"/>
                  </a:solidFill>
                  <a:ea typeface="楷体_GB2312" charset="-122"/>
                </a:endParaRPr>
              </a:p>
            </p:txBody>
          </p:sp>
          <p:sp>
            <p:nvSpPr>
              <p:cNvPr id="213012" name="Oval 8"/>
              <p:cNvSpPr/>
              <p:nvPr/>
            </p:nvSpPr>
            <p:spPr>
              <a:xfrm>
                <a:off x="1940" y="2919"/>
                <a:ext cx="181" cy="181"/>
              </a:xfrm>
              <a:prstGeom prst="ellipse">
                <a:avLst/>
              </a:prstGeom>
              <a:solidFill>
                <a:srgbClr val="FFFFFF">
                  <a:alpha val="0"/>
                </a:srgbClr>
              </a:solidFill>
              <a:ln w="34925" cap="flat" cmpd="sng">
                <a:solidFill>
                  <a:srgbClr val="000099"/>
                </a:solidFill>
                <a:prstDash val="solid"/>
                <a:headEnd type="none" w="med" len="med"/>
                <a:tailEnd type="none" w="med" len="med"/>
              </a:ln>
            </p:spPr>
            <p:txBody>
              <a:bodyPr wrap="none" anchor="ctr" anchorCtr="0"/>
              <a:lstStyle>
                <a:lvl1pPr marL="342900" indent="-342900" algn="l" rtl="0" eaLnBrk="0" fontAlgn="base" hangingPunct="0">
                  <a:lnSpc>
                    <a:spcPct val="130000"/>
                  </a:lnSpc>
                  <a:spcBef>
                    <a:spcPct val="20000"/>
                  </a:spcBef>
                  <a:spcAft>
                    <a:spcPct val="0"/>
                  </a:spcAft>
                  <a:defRPr sz="2400">
                    <a:solidFill>
                      <a:srgbClr val="0000FF"/>
                    </a:solidFill>
                    <a:latin typeface="Times New Roman" panose="02020603050405020304" pitchFamily="18" charset="0"/>
                    <a:ea typeface="+mn-ea"/>
                    <a:cs typeface="+mn-cs"/>
                  </a:defRPr>
                </a:lvl1pPr>
                <a:lvl2pPr marL="742950" indent="-285750" algn="l" rtl="0" eaLnBrk="0" fontAlgn="base" hangingPunct="0">
                  <a:lnSpc>
                    <a:spcPct val="13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0000CC"/>
                  </a:buClr>
                  <a:buSzPct val="80000"/>
                  <a:buFont typeface="Wingdings" panose="05000000000000000000" pitchFamily="2" charset="2"/>
                  <a:buChar char="o"/>
                  <a:defRPr sz="3000" b="1">
                    <a:solidFill>
                      <a:srgbClr val="0000FF"/>
                    </a:solidFill>
                    <a:latin typeface="Arial Narrow" panose="020B0606020202030204" pitchFamily="34" charset="0"/>
                    <a:ea typeface="楷体_GB2312" charset="-122"/>
                    <a:cs typeface="楷体_GB2312" charset="-122"/>
                  </a:defRPr>
                </a:lvl2pPr>
                <a:lvl3pPr marL="1143000" indent="-228600" algn="l" rtl="0" eaLnBrk="0" fontAlgn="base" hangingPunct="0">
                  <a:lnSpc>
                    <a:spcPct val="13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0000CC"/>
                  </a:buClr>
                  <a:buSzPct val="80000"/>
                  <a:buFont typeface="Wingdings" panose="05000000000000000000" pitchFamily="2" charset="2"/>
                  <a:buChar char="n"/>
                  <a:defRPr sz="3000" b="1">
                    <a:solidFill>
                      <a:srgbClr val="0000FF"/>
                    </a:solidFill>
                    <a:latin typeface="Arial Narrow" panose="020B0606020202030204" pitchFamily="34" charset="0"/>
                    <a:ea typeface="楷体_GB2312" charset="-122"/>
                    <a:cs typeface="楷体_GB2312" charset="-122"/>
                  </a:defRPr>
                </a:lvl3pPr>
                <a:lvl4pPr marL="1600200" indent="-228600" algn="l" rtl="0" eaLnBrk="0" fontAlgn="base" hangingPunct="0">
                  <a:lnSpc>
                    <a:spcPct val="13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0000CC"/>
                  </a:buClr>
                  <a:buSzPct val="80000"/>
                  <a:buFont typeface="Wingdings" panose="05000000000000000000" pitchFamily="2" charset="2"/>
                  <a:buChar char="o"/>
                  <a:defRPr sz="2800" b="1">
                    <a:solidFill>
                      <a:srgbClr val="0000FF"/>
                    </a:solidFill>
                    <a:latin typeface="Arial Narrow" panose="020B0606020202030204" pitchFamily="34" charset="0"/>
                    <a:ea typeface="楷体_GB2312" charset="-122"/>
                    <a:cs typeface="楷体_GB2312" charset="-122"/>
                  </a:defRPr>
                </a:lvl4pPr>
                <a:lvl5pPr marL="2057400" indent="-228600" algn="l" rtl="0" eaLnBrk="0" fontAlgn="base" hangingPunct="0">
                  <a:lnSpc>
                    <a:spcPct val="13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0000CC"/>
                  </a:buClr>
                  <a:buSzPct val="80000"/>
                  <a:buFont typeface="Wingdings" panose="05000000000000000000" pitchFamily="2" charset="2"/>
                  <a:buChar char="o"/>
                  <a:defRPr sz="2800" b="1">
                    <a:solidFill>
                      <a:srgbClr val="0000FF"/>
                    </a:solidFill>
                    <a:latin typeface="Arial Narrow" panose="020B0606020202030204" pitchFamily="34" charset="0"/>
                    <a:ea typeface="楷体_GB2312" charset="-122"/>
                    <a:cs typeface="楷体_GB2312" charset="-122"/>
                  </a:defRPr>
                </a:lvl5pPr>
              </a:lstStyle>
              <a:p>
                <a:pPr marL="0" lvl="0" indent="0" eaLnBrk="1" hangingPunct="1">
                  <a:lnSpc>
                    <a:spcPct val="100000"/>
                  </a:lnSpc>
                  <a:spcBef>
                    <a:spcPct val="0"/>
                  </a:spcBef>
                </a:pPr>
                <a:endParaRPr lang="zh-CN" altLang="en-US" b="1" dirty="0">
                  <a:solidFill>
                    <a:srgbClr val="007A77"/>
                  </a:solidFill>
                </a:endParaRPr>
              </a:p>
            </p:txBody>
          </p:sp>
          <p:sp>
            <p:nvSpPr>
              <p:cNvPr id="213013" name="Oval 9"/>
              <p:cNvSpPr/>
              <p:nvPr/>
            </p:nvSpPr>
            <p:spPr>
              <a:xfrm>
                <a:off x="2341" y="2920"/>
                <a:ext cx="181" cy="181"/>
              </a:xfrm>
              <a:prstGeom prst="ellipse">
                <a:avLst/>
              </a:prstGeom>
              <a:solidFill>
                <a:srgbClr val="FFFFFF">
                  <a:alpha val="0"/>
                </a:srgbClr>
              </a:solidFill>
              <a:ln w="34925" cap="flat" cmpd="sng">
                <a:solidFill>
                  <a:srgbClr val="000099"/>
                </a:solidFill>
                <a:prstDash val="solid"/>
                <a:headEnd type="none" w="med" len="med"/>
                <a:tailEnd type="none" w="med" len="med"/>
              </a:ln>
            </p:spPr>
            <p:txBody>
              <a:bodyPr wrap="none" anchor="ctr" anchorCtr="0"/>
              <a:lstStyle>
                <a:lvl1pPr marL="342900" indent="-342900" algn="l" rtl="0" eaLnBrk="0" fontAlgn="base" hangingPunct="0">
                  <a:lnSpc>
                    <a:spcPct val="130000"/>
                  </a:lnSpc>
                  <a:spcBef>
                    <a:spcPct val="20000"/>
                  </a:spcBef>
                  <a:spcAft>
                    <a:spcPct val="0"/>
                  </a:spcAft>
                  <a:defRPr sz="2400">
                    <a:solidFill>
                      <a:srgbClr val="0000FF"/>
                    </a:solidFill>
                    <a:latin typeface="Times New Roman" panose="02020603050405020304" pitchFamily="18" charset="0"/>
                    <a:ea typeface="+mn-ea"/>
                    <a:cs typeface="+mn-cs"/>
                  </a:defRPr>
                </a:lvl1pPr>
                <a:lvl2pPr marL="742950" indent="-285750" algn="l" rtl="0" eaLnBrk="0" fontAlgn="base" hangingPunct="0">
                  <a:lnSpc>
                    <a:spcPct val="13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0000CC"/>
                  </a:buClr>
                  <a:buSzPct val="80000"/>
                  <a:buFont typeface="Wingdings" panose="05000000000000000000" pitchFamily="2" charset="2"/>
                  <a:buChar char="o"/>
                  <a:defRPr sz="3000" b="1">
                    <a:solidFill>
                      <a:srgbClr val="0000FF"/>
                    </a:solidFill>
                    <a:latin typeface="Arial Narrow" panose="020B0606020202030204" pitchFamily="34" charset="0"/>
                    <a:ea typeface="楷体_GB2312" charset="-122"/>
                    <a:cs typeface="楷体_GB2312" charset="-122"/>
                  </a:defRPr>
                </a:lvl2pPr>
                <a:lvl3pPr marL="1143000" indent="-228600" algn="l" rtl="0" eaLnBrk="0" fontAlgn="base" hangingPunct="0">
                  <a:lnSpc>
                    <a:spcPct val="13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0000CC"/>
                  </a:buClr>
                  <a:buSzPct val="80000"/>
                  <a:buFont typeface="Wingdings" panose="05000000000000000000" pitchFamily="2" charset="2"/>
                  <a:buChar char="n"/>
                  <a:defRPr sz="3000" b="1">
                    <a:solidFill>
                      <a:srgbClr val="0000FF"/>
                    </a:solidFill>
                    <a:latin typeface="Arial Narrow" panose="020B0606020202030204" pitchFamily="34" charset="0"/>
                    <a:ea typeface="楷体_GB2312" charset="-122"/>
                    <a:cs typeface="楷体_GB2312" charset="-122"/>
                  </a:defRPr>
                </a:lvl3pPr>
                <a:lvl4pPr marL="1600200" indent="-228600" algn="l" rtl="0" eaLnBrk="0" fontAlgn="base" hangingPunct="0">
                  <a:lnSpc>
                    <a:spcPct val="13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0000CC"/>
                  </a:buClr>
                  <a:buSzPct val="80000"/>
                  <a:buFont typeface="Wingdings" panose="05000000000000000000" pitchFamily="2" charset="2"/>
                  <a:buChar char="o"/>
                  <a:defRPr sz="2800" b="1">
                    <a:solidFill>
                      <a:srgbClr val="0000FF"/>
                    </a:solidFill>
                    <a:latin typeface="Arial Narrow" panose="020B0606020202030204" pitchFamily="34" charset="0"/>
                    <a:ea typeface="楷体_GB2312" charset="-122"/>
                    <a:cs typeface="楷体_GB2312" charset="-122"/>
                  </a:defRPr>
                </a:lvl4pPr>
                <a:lvl5pPr marL="2057400" indent="-228600" algn="l" rtl="0" eaLnBrk="0" fontAlgn="base" hangingPunct="0">
                  <a:lnSpc>
                    <a:spcPct val="13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0000CC"/>
                  </a:buClr>
                  <a:buSzPct val="80000"/>
                  <a:buFont typeface="Wingdings" panose="05000000000000000000" pitchFamily="2" charset="2"/>
                  <a:buChar char="o"/>
                  <a:defRPr sz="2800" b="1">
                    <a:solidFill>
                      <a:srgbClr val="0000FF"/>
                    </a:solidFill>
                    <a:latin typeface="Arial Narrow" panose="020B0606020202030204" pitchFamily="34" charset="0"/>
                    <a:ea typeface="楷体_GB2312" charset="-122"/>
                    <a:cs typeface="楷体_GB2312" charset="-122"/>
                  </a:defRPr>
                </a:lvl5pPr>
              </a:lstStyle>
              <a:p>
                <a:pPr marL="0" lvl="0" indent="0" eaLnBrk="1" hangingPunct="1">
                  <a:lnSpc>
                    <a:spcPct val="100000"/>
                  </a:lnSpc>
                  <a:spcBef>
                    <a:spcPct val="0"/>
                  </a:spcBef>
                </a:pPr>
                <a:endParaRPr lang="zh-CN" altLang="en-US" b="1" dirty="0">
                  <a:solidFill>
                    <a:srgbClr val="007A77"/>
                  </a:solidFill>
                </a:endParaRPr>
              </a:p>
            </p:txBody>
          </p:sp>
        </p:grpSp>
      </p:grpSp>
      <p:grpSp>
        <p:nvGrpSpPr>
          <p:cNvPr id="213001" name="组合 4"/>
          <p:cNvGrpSpPr/>
          <p:nvPr/>
        </p:nvGrpSpPr>
        <p:grpSpPr>
          <a:xfrm>
            <a:off x="1425575" y="2111375"/>
            <a:ext cx="2473325" cy="1141413"/>
            <a:chOff x="1365790" y="1941217"/>
            <a:chExt cx="2473096" cy="1140143"/>
          </a:xfrm>
        </p:grpSpPr>
        <p:grpSp>
          <p:nvGrpSpPr>
            <p:cNvPr id="213004" name="组合 2"/>
            <p:cNvGrpSpPr/>
            <p:nvPr/>
          </p:nvGrpSpPr>
          <p:grpSpPr>
            <a:xfrm>
              <a:off x="1365790" y="1941217"/>
              <a:ext cx="2473096" cy="1140143"/>
              <a:chOff x="611188" y="2195003"/>
              <a:chExt cx="2473096" cy="1140143"/>
            </a:xfrm>
          </p:grpSpPr>
          <p:sp>
            <p:nvSpPr>
              <p:cNvPr id="213007" name="Text Box 16"/>
              <p:cNvSpPr txBox="1"/>
              <p:nvPr/>
            </p:nvSpPr>
            <p:spPr>
              <a:xfrm>
                <a:off x="611188" y="2195003"/>
                <a:ext cx="2180686" cy="492443"/>
              </a:xfrm>
              <a:prstGeom prst="rect">
                <a:avLst/>
              </a:prstGeom>
              <a:solidFill>
                <a:schemeClr val="bg1"/>
              </a:solidFill>
              <a:ln w="9525">
                <a:noFill/>
              </a:ln>
            </p:spPr>
            <p:txBody>
              <a:bodyPr>
                <a:spAutoFit/>
              </a:bodyPr>
              <a:lstStyle>
                <a:lvl1pPr marL="342900" indent="-342900" algn="l" rtl="0" eaLnBrk="0" fontAlgn="base" hangingPunct="0">
                  <a:lnSpc>
                    <a:spcPct val="130000"/>
                  </a:lnSpc>
                  <a:spcBef>
                    <a:spcPct val="20000"/>
                  </a:spcBef>
                  <a:spcAft>
                    <a:spcPct val="0"/>
                  </a:spcAft>
                  <a:defRPr sz="2400">
                    <a:solidFill>
                      <a:srgbClr val="0000FF"/>
                    </a:solidFill>
                    <a:latin typeface="Times New Roman" panose="02020603050405020304" pitchFamily="18" charset="0"/>
                    <a:ea typeface="+mn-ea"/>
                    <a:cs typeface="+mn-cs"/>
                  </a:defRPr>
                </a:lvl1pPr>
                <a:lvl2pPr marL="742950" indent="-285750" algn="l" rtl="0" eaLnBrk="0" fontAlgn="base" hangingPunct="0">
                  <a:lnSpc>
                    <a:spcPct val="13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0000CC"/>
                  </a:buClr>
                  <a:buSzPct val="80000"/>
                  <a:buFont typeface="Wingdings" panose="05000000000000000000" pitchFamily="2" charset="2"/>
                  <a:buChar char="o"/>
                  <a:defRPr sz="3000" b="1">
                    <a:solidFill>
                      <a:srgbClr val="0000FF"/>
                    </a:solidFill>
                    <a:latin typeface="Arial Narrow" panose="020B0606020202030204" pitchFamily="34" charset="0"/>
                    <a:ea typeface="楷体_GB2312" charset="-122"/>
                    <a:cs typeface="楷体_GB2312" charset="-122"/>
                  </a:defRPr>
                </a:lvl2pPr>
                <a:lvl3pPr marL="1143000" indent="-228600" algn="l" rtl="0" eaLnBrk="0" fontAlgn="base" hangingPunct="0">
                  <a:lnSpc>
                    <a:spcPct val="13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0000CC"/>
                  </a:buClr>
                  <a:buSzPct val="80000"/>
                  <a:buFont typeface="Wingdings" panose="05000000000000000000" pitchFamily="2" charset="2"/>
                  <a:buChar char="n"/>
                  <a:defRPr sz="3000" b="1">
                    <a:solidFill>
                      <a:srgbClr val="0000FF"/>
                    </a:solidFill>
                    <a:latin typeface="Arial Narrow" panose="020B0606020202030204" pitchFamily="34" charset="0"/>
                    <a:ea typeface="楷体_GB2312" charset="-122"/>
                    <a:cs typeface="楷体_GB2312" charset="-122"/>
                  </a:defRPr>
                </a:lvl3pPr>
                <a:lvl4pPr marL="1600200" indent="-228600" algn="l" rtl="0" eaLnBrk="0" fontAlgn="base" hangingPunct="0">
                  <a:lnSpc>
                    <a:spcPct val="13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0000CC"/>
                  </a:buClr>
                  <a:buSzPct val="80000"/>
                  <a:buFont typeface="Wingdings" panose="05000000000000000000" pitchFamily="2" charset="2"/>
                  <a:buChar char="o"/>
                  <a:defRPr sz="2800" b="1">
                    <a:solidFill>
                      <a:srgbClr val="0000FF"/>
                    </a:solidFill>
                    <a:latin typeface="Arial Narrow" panose="020B0606020202030204" pitchFamily="34" charset="0"/>
                    <a:ea typeface="楷体_GB2312" charset="-122"/>
                    <a:cs typeface="楷体_GB2312" charset="-122"/>
                  </a:defRPr>
                </a:lvl4pPr>
                <a:lvl5pPr marL="2057400" indent="-228600" algn="l" rtl="0" eaLnBrk="0" fontAlgn="base" hangingPunct="0">
                  <a:lnSpc>
                    <a:spcPct val="13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0000CC"/>
                  </a:buClr>
                  <a:buSzPct val="80000"/>
                  <a:buFont typeface="Wingdings" panose="05000000000000000000" pitchFamily="2" charset="2"/>
                  <a:buChar char="o"/>
                  <a:defRPr sz="2800" b="1">
                    <a:solidFill>
                      <a:srgbClr val="0000FF"/>
                    </a:solidFill>
                    <a:latin typeface="Arial Narrow" panose="020B0606020202030204" pitchFamily="34" charset="0"/>
                    <a:ea typeface="楷体_GB2312" charset="-122"/>
                    <a:cs typeface="楷体_GB2312" charset="-122"/>
                  </a:defRPr>
                </a:lvl5pPr>
              </a:lstStyle>
              <a:p>
                <a:pPr marL="0" lvl="0" indent="0" eaLnBrk="1" hangingPunct="1">
                  <a:lnSpc>
                    <a:spcPct val="100000"/>
                  </a:lnSpc>
                  <a:spcBef>
                    <a:spcPct val="5000"/>
                  </a:spcBef>
                </a:pPr>
                <a:r>
                  <a:rPr lang="en-US" altLang="zh-CN" sz="2600" b="1" i="1" dirty="0">
                    <a:solidFill>
                      <a:srgbClr val="000099"/>
                    </a:solidFill>
                    <a:ea typeface="楷体_GB2312" charset="-122"/>
                  </a:rPr>
                  <a:t>Q</a:t>
                </a:r>
                <a:r>
                  <a:rPr lang="en-US" altLang="zh-CN" sz="2600" b="1" baseline="-25000" dirty="0">
                    <a:solidFill>
                      <a:srgbClr val="000099"/>
                    </a:solidFill>
                    <a:ea typeface="楷体_GB2312" charset="-122"/>
                  </a:rPr>
                  <a:t>1 </a:t>
                </a:r>
                <a:r>
                  <a:rPr lang="en-US" altLang="zh-CN" sz="2600" b="1" i="1" dirty="0">
                    <a:solidFill>
                      <a:srgbClr val="000099"/>
                    </a:solidFill>
                    <a:ea typeface="楷体_GB2312" charset="-122"/>
                  </a:rPr>
                  <a:t>=  q'</a:t>
                </a:r>
                <a:r>
                  <a:rPr lang="en-US" altLang="zh-CN" sz="2600" b="1" baseline="-25000" dirty="0">
                    <a:solidFill>
                      <a:srgbClr val="000099"/>
                    </a:solidFill>
                    <a:ea typeface="楷体_GB2312" charset="-122"/>
                  </a:rPr>
                  <a:t>1</a:t>
                </a:r>
                <a:endParaRPr lang="en-US" altLang="zh-CN" sz="2600" b="1" dirty="0">
                  <a:solidFill>
                    <a:srgbClr val="000099"/>
                  </a:solidFill>
                  <a:ea typeface="楷体_GB2312" charset="-122"/>
                </a:endParaRPr>
              </a:p>
            </p:txBody>
          </p:sp>
          <p:sp>
            <p:nvSpPr>
              <p:cNvPr id="213008" name="Text Box 17"/>
              <p:cNvSpPr txBox="1"/>
              <p:nvPr/>
            </p:nvSpPr>
            <p:spPr>
              <a:xfrm>
                <a:off x="612775" y="2842703"/>
                <a:ext cx="2471509" cy="492443"/>
              </a:xfrm>
              <a:prstGeom prst="rect">
                <a:avLst/>
              </a:prstGeom>
              <a:solidFill>
                <a:schemeClr val="bg1"/>
              </a:solidFill>
              <a:ln w="9525">
                <a:noFill/>
              </a:ln>
            </p:spPr>
            <p:txBody>
              <a:bodyPr>
                <a:spAutoFit/>
              </a:bodyPr>
              <a:lstStyle>
                <a:lvl1pPr marL="342900" indent="-342900" algn="l" rtl="0" eaLnBrk="0" fontAlgn="base" hangingPunct="0">
                  <a:lnSpc>
                    <a:spcPct val="130000"/>
                  </a:lnSpc>
                  <a:spcBef>
                    <a:spcPct val="20000"/>
                  </a:spcBef>
                  <a:spcAft>
                    <a:spcPct val="0"/>
                  </a:spcAft>
                  <a:defRPr sz="2400">
                    <a:solidFill>
                      <a:srgbClr val="0000FF"/>
                    </a:solidFill>
                    <a:latin typeface="Times New Roman" panose="02020603050405020304" pitchFamily="18" charset="0"/>
                    <a:ea typeface="+mn-ea"/>
                    <a:cs typeface="+mn-cs"/>
                  </a:defRPr>
                </a:lvl1pPr>
                <a:lvl2pPr marL="742950" indent="-285750" algn="l" rtl="0" eaLnBrk="0" fontAlgn="base" hangingPunct="0">
                  <a:lnSpc>
                    <a:spcPct val="13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0000CC"/>
                  </a:buClr>
                  <a:buSzPct val="80000"/>
                  <a:buFont typeface="Wingdings" panose="05000000000000000000" pitchFamily="2" charset="2"/>
                  <a:buChar char="o"/>
                  <a:defRPr sz="3000" b="1">
                    <a:solidFill>
                      <a:srgbClr val="0000FF"/>
                    </a:solidFill>
                    <a:latin typeface="Arial Narrow" panose="020B0606020202030204" pitchFamily="34" charset="0"/>
                    <a:ea typeface="楷体_GB2312" charset="-122"/>
                    <a:cs typeface="楷体_GB2312" charset="-122"/>
                  </a:defRPr>
                </a:lvl2pPr>
                <a:lvl3pPr marL="1143000" indent="-228600" algn="l" rtl="0" eaLnBrk="0" fontAlgn="base" hangingPunct="0">
                  <a:lnSpc>
                    <a:spcPct val="13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0000CC"/>
                  </a:buClr>
                  <a:buSzPct val="80000"/>
                  <a:buFont typeface="Wingdings" panose="05000000000000000000" pitchFamily="2" charset="2"/>
                  <a:buChar char="n"/>
                  <a:defRPr sz="3000" b="1">
                    <a:solidFill>
                      <a:srgbClr val="0000FF"/>
                    </a:solidFill>
                    <a:latin typeface="Arial Narrow" panose="020B0606020202030204" pitchFamily="34" charset="0"/>
                    <a:ea typeface="楷体_GB2312" charset="-122"/>
                    <a:cs typeface="楷体_GB2312" charset="-122"/>
                  </a:defRPr>
                </a:lvl3pPr>
                <a:lvl4pPr marL="1600200" indent="-228600" algn="l" rtl="0" eaLnBrk="0" fontAlgn="base" hangingPunct="0">
                  <a:lnSpc>
                    <a:spcPct val="13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0000CC"/>
                  </a:buClr>
                  <a:buSzPct val="80000"/>
                  <a:buFont typeface="Wingdings" panose="05000000000000000000" pitchFamily="2" charset="2"/>
                  <a:buChar char="o"/>
                  <a:defRPr sz="2800" b="1">
                    <a:solidFill>
                      <a:srgbClr val="0000FF"/>
                    </a:solidFill>
                    <a:latin typeface="Arial Narrow" panose="020B0606020202030204" pitchFamily="34" charset="0"/>
                    <a:ea typeface="楷体_GB2312" charset="-122"/>
                    <a:cs typeface="楷体_GB2312" charset="-122"/>
                  </a:defRPr>
                </a:lvl4pPr>
                <a:lvl5pPr marL="2057400" indent="-228600" algn="l" rtl="0" eaLnBrk="0" fontAlgn="base" hangingPunct="0">
                  <a:lnSpc>
                    <a:spcPct val="13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0000CC"/>
                  </a:buClr>
                  <a:buSzPct val="80000"/>
                  <a:buFont typeface="Wingdings" panose="05000000000000000000" pitchFamily="2" charset="2"/>
                  <a:buChar char="o"/>
                  <a:defRPr sz="2800" b="1">
                    <a:solidFill>
                      <a:srgbClr val="0000FF"/>
                    </a:solidFill>
                    <a:latin typeface="Arial Narrow" panose="020B0606020202030204" pitchFamily="34" charset="0"/>
                    <a:ea typeface="楷体_GB2312" charset="-122"/>
                    <a:cs typeface="楷体_GB2312" charset="-122"/>
                  </a:defRPr>
                </a:lvl5pPr>
              </a:lstStyle>
              <a:p>
                <a:pPr marL="0" lvl="0" indent="0" eaLnBrk="1" hangingPunct="1">
                  <a:lnSpc>
                    <a:spcPct val="100000"/>
                  </a:lnSpc>
                  <a:spcBef>
                    <a:spcPct val="5000"/>
                  </a:spcBef>
                </a:pPr>
                <a:r>
                  <a:rPr lang="en-US" altLang="zh-CN" sz="2600" b="1" i="1" dirty="0">
                    <a:solidFill>
                      <a:srgbClr val="000099"/>
                    </a:solidFill>
                    <a:ea typeface="楷体_GB2312" charset="-122"/>
                  </a:rPr>
                  <a:t>Q</a:t>
                </a:r>
                <a:r>
                  <a:rPr lang="en-US" altLang="zh-CN" sz="2600" b="1" baseline="-25000" dirty="0">
                    <a:solidFill>
                      <a:srgbClr val="000099"/>
                    </a:solidFill>
                    <a:ea typeface="楷体_GB2312" charset="-122"/>
                  </a:rPr>
                  <a:t>2 </a:t>
                </a:r>
                <a:r>
                  <a:rPr lang="en-US" altLang="zh-CN" sz="2600" b="1" i="1" dirty="0">
                    <a:solidFill>
                      <a:srgbClr val="000099"/>
                    </a:solidFill>
                    <a:ea typeface="楷体_GB2312" charset="-122"/>
                  </a:rPr>
                  <a:t>= </a:t>
                </a:r>
                <a:r>
                  <a:rPr lang="en-US" altLang="zh-CN" b="1" i="1" dirty="0">
                    <a:solidFill>
                      <a:srgbClr val="000099"/>
                    </a:solidFill>
                    <a:ea typeface="楷体_GB2312" charset="-122"/>
                  </a:rPr>
                  <a:t>A + q</a:t>
                </a:r>
                <a:r>
                  <a:rPr lang="en-US" altLang="zh-CN" b="1" baseline="-25000" dirty="0">
                    <a:solidFill>
                      <a:srgbClr val="000099"/>
                    </a:solidFill>
                    <a:ea typeface="楷体_GB2312" charset="-122"/>
                  </a:rPr>
                  <a:t>1 </a:t>
                </a:r>
                <a:r>
                  <a:rPr lang="en-US" altLang="zh-CN" b="1" i="1" dirty="0">
                    <a:solidFill>
                      <a:srgbClr val="000099"/>
                    </a:solidFill>
                    <a:ea typeface="楷体_GB2312" charset="-122"/>
                  </a:rPr>
                  <a:t>+ q</a:t>
                </a:r>
                <a:r>
                  <a:rPr lang="en-US" altLang="zh-CN" b="1" baseline="-25000" dirty="0">
                    <a:solidFill>
                      <a:srgbClr val="000099"/>
                    </a:solidFill>
                    <a:ea typeface="楷体_GB2312" charset="-122"/>
                  </a:rPr>
                  <a:t>2</a:t>
                </a:r>
                <a:r>
                  <a:rPr lang="en-US" altLang="zh-CN" b="1" dirty="0">
                    <a:solidFill>
                      <a:srgbClr val="007A77"/>
                    </a:solidFill>
                    <a:ea typeface="楷体_GB2312" charset="-122"/>
                  </a:rPr>
                  <a:t> </a:t>
                </a:r>
                <a:endParaRPr lang="en-US" altLang="zh-CN" sz="2600" b="1" dirty="0">
                  <a:solidFill>
                    <a:srgbClr val="007A77"/>
                  </a:solidFill>
                </a:endParaRPr>
              </a:p>
            </p:txBody>
          </p:sp>
        </p:grpSp>
        <p:sp>
          <p:nvSpPr>
            <p:cNvPr id="213005" name="Oval 8"/>
            <p:cNvSpPr/>
            <p:nvPr/>
          </p:nvSpPr>
          <p:spPr>
            <a:xfrm>
              <a:off x="2358403" y="2730014"/>
              <a:ext cx="252000" cy="252000"/>
            </a:xfrm>
            <a:prstGeom prst="ellipse">
              <a:avLst/>
            </a:prstGeom>
            <a:solidFill>
              <a:srgbClr val="FFFFFF">
                <a:alpha val="0"/>
              </a:srgbClr>
            </a:solidFill>
            <a:ln w="34925" cap="flat" cmpd="sng">
              <a:solidFill>
                <a:srgbClr val="000099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lnSpc>
                  <a:spcPct val="130000"/>
                </a:lnSpc>
                <a:spcBef>
                  <a:spcPct val="20000"/>
                </a:spcBef>
                <a:spcAft>
                  <a:spcPct val="0"/>
                </a:spcAft>
                <a:defRPr sz="2400">
                  <a:solidFill>
                    <a:srgbClr val="0000FF"/>
                  </a:solidFill>
                  <a:latin typeface="Times New Roman" panose="02020603050405020304" pitchFamily="18" charset="0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lnSpc>
                  <a:spcPct val="13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0000CC"/>
                </a:buClr>
                <a:buSzPct val="80000"/>
                <a:buFont typeface="Wingdings" panose="05000000000000000000" pitchFamily="2" charset="2"/>
                <a:buChar char="o"/>
                <a:defRPr sz="3000" b="1">
                  <a:solidFill>
                    <a:srgbClr val="0000FF"/>
                  </a:solidFill>
                  <a:latin typeface="Arial Narrow" panose="020B0606020202030204" pitchFamily="34" charset="0"/>
                  <a:ea typeface="楷体_GB2312" charset="-122"/>
                  <a:cs typeface="楷体_GB2312" charset="-122"/>
                </a:defRPr>
              </a:lvl2pPr>
              <a:lvl3pPr marL="1143000" indent="-228600" algn="l" rtl="0" eaLnBrk="0" fontAlgn="base" hangingPunct="0">
                <a:lnSpc>
                  <a:spcPct val="13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0000CC"/>
                </a:buClr>
                <a:buSzPct val="80000"/>
                <a:buFont typeface="Wingdings" panose="05000000000000000000" pitchFamily="2" charset="2"/>
                <a:buChar char="n"/>
                <a:defRPr sz="3000" b="1">
                  <a:solidFill>
                    <a:srgbClr val="0000FF"/>
                  </a:solidFill>
                  <a:latin typeface="Arial Narrow" panose="020B0606020202030204" pitchFamily="34" charset="0"/>
                  <a:ea typeface="楷体_GB2312" charset="-122"/>
                  <a:cs typeface="楷体_GB2312" charset="-122"/>
                </a:defRPr>
              </a:lvl3pPr>
              <a:lvl4pPr marL="1600200" indent="-228600" algn="l" rtl="0" eaLnBrk="0" fontAlgn="base" hangingPunct="0">
                <a:lnSpc>
                  <a:spcPct val="13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0000CC"/>
                </a:buClr>
                <a:buSzPct val="80000"/>
                <a:buFont typeface="Wingdings" panose="05000000000000000000" pitchFamily="2" charset="2"/>
                <a:buChar char="o"/>
                <a:defRPr sz="2800" b="1">
                  <a:solidFill>
                    <a:srgbClr val="0000FF"/>
                  </a:solidFill>
                  <a:latin typeface="Arial Narrow" panose="020B0606020202030204" pitchFamily="34" charset="0"/>
                  <a:ea typeface="楷体_GB2312" charset="-122"/>
                  <a:cs typeface="楷体_GB2312" charset="-122"/>
                </a:defRPr>
              </a:lvl4pPr>
              <a:lvl5pPr marL="2057400" indent="-228600" algn="l" rtl="0" eaLnBrk="0" fontAlgn="base" hangingPunct="0">
                <a:lnSpc>
                  <a:spcPct val="13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0000CC"/>
                </a:buClr>
                <a:buSzPct val="80000"/>
                <a:buFont typeface="Wingdings" panose="05000000000000000000" pitchFamily="2" charset="2"/>
                <a:buChar char="o"/>
                <a:defRPr sz="2800" b="1">
                  <a:solidFill>
                    <a:srgbClr val="0000FF"/>
                  </a:solidFill>
                  <a:latin typeface="Arial Narrow" panose="020B0606020202030204" pitchFamily="34" charset="0"/>
                  <a:ea typeface="楷体_GB2312" charset="-122"/>
                  <a:cs typeface="楷体_GB2312" charset="-122"/>
                </a:defRPr>
              </a:lvl5pPr>
            </a:lstStyle>
            <a:p>
              <a:pPr marL="0" lvl="0" indent="0" eaLnBrk="1" hangingPunct="1">
                <a:lnSpc>
                  <a:spcPct val="100000"/>
                </a:lnSpc>
                <a:spcBef>
                  <a:spcPct val="0"/>
                </a:spcBef>
              </a:pPr>
              <a:endParaRPr lang="zh-CN" altLang="en-US" b="1" dirty="0">
                <a:solidFill>
                  <a:srgbClr val="007A77"/>
                </a:solidFill>
              </a:endParaRPr>
            </a:p>
          </p:txBody>
        </p:sp>
        <p:sp>
          <p:nvSpPr>
            <p:cNvPr id="213006" name="Oval 8"/>
            <p:cNvSpPr/>
            <p:nvPr/>
          </p:nvSpPr>
          <p:spPr>
            <a:xfrm>
              <a:off x="2917668" y="2733370"/>
              <a:ext cx="252000" cy="252000"/>
            </a:xfrm>
            <a:prstGeom prst="ellipse">
              <a:avLst/>
            </a:prstGeom>
            <a:solidFill>
              <a:srgbClr val="FFFFFF">
                <a:alpha val="0"/>
              </a:srgbClr>
            </a:solidFill>
            <a:ln w="34925" cap="flat" cmpd="sng">
              <a:solidFill>
                <a:srgbClr val="000099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lnSpc>
                  <a:spcPct val="130000"/>
                </a:lnSpc>
                <a:spcBef>
                  <a:spcPct val="20000"/>
                </a:spcBef>
                <a:spcAft>
                  <a:spcPct val="0"/>
                </a:spcAft>
                <a:defRPr sz="2400">
                  <a:solidFill>
                    <a:srgbClr val="0000FF"/>
                  </a:solidFill>
                  <a:latin typeface="Times New Roman" panose="02020603050405020304" pitchFamily="18" charset="0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lnSpc>
                  <a:spcPct val="13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0000CC"/>
                </a:buClr>
                <a:buSzPct val="80000"/>
                <a:buFont typeface="Wingdings" panose="05000000000000000000" pitchFamily="2" charset="2"/>
                <a:buChar char="o"/>
                <a:defRPr sz="3000" b="1">
                  <a:solidFill>
                    <a:srgbClr val="0000FF"/>
                  </a:solidFill>
                  <a:latin typeface="Arial Narrow" panose="020B0606020202030204" pitchFamily="34" charset="0"/>
                  <a:ea typeface="楷体_GB2312" charset="-122"/>
                  <a:cs typeface="楷体_GB2312" charset="-122"/>
                </a:defRPr>
              </a:lvl2pPr>
              <a:lvl3pPr marL="1143000" indent="-228600" algn="l" rtl="0" eaLnBrk="0" fontAlgn="base" hangingPunct="0">
                <a:lnSpc>
                  <a:spcPct val="13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0000CC"/>
                </a:buClr>
                <a:buSzPct val="80000"/>
                <a:buFont typeface="Wingdings" panose="05000000000000000000" pitchFamily="2" charset="2"/>
                <a:buChar char="n"/>
                <a:defRPr sz="3000" b="1">
                  <a:solidFill>
                    <a:srgbClr val="0000FF"/>
                  </a:solidFill>
                  <a:latin typeface="Arial Narrow" panose="020B0606020202030204" pitchFamily="34" charset="0"/>
                  <a:ea typeface="楷体_GB2312" charset="-122"/>
                  <a:cs typeface="楷体_GB2312" charset="-122"/>
                </a:defRPr>
              </a:lvl3pPr>
              <a:lvl4pPr marL="1600200" indent="-228600" algn="l" rtl="0" eaLnBrk="0" fontAlgn="base" hangingPunct="0">
                <a:lnSpc>
                  <a:spcPct val="13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0000CC"/>
                </a:buClr>
                <a:buSzPct val="80000"/>
                <a:buFont typeface="Wingdings" panose="05000000000000000000" pitchFamily="2" charset="2"/>
                <a:buChar char="o"/>
                <a:defRPr sz="2800" b="1">
                  <a:solidFill>
                    <a:srgbClr val="0000FF"/>
                  </a:solidFill>
                  <a:latin typeface="Arial Narrow" panose="020B0606020202030204" pitchFamily="34" charset="0"/>
                  <a:ea typeface="楷体_GB2312" charset="-122"/>
                  <a:cs typeface="楷体_GB2312" charset="-122"/>
                </a:defRPr>
              </a:lvl4pPr>
              <a:lvl5pPr marL="2057400" indent="-228600" algn="l" rtl="0" eaLnBrk="0" fontAlgn="base" hangingPunct="0">
                <a:lnSpc>
                  <a:spcPct val="13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0000CC"/>
                </a:buClr>
                <a:buSzPct val="80000"/>
                <a:buFont typeface="Wingdings" panose="05000000000000000000" pitchFamily="2" charset="2"/>
                <a:buChar char="o"/>
                <a:defRPr sz="2800" b="1">
                  <a:solidFill>
                    <a:srgbClr val="0000FF"/>
                  </a:solidFill>
                  <a:latin typeface="Arial Narrow" panose="020B0606020202030204" pitchFamily="34" charset="0"/>
                  <a:ea typeface="楷体_GB2312" charset="-122"/>
                  <a:cs typeface="楷体_GB2312" charset="-122"/>
                </a:defRPr>
              </a:lvl5pPr>
            </a:lstStyle>
            <a:p>
              <a:pPr marL="0" lvl="0" indent="0" eaLnBrk="1" hangingPunct="1">
                <a:lnSpc>
                  <a:spcPct val="100000"/>
                </a:lnSpc>
                <a:spcBef>
                  <a:spcPct val="0"/>
                </a:spcBef>
              </a:pPr>
              <a:endParaRPr lang="zh-CN" altLang="en-US" b="1" dirty="0">
                <a:solidFill>
                  <a:srgbClr val="007A77"/>
                </a:solidFill>
              </a:endParaRPr>
            </a:p>
          </p:txBody>
        </p:sp>
      </p:grpSp>
      <p:sp>
        <p:nvSpPr>
          <p:cNvPr id="213002" name="Text Box 12"/>
          <p:cNvSpPr txBox="1"/>
          <p:nvPr/>
        </p:nvSpPr>
        <p:spPr>
          <a:xfrm>
            <a:off x="3103563" y="3752850"/>
            <a:ext cx="4679950" cy="995363"/>
          </a:xfrm>
          <a:prstGeom prst="rect">
            <a:avLst/>
          </a:prstGeom>
          <a:solidFill>
            <a:schemeClr val="bg1"/>
          </a:solidFill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lnSpc>
                <a:spcPct val="130000"/>
              </a:lnSpc>
              <a:spcBef>
                <a:spcPct val="20000"/>
              </a:spcBef>
              <a:spcAft>
                <a:spcPct val="0"/>
              </a:spcAft>
              <a:defRPr sz="2400">
                <a:solidFill>
                  <a:srgbClr val="0000FF"/>
                </a:solidFill>
                <a:latin typeface="Times New Roman" panose="02020603050405020304" pitchFamily="18" charset="0"/>
                <a:ea typeface="+mn-ea"/>
                <a:cs typeface="+mn-cs"/>
              </a:defRPr>
            </a:lvl1pPr>
            <a:lvl2pPr marL="742950" indent="-285750" algn="l" rtl="0" eaLnBrk="0" fontAlgn="base" hangingPunct="0">
              <a:lnSpc>
                <a:spcPct val="130000"/>
              </a:lnSpc>
              <a:spcBef>
                <a:spcPct val="20000"/>
              </a:spcBef>
              <a:spcAft>
                <a:spcPct val="0"/>
              </a:spcAft>
              <a:buClr>
                <a:srgbClr val="0000CC"/>
              </a:buClr>
              <a:buSzPct val="80000"/>
              <a:buFont typeface="Wingdings" panose="05000000000000000000" pitchFamily="2" charset="2"/>
              <a:buChar char="o"/>
              <a:defRPr sz="3000" b="1">
                <a:solidFill>
                  <a:srgbClr val="0000FF"/>
                </a:solidFill>
                <a:latin typeface="Arial Narrow" panose="020B0606020202030204" pitchFamily="34" charset="0"/>
                <a:ea typeface="楷体_GB2312" charset="-122"/>
                <a:cs typeface="楷体_GB2312" charset="-122"/>
              </a:defRPr>
            </a:lvl2pPr>
            <a:lvl3pPr marL="1143000" indent="-228600" algn="l" rtl="0" eaLnBrk="0" fontAlgn="base" hangingPunct="0">
              <a:lnSpc>
                <a:spcPct val="130000"/>
              </a:lnSpc>
              <a:spcBef>
                <a:spcPct val="20000"/>
              </a:spcBef>
              <a:spcAft>
                <a:spcPct val="0"/>
              </a:spcAft>
              <a:buClr>
                <a:srgbClr val="0000CC"/>
              </a:buClr>
              <a:buSzPct val="80000"/>
              <a:buFont typeface="Wingdings" panose="05000000000000000000" pitchFamily="2" charset="2"/>
              <a:buChar char="n"/>
              <a:defRPr sz="3000" b="1">
                <a:solidFill>
                  <a:srgbClr val="0000FF"/>
                </a:solidFill>
                <a:latin typeface="Arial Narrow" panose="020B0606020202030204" pitchFamily="34" charset="0"/>
                <a:ea typeface="楷体_GB2312" charset="-122"/>
                <a:cs typeface="楷体_GB2312" charset="-122"/>
              </a:defRPr>
            </a:lvl3pPr>
            <a:lvl4pPr marL="1600200" indent="-228600" algn="l" rtl="0" eaLnBrk="0" fontAlgn="base" hangingPunct="0">
              <a:lnSpc>
                <a:spcPct val="130000"/>
              </a:lnSpc>
              <a:spcBef>
                <a:spcPct val="20000"/>
              </a:spcBef>
              <a:spcAft>
                <a:spcPct val="0"/>
              </a:spcAft>
              <a:buClr>
                <a:srgbClr val="0000CC"/>
              </a:buClr>
              <a:buSzPct val="80000"/>
              <a:buFont typeface="Wingdings" panose="05000000000000000000" pitchFamily="2" charset="2"/>
              <a:buChar char="o"/>
              <a:defRPr sz="2800" b="1">
                <a:solidFill>
                  <a:srgbClr val="0000FF"/>
                </a:solidFill>
                <a:latin typeface="Arial Narrow" panose="020B0606020202030204" pitchFamily="34" charset="0"/>
                <a:ea typeface="楷体_GB2312" charset="-122"/>
                <a:cs typeface="楷体_GB2312" charset="-122"/>
              </a:defRPr>
            </a:lvl4pPr>
            <a:lvl5pPr marL="2057400" indent="-228600" algn="l" rtl="0" eaLnBrk="0" fontAlgn="base" hangingPunct="0">
              <a:lnSpc>
                <a:spcPct val="130000"/>
              </a:lnSpc>
              <a:spcBef>
                <a:spcPct val="20000"/>
              </a:spcBef>
              <a:spcAft>
                <a:spcPct val="0"/>
              </a:spcAft>
              <a:buClr>
                <a:srgbClr val="0000CC"/>
              </a:buClr>
              <a:buSzPct val="80000"/>
              <a:buFont typeface="Wingdings" panose="05000000000000000000" pitchFamily="2" charset="2"/>
              <a:buChar char="o"/>
              <a:defRPr sz="2800" b="1">
                <a:solidFill>
                  <a:srgbClr val="0000FF"/>
                </a:solidFill>
                <a:latin typeface="Arial Narrow" panose="020B0606020202030204" pitchFamily="34" charset="0"/>
                <a:ea typeface="楷体_GB2312" charset="-122"/>
                <a:cs typeface="楷体_GB2312" charset="-122"/>
              </a:defRPr>
            </a:lvl5pPr>
          </a:lstStyle>
          <a:p>
            <a:pPr marL="0" lvl="0" indent="0" eaLnBrk="1" hangingPunct="1">
              <a:lnSpc>
                <a:spcPct val="115000"/>
              </a:lnSpc>
              <a:spcBef>
                <a:spcPct val="5000"/>
              </a:spcBef>
            </a:pPr>
            <a:r>
              <a:rPr lang="en-US" altLang="zh-CN" sz="2600" b="1" i="1" dirty="0">
                <a:solidFill>
                  <a:srgbClr val="000099"/>
                </a:solidFill>
                <a:ea typeface="楷体_GB2312" charset="-122"/>
              </a:rPr>
              <a:t>Y = </a:t>
            </a:r>
            <a:r>
              <a:rPr lang="en-US" altLang="zh-CN" sz="2600" b="1" dirty="0">
                <a:solidFill>
                  <a:srgbClr val="FF0000"/>
                </a:solidFill>
                <a:ea typeface="楷体_GB2312" charset="-122"/>
              </a:rPr>
              <a:t>(</a:t>
            </a:r>
            <a:r>
              <a:rPr lang="en-US" altLang="zh-CN" sz="2600" b="1" i="1" dirty="0">
                <a:solidFill>
                  <a:srgbClr val="000099"/>
                </a:solidFill>
                <a:ea typeface="楷体_GB2312" charset="-122"/>
              </a:rPr>
              <a:t> </a:t>
            </a:r>
            <a:r>
              <a:rPr lang="en-US" altLang="zh-CN" sz="2600" b="1" dirty="0">
                <a:solidFill>
                  <a:srgbClr val="000099"/>
                </a:solidFill>
                <a:ea typeface="楷体_GB2312" charset="-122"/>
              </a:rPr>
              <a:t>(</a:t>
            </a:r>
            <a:r>
              <a:rPr lang="en-US" altLang="zh-CN" sz="2600" b="1" i="1" dirty="0">
                <a:solidFill>
                  <a:srgbClr val="000099"/>
                </a:solidFill>
                <a:ea typeface="楷体_GB2312" charset="-122"/>
              </a:rPr>
              <a:t>A</a:t>
            </a:r>
            <a:r>
              <a:rPr lang="en-US" altLang="zh-CN" sz="2600" b="1" dirty="0">
                <a:solidFill>
                  <a:srgbClr val="000099"/>
                </a:solidFill>
                <a:ea typeface="楷体_GB2312" charset="-122"/>
              </a:rPr>
              <a:t>'</a:t>
            </a:r>
            <a:r>
              <a:rPr lang="en-US" altLang="zh-CN" sz="2600" b="1" i="1" dirty="0">
                <a:solidFill>
                  <a:srgbClr val="000099"/>
                </a:solidFill>
                <a:ea typeface="楷体_GB2312" charset="-122"/>
              </a:rPr>
              <a:t>q</a:t>
            </a:r>
            <a:r>
              <a:rPr lang="en-US" altLang="zh-CN" sz="2600" b="1" baseline="-25000" dirty="0">
                <a:solidFill>
                  <a:srgbClr val="000099"/>
                </a:solidFill>
                <a:ea typeface="楷体_GB2312" charset="-122"/>
              </a:rPr>
              <a:t>1</a:t>
            </a:r>
            <a:r>
              <a:rPr lang="en-US" altLang="zh-CN" sz="2600" b="1" i="1" dirty="0">
                <a:solidFill>
                  <a:srgbClr val="000099"/>
                </a:solidFill>
                <a:ea typeface="楷体_GB2312" charset="-122"/>
              </a:rPr>
              <a:t>q</a:t>
            </a:r>
            <a:r>
              <a:rPr lang="en-US" altLang="zh-CN" sz="2600" b="1" baseline="-25000" dirty="0">
                <a:solidFill>
                  <a:srgbClr val="000099"/>
                </a:solidFill>
                <a:ea typeface="楷体_GB2312" charset="-122"/>
              </a:rPr>
              <a:t>2</a:t>
            </a:r>
            <a:r>
              <a:rPr lang="en-US" altLang="zh-CN" sz="2600" b="1" dirty="0">
                <a:solidFill>
                  <a:srgbClr val="000099"/>
                </a:solidFill>
                <a:ea typeface="楷体_GB2312" charset="-122"/>
              </a:rPr>
              <a:t>)'· (</a:t>
            </a:r>
            <a:r>
              <a:rPr lang="en-US" altLang="zh-CN" sz="2600" b="1" i="1" dirty="0">
                <a:solidFill>
                  <a:srgbClr val="000099"/>
                </a:solidFill>
                <a:ea typeface="楷体_GB2312" charset="-122"/>
              </a:rPr>
              <a:t>Aq</a:t>
            </a:r>
            <a:r>
              <a:rPr lang="en-US" altLang="zh-CN" sz="2600" b="1" dirty="0">
                <a:solidFill>
                  <a:srgbClr val="000099"/>
                </a:solidFill>
                <a:ea typeface="楷体_GB2312" charset="-122"/>
              </a:rPr>
              <a:t>'</a:t>
            </a:r>
            <a:r>
              <a:rPr lang="en-US" altLang="zh-CN" sz="2600" b="1" baseline="-25000" dirty="0">
                <a:solidFill>
                  <a:srgbClr val="000099"/>
                </a:solidFill>
                <a:ea typeface="楷体_GB2312" charset="-122"/>
              </a:rPr>
              <a:t>1</a:t>
            </a:r>
            <a:r>
              <a:rPr lang="en-US" altLang="zh-CN" sz="2600" b="1" i="1" dirty="0">
                <a:solidFill>
                  <a:srgbClr val="000099"/>
                </a:solidFill>
                <a:ea typeface="楷体_GB2312" charset="-122"/>
              </a:rPr>
              <a:t>q'</a:t>
            </a:r>
            <a:r>
              <a:rPr lang="en-US" altLang="zh-CN" sz="2600" b="1" baseline="-25000" dirty="0">
                <a:solidFill>
                  <a:srgbClr val="000099"/>
                </a:solidFill>
                <a:ea typeface="楷体_GB2312" charset="-122"/>
              </a:rPr>
              <a:t>2</a:t>
            </a:r>
            <a:r>
              <a:rPr lang="en-US" altLang="zh-CN" sz="2600" b="1" dirty="0">
                <a:solidFill>
                  <a:srgbClr val="000099"/>
                </a:solidFill>
                <a:ea typeface="楷体_GB2312" charset="-122"/>
              </a:rPr>
              <a:t>)'</a:t>
            </a:r>
            <a:r>
              <a:rPr lang="en-US" altLang="zh-CN" sz="2600" b="1" dirty="0">
                <a:solidFill>
                  <a:srgbClr val="FF0000"/>
                </a:solidFill>
                <a:ea typeface="楷体_GB2312" charset="-122"/>
              </a:rPr>
              <a:t>)</a:t>
            </a:r>
            <a:r>
              <a:rPr lang="en-US" altLang="zh-CN" sz="2600" b="1" dirty="0">
                <a:solidFill>
                  <a:srgbClr val="000099"/>
                </a:solidFill>
                <a:ea typeface="楷体_GB2312" charset="-122"/>
              </a:rPr>
              <a:t>'</a:t>
            </a:r>
            <a:endParaRPr lang="en-US" altLang="zh-CN" sz="2600" b="1" dirty="0">
              <a:solidFill>
                <a:srgbClr val="000099"/>
              </a:solidFill>
              <a:ea typeface="楷体_GB2312" charset="-122"/>
            </a:endParaRPr>
          </a:p>
          <a:p>
            <a:pPr marL="0" lvl="0" indent="0" eaLnBrk="1" hangingPunct="1">
              <a:lnSpc>
                <a:spcPct val="115000"/>
              </a:lnSpc>
              <a:spcBef>
                <a:spcPct val="5000"/>
              </a:spcBef>
            </a:pPr>
            <a:r>
              <a:rPr lang="en-US" altLang="zh-CN" sz="2600" b="1" dirty="0">
                <a:solidFill>
                  <a:srgbClr val="000099"/>
                </a:solidFill>
                <a:ea typeface="楷体_GB2312" charset="-122"/>
              </a:rPr>
              <a:t>    =</a:t>
            </a:r>
            <a:r>
              <a:rPr lang="en-US" altLang="zh-CN" sz="2600" b="1" i="1" dirty="0">
                <a:solidFill>
                  <a:srgbClr val="000099"/>
                </a:solidFill>
                <a:ea typeface="楷体_GB2312" charset="-122"/>
              </a:rPr>
              <a:t> A</a:t>
            </a:r>
            <a:r>
              <a:rPr lang="en-US" altLang="zh-CN" sz="2600" b="1" i="1" dirty="0">
                <a:solidFill>
                  <a:srgbClr val="000099"/>
                </a:solidFill>
              </a:rPr>
              <a:t>'</a:t>
            </a:r>
            <a:r>
              <a:rPr lang="en-US" altLang="zh-CN" sz="2600" b="1" i="1" dirty="0">
                <a:solidFill>
                  <a:srgbClr val="000099"/>
                </a:solidFill>
                <a:ea typeface="楷体_GB2312" charset="-122"/>
              </a:rPr>
              <a:t>q</a:t>
            </a:r>
            <a:r>
              <a:rPr lang="en-US" altLang="zh-CN" sz="2600" b="1" baseline="-25000" dirty="0">
                <a:solidFill>
                  <a:srgbClr val="000099"/>
                </a:solidFill>
                <a:ea typeface="楷体_GB2312" charset="-122"/>
              </a:rPr>
              <a:t>1</a:t>
            </a:r>
            <a:r>
              <a:rPr lang="en-US" altLang="zh-CN" sz="2600" b="1" i="1" dirty="0">
                <a:solidFill>
                  <a:srgbClr val="000099"/>
                </a:solidFill>
                <a:ea typeface="楷体_GB2312" charset="-122"/>
              </a:rPr>
              <a:t>q</a:t>
            </a:r>
            <a:r>
              <a:rPr lang="en-US" altLang="zh-CN" sz="2600" b="1" baseline="-25000" dirty="0">
                <a:solidFill>
                  <a:srgbClr val="000099"/>
                </a:solidFill>
                <a:ea typeface="楷体_GB2312" charset="-122"/>
              </a:rPr>
              <a:t>2</a:t>
            </a:r>
            <a:r>
              <a:rPr lang="en-US" altLang="zh-CN" sz="2600" b="1" dirty="0">
                <a:solidFill>
                  <a:srgbClr val="000099"/>
                </a:solidFill>
                <a:ea typeface="楷体_GB2312" charset="-122"/>
              </a:rPr>
              <a:t>+</a:t>
            </a:r>
            <a:r>
              <a:rPr lang="en-US" altLang="zh-CN" sz="2600" b="1" i="1" dirty="0">
                <a:solidFill>
                  <a:srgbClr val="000099"/>
                </a:solidFill>
              </a:rPr>
              <a:t>Aq'</a:t>
            </a:r>
            <a:r>
              <a:rPr lang="en-US" altLang="zh-CN" sz="2600" b="1" baseline="-25000" dirty="0">
                <a:solidFill>
                  <a:srgbClr val="000099"/>
                </a:solidFill>
                <a:ea typeface="楷体_GB2312" charset="-122"/>
              </a:rPr>
              <a:t>1</a:t>
            </a:r>
            <a:r>
              <a:rPr lang="en-US" altLang="zh-CN" sz="2600" b="1" i="1" dirty="0">
                <a:solidFill>
                  <a:srgbClr val="000099"/>
                </a:solidFill>
              </a:rPr>
              <a:t>q'</a:t>
            </a:r>
            <a:r>
              <a:rPr lang="en-US" altLang="zh-CN" sz="2600" b="1" baseline="-25000" dirty="0">
                <a:solidFill>
                  <a:srgbClr val="000099"/>
                </a:solidFill>
                <a:ea typeface="楷体_GB2312" charset="-122"/>
              </a:rPr>
              <a:t>2</a:t>
            </a:r>
            <a:endParaRPr lang="en-US" altLang="zh-CN" sz="2600" b="1" baseline="-25000" dirty="0">
              <a:solidFill>
                <a:srgbClr val="000099"/>
              </a:solidFill>
              <a:ea typeface="楷体_GB2312" charset="-122"/>
            </a:endParaRPr>
          </a:p>
        </p:txBody>
      </p:sp>
      <p:sp>
        <p:nvSpPr>
          <p:cNvPr id="213003" name="灯片编号占位符 1"/>
          <p:cNvSpPr txBox="1">
            <a:spLocks noGrp="1"/>
          </p:cNvSpPr>
          <p:nvPr>
            <p:ph type="sldNum" sz="quarter" idx="11"/>
          </p:nvPr>
        </p:nvSpPr>
        <p:spPr>
          <a:xfrm>
            <a:off x="8388350" y="6453188"/>
            <a:ext cx="720725" cy="360362"/>
          </a:xfrm>
          <a:noFill/>
          <a:ln>
            <a:noFill/>
          </a:ln>
        </p:spPr>
        <p:txBody>
          <a:bodyPr/>
          <a:p>
            <a:pPr marL="0" indent="0" algn="ctr" eaLnBrk="1" hangingPunct="1">
              <a:lnSpc>
                <a:spcPct val="100000"/>
              </a:lnSpc>
              <a:spcBef>
                <a:spcPct val="0"/>
              </a:spcBef>
            </a:pPr>
            <a:fld id="{9A0DB2DC-4C9A-4742-B13C-FB6460FD3503}" type="slidenum">
              <a:rPr lang="en-US" altLang="zh-CN" sz="1600" dirty="0">
                <a:solidFill>
                  <a:srgbClr val="000000"/>
                </a:solidFill>
                <a:ea typeface="楷体_GB2312" charset="-122"/>
              </a:rPr>
            </a:fld>
            <a:endParaRPr lang="en-US" altLang="zh-CN" sz="1600" dirty="0">
              <a:solidFill>
                <a:srgbClr val="000000"/>
              </a:solidFill>
              <a:ea typeface="楷体_GB2312" charset="-122"/>
            </a:endParaRPr>
          </a:p>
        </p:txBody>
      </p:sp>
    </p:spTree>
  </p:cSld>
  <p:clrMapOvr>
    <a:masterClrMapping/>
  </p:clrMapOvr>
  <p:transition spd="slow">
    <p:randomBar dir="vert"/>
  </p:transition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graphicFrame>
        <p:nvGraphicFramePr>
          <p:cNvPr id="715934" name="Group 158"/>
          <p:cNvGraphicFramePr>
            <a:graphicFrameLocks noGrp="1"/>
          </p:cNvGraphicFramePr>
          <p:nvPr/>
        </p:nvGraphicFramePr>
        <p:xfrm>
          <a:off x="4727575" y="1763713"/>
          <a:ext cx="4019550" cy="4549775"/>
        </p:xfrm>
        <a:graphic>
          <a:graphicData uri="http://schemas.openxmlformats.org/drawingml/2006/table">
            <a:tbl>
              <a:tblPr/>
              <a:tblGrid>
                <a:gridCol w="626526"/>
                <a:gridCol w="721477"/>
                <a:gridCol w="630022"/>
                <a:gridCol w="619860"/>
                <a:gridCol w="743164"/>
                <a:gridCol w="678501"/>
              </a:tblGrid>
              <a:tr h="647790">
                <a:tc>
                  <a:txBody>
                    <a:bodyPr/>
                    <a:lstStyle>
                      <a:lvl1pPr eaLnBrk="0" hangingPunct="0">
                        <a:defRPr kumimoji="1"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defRPr kumimoji="1"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defRPr kumimoji="1"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defRPr kumimoji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defRPr kumimoji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defRPr kumimoji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defRPr kumimoji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defRPr kumimoji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defRPr kumimoji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65000"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600" b="0" i="1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A</a:t>
                      </a:r>
                      <a:endParaRPr kumimoji="1" lang="en-US" altLang="zh-CN" sz="2600" b="0" i="1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91455" marR="91455" marT="45726" marB="45726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0" cap="flat" cmpd="sng" algn="ctr">
                      <a:solidFill>
                        <a:srgbClr val="0000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0" cap="flat" cmpd="sng" algn="ctr">
                      <a:solidFill>
                        <a:srgbClr val="0000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defRPr kumimoji="1"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defRPr kumimoji="1"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defRPr kumimoji="1"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defRPr kumimoji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defRPr kumimoji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defRPr kumimoji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defRPr kumimoji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defRPr kumimoji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defRPr kumimoji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65000"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600" b="0" i="1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q</a:t>
                      </a:r>
                      <a:r>
                        <a:rPr kumimoji="1" lang="en-US" altLang="zh-CN" sz="2600" b="0" i="0" u="none" strike="noStrike" cap="none" normalizeH="0" baseline="-2500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2</a:t>
                      </a:r>
                      <a:endParaRPr kumimoji="1" lang="en-US" altLang="zh-CN" sz="2600" b="0" i="0" u="none" strike="noStrike" cap="none" normalizeH="0" baseline="-2500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91455" marR="91455" marT="45726" marB="45726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0" cap="flat" cmpd="sng" algn="ctr">
                      <a:solidFill>
                        <a:srgbClr val="0000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0" cap="flat" cmpd="sng" algn="ctr">
                      <a:solidFill>
                        <a:srgbClr val="0000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defRPr kumimoji="1"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defRPr kumimoji="1"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defRPr kumimoji="1"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defRPr kumimoji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defRPr kumimoji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defRPr kumimoji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defRPr kumimoji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defRPr kumimoji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defRPr kumimoji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65000"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600" b="0" i="1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q</a:t>
                      </a:r>
                      <a:r>
                        <a:rPr kumimoji="1" lang="en-US" altLang="zh-CN" sz="2600" b="0" i="0" u="none" strike="noStrike" cap="none" normalizeH="0" baseline="-2500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1</a:t>
                      </a:r>
                      <a:endParaRPr kumimoji="1" lang="en-US" altLang="zh-CN" sz="2600" b="0" i="0" u="none" strike="noStrike" cap="none" normalizeH="0" baseline="-2500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91455" marR="91455" marT="45726" marB="45726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0" cap="flat" cmpd="sng" algn="ctr">
                      <a:solidFill>
                        <a:srgbClr val="0000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0" cap="flat" cmpd="sng" algn="ctr">
                      <a:solidFill>
                        <a:srgbClr val="0000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defRPr kumimoji="1"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defRPr kumimoji="1"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defRPr kumimoji="1"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defRPr kumimoji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defRPr kumimoji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defRPr kumimoji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defRPr kumimoji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defRPr kumimoji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defRPr kumimoji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65000"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600" b="0" i="1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Q</a:t>
                      </a:r>
                      <a:r>
                        <a:rPr kumimoji="1" lang="en-US" altLang="zh-CN" sz="2600" b="0" i="0" u="none" strike="noStrike" cap="none" normalizeH="0" baseline="-2500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2</a:t>
                      </a:r>
                      <a:endParaRPr kumimoji="1" lang="en-US" altLang="zh-CN" sz="2600" b="0" i="1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91455" marR="91455" marT="45726" marB="45726" horzOverflow="overflow">
                    <a:lnL w="38100" cap="flat" cmpd="sng" algn="ctr">
                      <a:solidFill>
                        <a:srgbClr val="0000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0" cap="flat" cmpd="sng" algn="ctr">
                      <a:solidFill>
                        <a:srgbClr val="0000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0" cap="flat" cmpd="sng" algn="ctr">
                      <a:solidFill>
                        <a:srgbClr val="0000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defRPr kumimoji="1"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defRPr kumimoji="1"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defRPr kumimoji="1"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defRPr kumimoji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defRPr kumimoji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defRPr kumimoji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defRPr kumimoji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defRPr kumimoji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defRPr kumimoji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65000"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600" b="0" i="1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Q</a:t>
                      </a:r>
                      <a:r>
                        <a:rPr kumimoji="1" lang="en-US" altLang="zh-CN" sz="2600" b="0" i="0" u="none" strike="noStrike" cap="none" normalizeH="0" baseline="-2500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1</a:t>
                      </a:r>
                      <a:endParaRPr kumimoji="1" lang="en-US" altLang="zh-CN" sz="2600" b="0" i="1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91455" marR="91455" marT="45726" marB="45726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0" cap="flat" cmpd="sng" algn="ctr">
                      <a:solidFill>
                        <a:srgbClr val="0000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0" cap="flat" cmpd="sng" algn="ctr">
                      <a:solidFill>
                        <a:srgbClr val="0000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defRPr kumimoji="1"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defRPr kumimoji="1"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defRPr kumimoji="1"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defRPr kumimoji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defRPr kumimoji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defRPr kumimoji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defRPr kumimoji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defRPr kumimoji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defRPr kumimoji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65000"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6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Y</a:t>
                      </a:r>
                      <a:endParaRPr kumimoji="1" lang="en-US" altLang="zh-CN" sz="2600" b="0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91455" marR="91455" marT="45726" marB="45726" horzOverflow="overflow">
                    <a:lnL w="38100" cap="flat" cmpd="sng" algn="ctr">
                      <a:solidFill>
                        <a:srgbClr val="0000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57150" cap="flat" cmpd="sng" algn="ctr">
                      <a:solidFill>
                        <a:srgbClr val="0000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0" cap="flat" cmpd="sng" algn="ctr">
                      <a:solidFill>
                        <a:srgbClr val="0000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487748">
                <a:tc>
                  <a:txBody>
                    <a:bodyPr/>
                    <a:lstStyle>
                      <a:lvl1pPr eaLnBrk="0" hangingPunct="0">
                        <a:defRPr kumimoji="1"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defRPr kumimoji="1"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defRPr kumimoji="1"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defRPr kumimoji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defRPr kumimoji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defRPr kumimoji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defRPr kumimoji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defRPr kumimoji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defRPr kumimoji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65000"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6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0</a:t>
                      </a:r>
                      <a:endParaRPr kumimoji="1" lang="en-US" altLang="zh-CN" sz="2600" b="0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91455" marR="91455" marT="45726" marB="45726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0" cap="flat" cmpd="sng" algn="ctr">
                      <a:solidFill>
                        <a:srgbClr val="0000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  <a:alpha val="20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defRPr kumimoji="1"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defRPr kumimoji="1"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defRPr kumimoji="1"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defRPr kumimoji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defRPr kumimoji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defRPr kumimoji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defRPr kumimoji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defRPr kumimoji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defRPr kumimoji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65000"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6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0</a:t>
                      </a:r>
                      <a:endParaRPr kumimoji="1" lang="en-US" altLang="zh-CN" sz="2600" b="0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91455" marR="91455" marT="45726" marB="45726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0" cap="flat" cmpd="sng" algn="ctr">
                      <a:solidFill>
                        <a:srgbClr val="0000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  <a:alpha val="20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defRPr kumimoji="1"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defRPr kumimoji="1"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defRPr kumimoji="1"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defRPr kumimoji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defRPr kumimoji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defRPr kumimoji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defRPr kumimoji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defRPr kumimoji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defRPr kumimoji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65000"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6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0</a:t>
                      </a:r>
                      <a:endParaRPr kumimoji="1" lang="en-US" altLang="zh-CN" sz="2600" b="0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91455" marR="91455" marT="45726" marB="45726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0" cap="flat" cmpd="sng" algn="ctr">
                      <a:solidFill>
                        <a:srgbClr val="0000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  <a:alpha val="20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defRPr kumimoji="1"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defRPr kumimoji="1"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defRPr kumimoji="1"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defRPr kumimoji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defRPr kumimoji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defRPr kumimoji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defRPr kumimoji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defRPr kumimoji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defRPr kumimoji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65000"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6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0</a:t>
                      </a:r>
                      <a:endParaRPr kumimoji="1" lang="en-US" altLang="zh-CN" sz="2600" b="0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91455" marR="91455" marT="45726" marB="45726" horzOverflow="overflow">
                    <a:lnL w="38100" cap="flat" cmpd="sng" algn="ctr">
                      <a:solidFill>
                        <a:srgbClr val="0000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0" cap="flat" cmpd="sng" algn="ctr">
                      <a:solidFill>
                        <a:srgbClr val="0000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  <a:alpha val="20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defRPr kumimoji="1"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defRPr kumimoji="1"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defRPr kumimoji="1"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defRPr kumimoji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defRPr kumimoji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defRPr kumimoji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defRPr kumimoji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defRPr kumimoji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defRPr kumimoji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65000"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6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1</a:t>
                      </a:r>
                      <a:endParaRPr kumimoji="1" lang="en-US" altLang="zh-CN" sz="2600" b="0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91455" marR="91455" marT="45726" marB="45726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0" cap="flat" cmpd="sng" algn="ctr">
                      <a:solidFill>
                        <a:srgbClr val="0000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  <a:alpha val="20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defRPr kumimoji="1"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defRPr kumimoji="1"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defRPr kumimoji="1"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defRPr kumimoji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defRPr kumimoji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defRPr kumimoji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defRPr kumimoji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defRPr kumimoji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defRPr kumimoji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65000"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6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0</a:t>
                      </a:r>
                      <a:endParaRPr kumimoji="1" lang="en-US" altLang="zh-CN" sz="2600" b="0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91455" marR="91455" marT="45726" marB="45726" horzOverflow="overflow">
                    <a:lnL w="38100" cap="flat" cmpd="sng" algn="ctr">
                      <a:solidFill>
                        <a:srgbClr val="0000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57150" cap="flat" cmpd="sng" algn="ctr">
                      <a:solidFill>
                        <a:srgbClr val="0000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  <a:alpha val="20000"/>
                      </a:schemeClr>
                    </a:solidFill>
                  </a:tcPr>
                </a:tc>
              </a:tr>
              <a:tr h="487748">
                <a:tc>
                  <a:txBody>
                    <a:bodyPr/>
                    <a:lstStyle>
                      <a:lvl1pPr eaLnBrk="0" hangingPunct="0">
                        <a:defRPr kumimoji="1"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defRPr kumimoji="1"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defRPr kumimoji="1"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defRPr kumimoji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defRPr kumimoji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defRPr kumimoji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defRPr kumimoji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defRPr kumimoji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defRPr kumimoji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65000"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6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0</a:t>
                      </a:r>
                      <a:endParaRPr kumimoji="1" lang="en-US" altLang="zh-CN" sz="2600" b="0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91455" marR="91455" marT="45726" marB="45726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  <a:alpha val="20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defRPr kumimoji="1"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defRPr kumimoji="1"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defRPr kumimoji="1"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defRPr kumimoji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defRPr kumimoji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defRPr kumimoji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defRPr kumimoji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defRPr kumimoji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defRPr kumimoji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65000"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6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0</a:t>
                      </a:r>
                      <a:endParaRPr kumimoji="1" lang="en-US" altLang="zh-CN" sz="2600" b="0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91455" marR="91455" marT="45726" marB="45726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  <a:alpha val="20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defRPr kumimoji="1"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defRPr kumimoji="1"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defRPr kumimoji="1"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defRPr kumimoji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defRPr kumimoji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defRPr kumimoji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defRPr kumimoji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defRPr kumimoji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defRPr kumimoji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65000"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6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1</a:t>
                      </a:r>
                      <a:endParaRPr kumimoji="1" lang="en-US" altLang="zh-CN" sz="2600" b="0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91455" marR="91455" marT="45726" marB="45726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  <a:alpha val="20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defRPr kumimoji="1"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defRPr kumimoji="1"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defRPr kumimoji="1"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defRPr kumimoji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defRPr kumimoji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defRPr kumimoji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defRPr kumimoji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defRPr kumimoji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defRPr kumimoji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65000"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6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1</a:t>
                      </a:r>
                      <a:endParaRPr kumimoji="1" lang="en-US" altLang="zh-CN" sz="2600" b="0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91455" marR="91455" marT="45726" marB="45726" horzOverflow="overflow">
                    <a:lnL w="38100" cap="flat" cmpd="sng" algn="ctr">
                      <a:solidFill>
                        <a:srgbClr val="0000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  <a:alpha val="20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defRPr kumimoji="1"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defRPr kumimoji="1"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defRPr kumimoji="1"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defRPr kumimoji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defRPr kumimoji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defRPr kumimoji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defRPr kumimoji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defRPr kumimoji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defRPr kumimoji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65000"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6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0</a:t>
                      </a:r>
                      <a:endParaRPr kumimoji="1" lang="en-US" altLang="zh-CN" sz="2600" b="0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91455" marR="91455" marT="45726" marB="45726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  <a:alpha val="20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defRPr kumimoji="1"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defRPr kumimoji="1"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defRPr kumimoji="1"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defRPr kumimoji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defRPr kumimoji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defRPr kumimoji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defRPr kumimoji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defRPr kumimoji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defRPr kumimoji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65000"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6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0</a:t>
                      </a:r>
                      <a:endParaRPr kumimoji="1" lang="en-US" altLang="zh-CN" sz="2600" b="0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91455" marR="91455" marT="45726" marB="45726" horzOverflow="overflow">
                    <a:lnL w="38100" cap="flat" cmpd="sng" algn="ctr">
                      <a:solidFill>
                        <a:srgbClr val="0000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  <a:alpha val="20000"/>
                      </a:schemeClr>
                    </a:solidFill>
                  </a:tcPr>
                </a:tc>
              </a:tr>
              <a:tr h="487748">
                <a:tc>
                  <a:txBody>
                    <a:bodyPr/>
                    <a:lstStyle>
                      <a:lvl1pPr eaLnBrk="0" hangingPunct="0">
                        <a:defRPr kumimoji="1"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defRPr kumimoji="1"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defRPr kumimoji="1"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defRPr kumimoji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defRPr kumimoji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defRPr kumimoji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defRPr kumimoji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defRPr kumimoji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defRPr kumimoji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65000"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6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0</a:t>
                      </a:r>
                      <a:endParaRPr kumimoji="1" lang="en-US" altLang="zh-CN" sz="2600" b="0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91455" marR="91455" marT="45726" marB="45726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  <a:alpha val="20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defRPr kumimoji="1"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defRPr kumimoji="1"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defRPr kumimoji="1"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defRPr kumimoji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defRPr kumimoji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defRPr kumimoji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defRPr kumimoji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defRPr kumimoji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defRPr kumimoji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65000"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6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1</a:t>
                      </a:r>
                      <a:endParaRPr kumimoji="1" lang="en-US" altLang="zh-CN" sz="2600" b="0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91455" marR="91455" marT="45726" marB="45726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  <a:alpha val="20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defRPr kumimoji="1"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defRPr kumimoji="1"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defRPr kumimoji="1"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defRPr kumimoji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defRPr kumimoji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defRPr kumimoji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defRPr kumimoji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defRPr kumimoji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defRPr kumimoji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65000"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6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0</a:t>
                      </a:r>
                      <a:endParaRPr kumimoji="1" lang="en-US" altLang="zh-CN" sz="2600" b="0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91455" marR="91455" marT="45726" marB="45726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  <a:alpha val="20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defRPr kumimoji="1"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defRPr kumimoji="1"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defRPr kumimoji="1"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defRPr kumimoji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defRPr kumimoji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defRPr kumimoji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defRPr kumimoji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defRPr kumimoji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defRPr kumimoji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65000"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6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1</a:t>
                      </a:r>
                      <a:endParaRPr kumimoji="1" lang="en-US" altLang="zh-CN" sz="2600" b="0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91455" marR="91455" marT="45726" marB="45726" horzOverflow="overflow">
                    <a:lnL w="38100" cap="flat" cmpd="sng" algn="ctr">
                      <a:solidFill>
                        <a:srgbClr val="0000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  <a:alpha val="20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defRPr kumimoji="1"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defRPr kumimoji="1"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defRPr kumimoji="1"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defRPr kumimoji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defRPr kumimoji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defRPr kumimoji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defRPr kumimoji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defRPr kumimoji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defRPr kumimoji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65000"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6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1</a:t>
                      </a:r>
                      <a:endParaRPr kumimoji="1" lang="en-US" altLang="zh-CN" sz="2600" b="0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91455" marR="91455" marT="45726" marB="45726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  <a:alpha val="20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defRPr kumimoji="1"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defRPr kumimoji="1"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defRPr kumimoji="1"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defRPr kumimoji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defRPr kumimoji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defRPr kumimoji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defRPr kumimoji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defRPr kumimoji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defRPr kumimoji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65000"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6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0</a:t>
                      </a:r>
                      <a:endParaRPr kumimoji="1" lang="en-US" altLang="zh-CN" sz="2600" b="0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91455" marR="91455" marT="45726" marB="45726" horzOverflow="overflow">
                    <a:lnL w="38100" cap="flat" cmpd="sng" algn="ctr">
                      <a:solidFill>
                        <a:srgbClr val="0000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  <a:alpha val="20000"/>
                      </a:schemeClr>
                    </a:solidFill>
                  </a:tcPr>
                </a:tc>
              </a:tr>
              <a:tr h="487748">
                <a:tc>
                  <a:txBody>
                    <a:bodyPr/>
                    <a:lstStyle>
                      <a:lvl1pPr eaLnBrk="0" hangingPunct="0">
                        <a:defRPr kumimoji="1"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defRPr kumimoji="1"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defRPr kumimoji="1"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defRPr kumimoji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defRPr kumimoji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defRPr kumimoji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defRPr kumimoji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defRPr kumimoji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defRPr kumimoji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65000"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6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0</a:t>
                      </a:r>
                      <a:endParaRPr kumimoji="1" lang="en-US" altLang="zh-CN" sz="2600" b="0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91455" marR="91455" marT="45726" marB="45726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00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  <a:alpha val="20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defRPr kumimoji="1"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defRPr kumimoji="1"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defRPr kumimoji="1"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defRPr kumimoji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defRPr kumimoji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defRPr kumimoji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defRPr kumimoji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defRPr kumimoji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defRPr kumimoji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65000"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6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1</a:t>
                      </a:r>
                      <a:endParaRPr kumimoji="1" lang="en-US" altLang="zh-CN" sz="2600" b="0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91455" marR="91455" marT="45726" marB="45726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00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  <a:alpha val="20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defRPr kumimoji="1"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defRPr kumimoji="1"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defRPr kumimoji="1"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defRPr kumimoji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defRPr kumimoji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defRPr kumimoji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defRPr kumimoji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defRPr kumimoji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defRPr kumimoji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65000"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6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1</a:t>
                      </a:r>
                      <a:endParaRPr kumimoji="1" lang="en-US" altLang="zh-CN" sz="2600" b="0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91455" marR="91455" marT="45726" marB="45726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00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  <a:alpha val="20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defRPr kumimoji="1"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defRPr kumimoji="1"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defRPr kumimoji="1"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defRPr kumimoji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defRPr kumimoji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defRPr kumimoji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defRPr kumimoji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defRPr kumimoji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defRPr kumimoji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65000"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6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0</a:t>
                      </a:r>
                      <a:endParaRPr kumimoji="1" lang="en-US" altLang="zh-CN" sz="2600" b="0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91455" marR="91455" marT="45726" marB="45726" horzOverflow="overflow">
                    <a:lnL w="38100" cap="flat" cmpd="sng" algn="ctr">
                      <a:solidFill>
                        <a:srgbClr val="0000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00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  <a:alpha val="20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defRPr kumimoji="1"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defRPr kumimoji="1"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defRPr kumimoji="1"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defRPr kumimoji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defRPr kumimoji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defRPr kumimoji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defRPr kumimoji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defRPr kumimoji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defRPr kumimoji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65000"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6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0</a:t>
                      </a:r>
                      <a:endParaRPr kumimoji="1" lang="en-US" altLang="zh-CN" sz="2600" b="0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91455" marR="91455" marT="45726" marB="45726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00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  <a:alpha val="20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defRPr kumimoji="1"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defRPr kumimoji="1"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defRPr kumimoji="1"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defRPr kumimoji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defRPr kumimoji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defRPr kumimoji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defRPr kumimoji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defRPr kumimoji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defRPr kumimoji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65000"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6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1</a:t>
                      </a:r>
                      <a:endParaRPr kumimoji="1" lang="en-US" altLang="zh-CN" sz="2600" b="0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91455" marR="91455" marT="45726" marB="45726" horzOverflow="overflow">
                    <a:lnL w="38100" cap="flat" cmpd="sng" algn="ctr">
                      <a:solidFill>
                        <a:srgbClr val="0000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00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  <a:alpha val="20000"/>
                      </a:schemeClr>
                    </a:solidFill>
                  </a:tcPr>
                </a:tc>
              </a:tr>
              <a:tr h="487748">
                <a:tc>
                  <a:txBody>
                    <a:bodyPr/>
                    <a:lstStyle>
                      <a:lvl1pPr eaLnBrk="0" hangingPunct="0">
                        <a:defRPr kumimoji="1"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defRPr kumimoji="1"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defRPr kumimoji="1"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defRPr kumimoji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defRPr kumimoji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defRPr kumimoji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defRPr kumimoji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defRPr kumimoji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defRPr kumimoji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65000"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6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1</a:t>
                      </a:r>
                      <a:endParaRPr kumimoji="1" lang="en-US" altLang="zh-CN" sz="2600" b="0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91455" marR="91455" marT="45726" marB="45726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00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00">
                        <a:alpha val="2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defRPr kumimoji="1"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defRPr kumimoji="1"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defRPr kumimoji="1"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defRPr kumimoji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defRPr kumimoji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defRPr kumimoji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defRPr kumimoji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defRPr kumimoji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defRPr kumimoji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65000"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6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0</a:t>
                      </a:r>
                      <a:endParaRPr kumimoji="1" lang="en-US" altLang="zh-CN" sz="2600" b="0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91455" marR="91455" marT="45726" marB="45726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00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00">
                        <a:alpha val="2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defRPr kumimoji="1"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defRPr kumimoji="1"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defRPr kumimoji="1"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defRPr kumimoji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defRPr kumimoji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defRPr kumimoji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defRPr kumimoji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defRPr kumimoji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defRPr kumimoji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65000"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6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0</a:t>
                      </a:r>
                      <a:endParaRPr kumimoji="1" lang="en-US" altLang="zh-CN" sz="2600" b="0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91455" marR="91455" marT="45726" marB="45726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00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00">
                        <a:alpha val="2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defRPr kumimoji="1"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defRPr kumimoji="1"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defRPr kumimoji="1"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defRPr kumimoji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defRPr kumimoji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defRPr kumimoji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defRPr kumimoji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defRPr kumimoji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defRPr kumimoji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65000"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6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1</a:t>
                      </a:r>
                      <a:endParaRPr kumimoji="1" lang="en-US" altLang="zh-CN" sz="2600" b="0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91455" marR="91455" marT="45726" marB="45726" horzOverflow="overflow">
                    <a:lnL w="38100" cap="flat" cmpd="sng" algn="ctr">
                      <a:solidFill>
                        <a:srgbClr val="0000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00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00">
                        <a:alpha val="2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defRPr kumimoji="1"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defRPr kumimoji="1"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defRPr kumimoji="1"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defRPr kumimoji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defRPr kumimoji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defRPr kumimoji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defRPr kumimoji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defRPr kumimoji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defRPr kumimoji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65000"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6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1</a:t>
                      </a:r>
                      <a:endParaRPr kumimoji="1" lang="en-US" altLang="zh-CN" sz="2600" b="0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91455" marR="91455" marT="45726" marB="45726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00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00">
                        <a:alpha val="2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defRPr kumimoji="1"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defRPr kumimoji="1"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defRPr kumimoji="1"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defRPr kumimoji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defRPr kumimoji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defRPr kumimoji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defRPr kumimoji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defRPr kumimoji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defRPr kumimoji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65000"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6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1</a:t>
                      </a:r>
                      <a:endParaRPr kumimoji="1" lang="en-US" altLang="zh-CN" sz="2600" b="0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91455" marR="91455" marT="45726" marB="45726" horzOverflow="overflow">
                    <a:lnL w="38100" cap="flat" cmpd="sng" algn="ctr">
                      <a:solidFill>
                        <a:srgbClr val="0000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38100" cap="flat" cmpd="sng" algn="ctr">
                      <a:solidFill>
                        <a:srgbClr val="0000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00">
                        <a:alpha val="20000"/>
                      </a:srgbClr>
                    </a:solidFill>
                  </a:tcPr>
                </a:tc>
              </a:tr>
              <a:tr h="487748">
                <a:tc>
                  <a:txBody>
                    <a:bodyPr/>
                    <a:lstStyle>
                      <a:lvl1pPr eaLnBrk="0" hangingPunct="0">
                        <a:defRPr kumimoji="1"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defRPr kumimoji="1"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defRPr kumimoji="1"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defRPr kumimoji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defRPr kumimoji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defRPr kumimoji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defRPr kumimoji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defRPr kumimoji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defRPr kumimoji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65000"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6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1</a:t>
                      </a:r>
                      <a:endParaRPr kumimoji="1" lang="en-US" altLang="zh-CN" sz="2600" b="0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91455" marR="91455" marT="45726" marB="45726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00">
                        <a:alpha val="2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defRPr kumimoji="1"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defRPr kumimoji="1"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defRPr kumimoji="1"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defRPr kumimoji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defRPr kumimoji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defRPr kumimoji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defRPr kumimoji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defRPr kumimoji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defRPr kumimoji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65000"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6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1</a:t>
                      </a:r>
                      <a:endParaRPr kumimoji="1" lang="en-US" altLang="zh-CN" sz="2600" b="0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91455" marR="91455" marT="45726" marB="45726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00">
                        <a:alpha val="2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defRPr kumimoji="1"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defRPr kumimoji="1"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defRPr kumimoji="1"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defRPr kumimoji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defRPr kumimoji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defRPr kumimoji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defRPr kumimoji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defRPr kumimoji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defRPr kumimoji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65000"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6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1</a:t>
                      </a:r>
                      <a:endParaRPr kumimoji="1" lang="en-US" altLang="zh-CN" sz="2600" b="0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91455" marR="91455" marT="45726" marB="45726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00">
                        <a:alpha val="2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defRPr kumimoji="1"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defRPr kumimoji="1"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defRPr kumimoji="1"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defRPr kumimoji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defRPr kumimoji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defRPr kumimoji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defRPr kumimoji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defRPr kumimoji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defRPr kumimoji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65000"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6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1</a:t>
                      </a:r>
                      <a:endParaRPr kumimoji="1" lang="en-US" altLang="zh-CN" sz="2600" b="0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91455" marR="91455" marT="45726" marB="45726" horzOverflow="overflow">
                    <a:lnL w="38100" cap="flat" cmpd="sng" algn="ctr">
                      <a:solidFill>
                        <a:srgbClr val="0000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00">
                        <a:alpha val="2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defRPr kumimoji="1"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defRPr kumimoji="1"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defRPr kumimoji="1"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defRPr kumimoji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defRPr kumimoji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defRPr kumimoji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defRPr kumimoji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defRPr kumimoji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defRPr kumimoji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65000"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6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0</a:t>
                      </a:r>
                      <a:endParaRPr kumimoji="1" lang="en-US" altLang="zh-CN" sz="2600" b="0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91455" marR="91455" marT="45726" marB="45726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00">
                        <a:alpha val="2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defRPr kumimoji="1"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defRPr kumimoji="1"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defRPr kumimoji="1"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defRPr kumimoji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defRPr kumimoji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defRPr kumimoji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defRPr kumimoji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defRPr kumimoji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defRPr kumimoji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65000"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6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0</a:t>
                      </a:r>
                      <a:endParaRPr kumimoji="1" lang="en-US" altLang="zh-CN" sz="2600" b="0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91455" marR="91455" marT="45726" marB="45726" horzOverflow="overflow">
                    <a:lnL w="38100" cap="flat" cmpd="sng" algn="ctr">
                      <a:solidFill>
                        <a:srgbClr val="0000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00">
                        <a:alpha val="20000"/>
                      </a:srgbClr>
                    </a:solidFill>
                  </a:tcPr>
                </a:tc>
              </a:tr>
              <a:tr h="487748">
                <a:tc>
                  <a:txBody>
                    <a:bodyPr/>
                    <a:lstStyle>
                      <a:lvl1pPr eaLnBrk="0" hangingPunct="0">
                        <a:defRPr kumimoji="1"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defRPr kumimoji="1"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defRPr kumimoji="1"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defRPr kumimoji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defRPr kumimoji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defRPr kumimoji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defRPr kumimoji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defRPr kumimoji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defRPr kumimoji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65000"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6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1</a:t>
                      </a:r>
                      <a:endParaRPr kumimoji="1" lang="en-US" altLang="zh-CN" sz="2600" b="0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91455" marR="91455" marT="45726" marB="45726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0000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00">
                        <a:alpha val="2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defRPr kumimoji="1"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defRPr kumimoji="1"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defRPr kumimoji="1"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defRPr kumimoji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defRPr kumimoji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defRPr kumimoji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defRPr kumimoji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defRPr kumimoji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defRPr kumimoji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65000"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6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1</a:t>
                      </a:r>
                      <a:endParaRPr kumimoji="1" lang="en-US" altLang="zh-CN" sz="2600" b="0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91455" marR="91455" marT="45726" marB="45726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0000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00">
                        <a:alpha val="2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defRPr kumimoji="1"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defRPr kumimoji="1"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defRPr kumimoji="1"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defRPr kumimoji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defRPr kumimoji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defRPr kumimoji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defRPr kumimoji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defRPr kumimoji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defRPr kumimoji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65000"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6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0</a:t>
                      </a:r>
                      <a:endParaRPr kumimoji="1" lang="en-US" altLang="zh-CN" sz="2600" b="0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91455" marR="91455" marT="45726" marB="45726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0000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00">
                        <a:alpha val="2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defRPr kumimoji="1"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defRPr kumimoji="1"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defRPr kumimoji="1"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defRPr kumimoji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defRPr kumimoji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defRPr kumimoji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defRPr kumimoji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defRPr kumimoji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defRPr kumimoji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65000"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6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0</a:t>
                      </a:r>
                      <a:endParaRPr kumimoji="1" lang="en-US" altLang="zh-CN" sz="2600" b="0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91455" marR="91455" marT="45726" marB="45726" horzOverflow="overflow">
                    <a:lnL w="38100" cap="flat" cmpd="sng" algn="ctr">
                      <a:solidFill>
                        <a:srgbClr val="0000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0000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00">
                        <a:alpha val="2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defRPr kumimoji="1"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defRPr kumimoji="1"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defRPr kumimoji="1"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defRPr kumimoji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defRPr kumimoji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defRPr kumimoji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defRPr kumimoji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defRPr kumimoji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defRPr kumimoji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65000"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6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1</a:t>
                      </a:r>
                      <a:endParaRPr kumimoji="1" lang="en-US" altLang="zh-CN" sz="2600" b="0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91455" marR="91455" marT="45726" marB="45726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0000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00">
                        <a:alpha val="2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defRPr kumimoji="1"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defRPr kumimoji="1"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defRPr kumimoji="1"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defRPr kumimoji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defRPr kumimoji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defRPr kumimoji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defRPr kumimoji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defRPr kumimoji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defRPr kumimoji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65000"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6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0</a:t>
                      </a:r>
                      <a:endParaRPr kumimoji="1" lang="en-US" altLang="zh-CN" sz="2600" b="0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91455" marR="91455" marT="45726" marB="45726" horzOverflow="overflow">
                    <a:lnL w="38100" cap="flat" cmpd="sng" algn="ctr">
                      <a:solidFill>
                        <a:srgbClr val="0000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0000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00">
                        <a:alpha val="20000"/>
                      </a:srgbClr>
                    </a:solidFill>
                  </a:tcPr>
                </a:tc>
              </a:tr>
              <a:tr h="487748">
                <a:tc>
                  <a:txBody>
                    <a:bodyPr/>
                    <a:lstStyle>
                      <a:lvl1pPr eaLnBrk="0" hangingPunct="0">
                        <a:defRPr kumimoji="1"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defRPr kumimoji="1"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defRPr kumimoji="1"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defRPr kumimoji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defRPr kumimoji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defRPr kumimoji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defRPr kumimoji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defRPr kumimoji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defRPr kumimoji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65000"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6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1</a:t>
                      </a:r>
                      <a:endParaRPr kumimoji="1" lang="en-US" altLang="zh-CN" sz="2600" b="0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91455" marR="91455" marT="45726" marB="45726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0000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0" cap="flat" cmpd="sng" algn="ctr">
                      <a:solidFill>
                        <a:srgbClr val="0000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00">
                        <a:alpha val="16078"/>
                      </a:srgbClr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defRPr kumimoji="1"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defRPr kumimoji="1"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defRPr kumimoji="1"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defRPr kumimoji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defRPr kumimoji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defRPr kumimoji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defRPr kumimoji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defRPr kumimoji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defRPr kumimoji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65000"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6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0</a:t>
                      </a:r>
                      <a:endParaRPr kumimoji="1" lang="en-US" altLang="zh-CN" sz="2600" b="0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91455" marR="91455" marT="45726" marB="45726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0000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0" cap="flat" cmpd="sng" algn="ctr">
                      <a:solidFill>
                        <a:srgbClr val="0000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00">
                        <a:alpha val="16078"/>
                      </a:srgbClr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defRPr kumimoji="1"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defRPr kumimoji="1"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defRPr kumimoji="1"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defRPr kumimoji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defRPr kumimoji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defRPr kumimoji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defRPr kumimoji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defRPr kumimoji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defRPr kumimoji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65000"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6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1</a:t>
                      </a:r>
                      <a:endParaRPr kumimoji="1" lang="en-US" altLang="zh-CN" sz="2600" b="0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91455" marR="91455" marT="45726" marB="45726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0000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0" cap="flat" cmpd="sng" algn="ctr">
                      <a:solidFill>
                        <a:srgbClr val="0000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00">
                        <a:alpha val="16078"/>
                      </a:srgbClr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defRPr kumimoji="1"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defRPr kumimoji="1"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defRPr kumimoji="1"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defRPr kumimoji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defRPr kumimoji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defRPr kumimoji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defRPr kumimoji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defRPr kumimoji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defRPr kumimoji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65000"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6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0</a:t>
                      </a:r>
                      <a:endParaRPr kumimoji="1" lang="en-US" altLang="zh-CN" sz="2600" b="0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91455" marR="91455" marT="45726" marB="45726" horzOverflow="overflow">
                    <a:lnL w="38100" cap="flat" cmpd="sng" algn="ctr">
                      <a:solidFill>
                        <a:srgbClr val="0000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0000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0" cap="flat" cmpd="sng" algn="ctr">
                      <a:solidFill>
                        <a:srgbClr val="0000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00">
                        <a:alpha val="16078"/>
                      </a:srgbClr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defRPr kumimoji="1"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defRPr kumimoji="1"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defRPr kumimoji="1"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defRPr kumimoji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defRPr kumimoji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defRPr kumimoji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defRPr kumimoji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defRPr kumimoji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defRPr kumimoji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65000"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6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0</a:t>
                      </a:r>
                      <a:endParaRPr kumimoji="1" lang="en-US" altLang="zh-CN" sz="2600" b="0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91455" marR="91455" marT="45726" marB="45726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0000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0" cap="flat" cmpd="sng" algn="ctr">
                      <a:solidFill>
                        <a:srgbClr val="0000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00">
                        <a:alpha val="16078"/>
                      </a:srgbClr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defRPr kumimoji="1"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defRPr kumimoji="1"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defRPr kumimoji="1"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defRPr kumimoji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defRPr kumimoji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defRPr kumimoji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defRPr kumimoji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defRPr kumimoji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defRPr kumimoji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65000"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6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0</a:t>
                      </a:r>
                      <a:endParaRPr kumimoji="1" lang="en-US" altLang="zh-CN" sz="2600" b="0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91455" marR="91455" marT="45726" marB="45726" horzOverflow="overflow">
                    <a:lnL w="38100" cap="flat" cmpd="sng" algn="ctr">
                      <a:solidFill>
                        <a:srgbClr val="0000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3175" cap="flat" cmpd="sng" algn="ctr">
                      <a:solidFill>
                        <a:srgbClr val="0000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0" cap="flat" cmpd="sng" algn="ctr">
                      <a:solidFill>
                        <a:srgbClr val="0000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00">
                        <a:alpha val="16078"/>
                      </a:srgbClr>
                    </a:solidFill>
                  </a:tcPr>
                </a:tc>
              </a:tr>
            </a:tbl>
          </a:graphicData>
        </a:graphic>
      </p:graphicFrame>
      <p:grpSp>
        <p:nvGrpSpPr>
          <p:cNvPr id="214088" name="Group 115"/>
          <p:cNvGrpSpPr/>
          <p:nvPr/>
        </p:nvGrpSpPr>
        <p:grpSpPr>
          <a:xfrm>
            <a:off x="604838" y="1152525"/>
            <a:ext cx="2541587" cy="1436688"/>
            <a:chOff x="45" y="1378"/>
            <a:chExt cx="1601" cy="905"/>
          </a:xfrm>
        </p:grpSpPr>
        <p:sp>
          <p:nvSpPr>
            <p:cNvPr id="214095" name="AutoShape 102"/>
            <p:cNvSpPr/>
            <p:nvPr/>
          </p:nvSpPr>
          <p:spPr>
            <a:xfrm>
              <a:off x="45" y="1378"/>
              <a:ext cx="1539" cy="905"/>
            </a:xfrm>
            <a:prstGeom prst="flowChartProcess">
              <a:avLst/>
            </a:prstGeom>
            <a:solidFill>
              <a:srgbClr val="99CC00">
                <a:alpha val="45882"/>
              </a:srgbClr>
            </a:solidFill>
            <a:ln w="9525">
              <a:noFill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lnSpc>
                  <a:spcPct val="130000"/>
                </a:lnSpc>
                <a:spcBef>
                  <a:spcPct val="20000"/>
                </a:spcBef>
                <a:spcAft>
                  <a:spcPct val="0"/>
                </a:spcAft>
                <a:defRPr sz="2400">
                  <a:solidFill>
                    <a:srgbClr val="0000FF"/>
                  </a:solidFill>
                  <a:latin typeface="Times New Roman" panose="02020603050405020304" pitchFamily="18" charset="0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lnSpc>
                  <a:spcPct val="13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0000CC"/>
                </a:buClr>
                <a:buSzPct val="80000"/>
                <a:buFont typeface="Wingdings" panose="05000000000000000000" pitchFamily="2" charset="2"/>
                <a:buChar char="o"/>
                <a:defRPr sz="3000" b="1">
                  <a:solidFill>
                    <a:srgbClr val="0000FF"/>
                  </a:solidFill>
                  <a:latin typeface="Arial Narrow" panose="020B0606020202030204" pitchFamily="34" charset="0"/>
                  <a:ea typeface="楷体_GB2312" charset="-122"/>
                  <a:cs typeface="楷体_GB2312" charset="-122"/>
                </a:defRPr>
              </a:lvl2pPr>
              <a:lvl3pPr marL="1143000" indent="-228600" algn="l" rtl="0" eaLnBrk="0" fontAlgn="base" hangingPunct="0">
                <a:lnSpc>
                  <a:spcPct val="13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0000CC"/>
                </a:buClr>
                <a:buSzPct val="80000"/>
                <a:buFont typeface="Wingdings" panose="05000000000000000000" pitchFamily="2" charset="2"/>
                <a:buChar char="n"/>
                <a:defRPr sz="3000" b="1">
                  <a:solidFill>
                    <a:srgbClr val="0000FF"/>
                  </a:solidFill>
                  <a:latin typeface="Arial Narrow" panose="020B0606020202030204" pitchFamily="34" charset="0"/>
                  <a:ea typeface="楷体_GB2312" charset="-122"/>
                  <a:cs typeface="楷体_GB2312" charset="-122"/>
                </a:defRPr>
              </a:lvl3pPr>
              <a:lvl4pPr marL="1600200" indent="-228600" algn="l" rtl="0" eaLnBrk="0" fontAlgn="base" hangingPunct="0">
                <a:lnSpc>
                  <a:spcPct val="13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0000CC"/>
                </a:buClr>
                <a:buSzPct val="80000"/>
                <a:buFont typeface="Wingdings" panose="05000000000000000000" pitchFamily="2" charset="2"/>
                <a:buChar char="o"/>
                <a:defRPr sz="2800" b="1">
                  <a:solidFill>
                    <a:srgbClr val="0000FF"/>
                  </a:solidFill>
                  <a:latin typeface="Arial Narrow" panose="020B0606020202030204" pitchFamily="34" charset="0"/>
                  <a:ea typeface="楷体_GB2312" charset="-122"/>
                  <a:cs typeface="楷体_GB2312" charset="-122"/>
                </a:defRPr>
              </a:lvl4pPr>
              <a:lvl5pPr marL="2057400" indent="-228600" algn="l" rtl="0" eaLnBrk="0" fontAlgn="base" hangingPunct="0">
                <a:lnSpc>
                  <a:spcPct val="13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0000CC"/>
                </a:buClr>
                <a:buSzPct val="80000"/>
                <a:buFont typeface="Wingdings" panose="05000000000000000000" pitchFamily="2" charset="2"/>
                <a:buChar char="o"/>
                <a:defRPr sz="2800" b="1">
                  <a:solidFill>
                    <a:srgbClr val="0000FF"/>
                  </a:solidFill>
                  <a:latin typeface="Arial Narrow" panose="020B0606020202030204" pitchFamily="34" charset="0"/>
                  <a:ea typeface="楷体_GB2312" charset="-122"/>
                  <a:cs typeface="楷体_GB2312" charset="-122"/>
                </a:defRPr>
              </a:lvl5pPr>
            </a:lstStyle>
            <a:p>
              <a:pPr marL="0" lvl="0" indent="0" eaLnBrk="1" hangingPunct="1">
                <a:lnSpc>
                  <a:spcPct val="100000"/>
                </a:lnSpc>
                <a:spcBef>
                  <a:spcPct val="0"/>
                </a:spcBef>
              </a:pPr>
              <a:endParaRPr lang="zh-CN" altLang="en-US" b="1" dirty="0">
                <a:solidFill>
                  <a:srgbClr val="007A77"/>
                </a:solidFill>
              </a:endParaRPr>
            </a:p>
          </p:txBody>
        </p:sp>
        <p:sp>
          <p:nvSpPr>
            <p:cNvPr id="214096" name="Text Box 109"/>
            <p:cNvSpPr txBox="1"/>
            <p:nvPr/>
          </p:nvSpPr>
          <p:spPr>
            <a:xfrm>
              <a:off x="69" y="1378"/>
              <a:ext cx="1066" cy="291"/>
            </a:xfrm>
            <a:prstGeom prst="rect">
              <a:avLst/>
            </a:prstGeom>
            <a:solidFill>
              <a:schemeClr val="bg1">
                <a:alpha val="0"/>
              </a:schemeClr>
            </a:solidFill>
            <a:ln w="9525">
              <a:noFill/>
            </a:ln>
          </p:spPr>
          <p:txBody>
            <a:bodyPr>
              <a:spAutoFit/>
            </a:bodyPr>
            <a:lstStyle>
              <a:lvl1pPr marL="342900" indent="-342900" algn="l" rtl="0" eaLnBrk="0" fontAlgn="base" hangingPunct="0">
                <a:lnSpc>
                  <a:spcPct val="130000"/>
                </a:lnSpc>
                <a:spcBef>
                  <a:spcPct val="20000"/>
                </a:spcBef>
                <a:spcAft>
                  <a:spcPct val="0"/>
                </a:spcAft>
                <a:defRPr sz="2400">
                  <a:solidFill>
                    <a:srgbClr val="0000FF"/>
                  </a:solidFill>
                  <a:latin typeface="Times New Roman" panose="02020603050405020304" pitchFamily="18" charset="0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lnSpc>
                  <a:spcPct val="13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0000CC"/>
                </a:buClr>
                <a:buSzPct val="80000"/>
                <a:buFont typeface="Wingdings" panose="05000000000000000000" pitchFamily="2" charset="2"/>
                <a:buChar char="o"/>
                <a:defRPr sz="3000" b="1">
                  <a:solidFill>
                    <a:srgbClr val="0000FF"/>
                  </a:solidFill>
                  <a:latin typeface="Arial Narrow" panose="020B0606020202030204" pitchFamily="34" charset="0"/>
                  <a:ea typeface="楷体_GB2312" charset="-122"/>
                  <a:cs typeface="楷体_GB2312" charset="-122"/>
                </a:defRPr>
              </a:lvl2pPr>
              <a:lvl3pPr marL="1143000" indent="-228600" algn="l" rtl="0" eaLnBrk="0" fontAlgn="base" hangingPunct="0">
                <a:lnSpc>
                  <a:spcPct val="13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0000CC"/>
                </a:buClr>
                <a:buSzPct val="80000"/>
                <a:buFont typeface="Wingdings" panose="05000000000000000000" pitchFamily="2" charset="2"/>
                <a:buChar char="n"/>
                <a:defRPr sz="3000" b="1">
                  <a:solidFill>
                    <a:srgbClr val="0000FF"/>
                  </a:solidFill>
                  <a:latin typeface="Arial Narrow" panose="020B0606020202030204" pitchFamily="34" charset="0"/>
                  <a:ea typeface="楷体_GB2312" charset="-122"/>
                  <a:cs typeface="楷体_GB2312" charset="-122"/>
                </a:defRPr>
              </a:lvl3pPr>
              <a:lvl4pPr marL="1600200" indent="-228600" algn="l" rtl="0" eaLnBrk="0" fontAlgn="base" hangingPunct="0">
                <a:lnSpc>
                  <a:spcPct val="13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0000CC"/>
                </a:buClr>
                <a:buSzPct val="80000"/>
                <a:buFont typeface="Wingdings" panose="05000000000000000000" pitchFamily="2" charset="2"/>
                <a:buChar char="o"/>
                <a:defRPr sz="2800" b="1">
                  <a:solidFill>
                    <a:srgbClr val="0000FF"/>
                  </a:solidFill>
                  <a:latin typeface="Arial Narrow" panose="020B0606020202030204" pitchFamily="34" charset="0"/>
                  <a:ea typeface="楷体_GB2312" charset="-122"/>
                  <a:cs typeface="楷体_GB2312" charset="-122"/>
                </a:defRPr>
              </a:lvl4pPr>
              <a:lvl5pPr marL="2057400" indent="-228600" algn="l" rtl="0" eaLnBrk="0" fontAlgn="base" hangingPunct="0">
                <a:lnSpc>
                  <a:spcPct val="13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0000CC"/>
                </a:buClr>
                <a:buSzPct val="80000"/>
                <a:buFont typeface="Wingdings" panose="05000000000000000000" pitchFamily="2" charset="2"/>
                <a:buChar char="o"/>
                <a:defRPr sz="2800" b="1">
                  <a:solidFill>
                    <a:srgbClr val="0000FF"/>
                  </a:solidFill>
                  <a:latin typeface="Arial Narrow" panose="020B0606020202030204" pitchFamily="34" charset="0"/>
                  <a:ea typeface="楷体_GB2312" charset="-122"/>
                  <a:cs typeface="楷体_GB2312" charset="-122"/>
                </a:defRPr>
              </a:lvl5pPr>
            </a:lstStyle>
            <a:p>
              <a:pPr marL="0" lvl="0" indent="0" eaLnBrk="1" hangingPunct="1">
                <a:lnSpc>
                  <a:spcPct val="100000"/>
                </a:lnSpc>
                <a:spcBef>
                  <a:spcPct val="5000"/>
                </a:spcBef>
              </a:pPr>
              <a:r>
                <a:rPr lang="en-US" altLang="zh-CN" b="1" i="1" dirty="0">
                  <a:solidFill>
                    <a:srgbClr val="000099"/>
                  </a:solidFill>
                  <a:ea typeface="楷体_GB2312" charset="-122"/>
                </a:rPr>
                <a:t>Q</a:t>
              </a:r>
              <a:r>
                <a:rPr lang="en-US" altLang="zh-CN" b="1" baseline="-25000" dirty="0">
                  <a:solidFill>
                    <a:srgbClr val="000099"/>
                  </a:solidFill>
                  <a:ea typeface="楷体_GB2312" charset="-122"/>
                </a:rPr>
                <a:t>1 </a:t>
              </a:r>
              <a:r>
                <a:rPr lang="en-US" altLang="zh-CN" b="1" i="1" dirty="0">
                  <a:solidFill>
                    <a:srgbClr val="000099"/>
                  </a:solidFill>
                  <a:ea typeface="楷体_GB2312" charset="-122"/>
                </a:rPr>
                <a:t>= q</a:t>
              </a:r>
              <a:r>
                <a:rPr lang="en-US" altLang="zh-CN" b="1" baseline="-25000" dirty="0">
                  <a:solidFill>
                    <a:srgbClr val="000099"/>
                  </a:solidFill>
                  <a:ea typeface="楷体_GB2312" charset="-122"/>
                </a:rPr>
                <a:t>1</a:t>
              </a:r>
              <a:r>
                <a:rPr lang="en-US" altLang="zh-CN" b="1" i="1" dirty="0">
                  <a:solidFill>
                    <a:srgbClr val="000099"/>
                  </a:solidFill>
                  <a:ea typeface="楷体_GB2312" charset="-122"/>
                </a:rPr>
                <a:t>' </a:t>
              </a:r>
              <a:endParaRPr lang="en-US" altLang="zh-CN" b="1" i="1" dirty="0">
                <a:solidFill>
                  <a:srgbClr val="000099"/>
                </a:solidFill>
                <a:ea typeface="楷体_GB2312" charset="-122"/>
              </a:endParaRPr>
            </a:p>
          </p:txBody>
        </p:sp>
        <p:sp>
          <p:nvSpPr>
            <p:cNvPr id="214097" name="Text Box 111"/>
            <p:cNvSpPr txBox="1"/>
            <p:nvPr/>
          </p:nvSpPr>
          <p:spPr>
            <a:xfrm>
              <a:off x="69" y="1661"/>
              <a:ext cx="1404" cy="291"/>
            </a:xfrm>
            <a:prstGeom prst="rect">
              <a:avLst/>
            </a:prstGeom>
            <a:solidFill>
              <a:schemeClr val="bg1">
                <a:alpha val="0"/>
              </a:schemeClr>
            </a:solidFill>
            <a:ln w="9525">
              <a:noFill/>
            </a:ln>
          </p:spPr>
          <p:txBody>
            <a:bodyPr>
              <a:spAutoFit/>
            </a:bodyPr>
            <a:lstStyle>
              <a:lvl1pPr marL="342900" indent="-342900" algn="l" rtl="0" eaLnBrk="0" fontAlgn="base" hangingPunct="0">
                <a:lnSpc>
                  <a:spcPct val="130000"/>
                </a:lnSpc>
                <a:spcBef>
                  <a:spcPct val="20000"/>
                </a:spcBef>
                <a:spcAft>
                  <a:spcPct val="0"/>
                </a:spcAft>
                <a:defRPr sz="2400">
                  <a:solidFill>
                    <a:srgbClr val="0000FF"/>
                  </a:solidFill>
                  <a:latin typeface="Times New Roman" panose="02020603050405020304" pitchFamily="18" charset="0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lnSpc>
                  <a:spcPct val="13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0000CC"/>
                </a:buClr>
                <a:buSzPct val="80000"/>
                <a:buFont typeface="Wingdings" panose="05000000000000000000" pitchFamily="2" charset="2"/>
                <a:buChar char="o"/>
                <a:defRPr sz="3000" b="1">
                  <a:solidFill>
                    <a:srgbClr val="0000FF"/>
                  </a:solidFill>
                  <a:latin typeface="Arial Narrow" panose="020B0606020202030204" pitchFamily="34" charset="0"/>
                  <a:ea typeface="楷体_GB2312" charset="-122"/>
                  <a:cs typeface="楷体_GB2312" charset="-122"/>
                </a:defRPr>
              </a:lvl2pPr>
              <a:lvl3pPr marL="1143000" indent="-228600" algn="l" rtl="0" eaLnBrk="0" fontAlgn="base" hangingPunct="0">
                <a:lnSpc>
                  <a:spcPct val="13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0000CC"/>
                </a:buClr>
                <a:buSzPct val="80000"/>
                <a:buFont typeface="Wingdings" panose="05000000000000000000" pitchFamily="2" charset="2"/>
                <a:buChar char="n"/>
                <a:defRPr sz="3000" b="1">
                  <a:solidFill>
                    <a:srgbClr val="0000FF"/>
                  </a:solidFill>
                  <a:latin typeface="Arial Narrow" panose="020B0606020202030204" pitchFamily="34" charset="0"/>
                  <a:ea typeface="楷体_GB2312" charset="-122"/>
                  <a:cs typeface="楷体_GB2312" charset="-122"/>
                </a:defRPr>
              </a:lvl3pPr>
              <a:lvl4pPr marL="1600200" indent="-228600" algn="l" rtl="0" eaLnBrk="0" fontAlgn="base" hangingPunct="0">
                <a:lnSpc>
                  <a:spcPct val="13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0000CC"/>
                </a:buClr>
                <a:buSzPct val="80000"/>
                <a:buFont typeface="Wingdings" panose="05000000000000000000" pitchFamily="2" charset="2"/>
                <a:buChar char="o"/>
                <a:defRPr sz="2800" b="1">
                  <a:solidFill>
                    <a:srgbClr val="0000FF"/>
                  </a:solidFill>
                  <a:latin typeface="Arial Narrow" panose="020B0606020202030204" pitchFamily="34" charset="0"/>
                  <a:ea typeface="楷体_GB2312" charset="-122"/>
                  <a:cs typeface="楷体_GB2312" charset="-122"/>
                </a:defRPr>
              </a:lvl4pPr>
              <a:lvl5pPr marL="2057400" indent="-228600" algn="l" rtl="0" eaLnBrk="0" fontAlgn="base" hangingPunct="0">
                <a:lnSpc>
                  <a:spcPct val="13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0000CC"/>
                </a:buClr>
                <a:buSzPct val="80000"/>
                <a:buFont typeface="Wingdings" panose="05000000000000000000" pitchFamily="2" charset="2"/>
                <a:buChar char="o"/>
                <a:defRPr sz="2800" b="1">
                  <a:solidFill>
                    <a:srgbClr val="0000FF"/>
                  </a:solidFill>
                  <a:latin typeface="Arial Narrow" panose="020B0606020202030204" pitchFamily="34" charset="0"/>
                  <a:ea typeface="楷体_GB2312" charset="-122"/>
                  <a:cs typeface="楷体_GB2312" charset="-122"/>
                </a:defRPr>
              </a:lvl5pPr>
            </a:lstStyle>
            <a:p>
              <a:pPr marL="0" lvl="0" indent="0" eaLnBrk="1" hangingPunct="1">
                <a:lnSpc>
                  <a:spcPct val="100000"/>
                </a:lnSpc>
                <a:spcBef>
                  <a:spcPct val="5000"/>
                </a:spcBef>
              </a:pPr>
              <a:r>
                <a:rPr lang="en-US" altLang="zh-CN" b="1" i="1" dirty="0">
                  <a:solidFill>
                    <a:srgbClr val="000099"/>
                  </a:solidFill>
                  <a:ea typeface="楷体_GB2312" charset="-122"/>
                </a:rPr>
                <a:t>Q</a:t>
              </a:r>
              <a:r>
                <a:rPr lang="en-US" altLang="zh-CN" b="1" baseline="-25000" dirty="0">
                  <a:solidFill>
                    <a:srgbClr val="000099"/>
                  </a:solidFill>
                  <a:ea typeface="楷体_GB2312" charset="-122"/>
                </a:rPr>
                <a:t>2</a:t>
              </a:r>
              <a:r>
                <a:rPr lang="en-US" altLang="zh-CN" b="1" i="1" dirty="0">
                  <a:solidFill>
                    <a:srgbClr val="000099"/>
                  </a:solidFill>
                  <a:ea typeface="楷体_GB2312" charset="-122"/>
                </a:rPr>
                <a:t>= A + q</a:t>
              </a:r>
              <a:r>
                <a:rPr lang="en-US" altLang="zh-CN" b="1" baseline="-25000" dirty="0">
                  <a:solidFill>
                    <a:srgbClr val="000099"/>
                  </a:solidFill>
                  <a:ea typeface="楷体_GB2312" charset="-122"/>
                </a:rPr>
                <a:t>1 </a:t>
              </a:r>
              <a:r>
                <a:rPr lang="en-US" altLang="zh-CN" b="1" i="1" dirty="0">
                  <a:solidFill>
                    <a:srgbClr val="000099"/>
                  </a:solidFill>
                  <a:ea typeface="楷体_GB2312" charset="-122"/>
                </a:rPr>
                <a:t>+ q</a:t>
              </a:r>
              <a:r>
                <a:rPr lang="en-US" altLang="zh-CN" b="1" baseline="-25000" dirty="0">
                  <a:solidFill>
                    <a:srgbClr val="000099"/>
                  </a:solidFill>
                  <a:ea typeface="楷体_GB2312" charset="-122"/>
                </a:rPr>
                <a:t>2</a:t>
              </a:r>
              <a:r>
                <a:rPr lang="en-US" altLang="zh-CN" b="1" dirty="0">
                  <a:solidFill>
                    <a:srgbClr val="007A77"/>
                  </a:solidFill>
                  <a:ea typeface="楷体_GB2312" charset="-122"/>
                </a:rPr>
                <a:t> </a:t>
              </a:r>
              <a:endParaRPr lang="en-US" altLang="zh-CN" b="1" dirty="0">
                <a:solidFill>
                  <a:srgbClr val="007A77"/>
                </a:solidFill>
                <a:ea typeface="楷体_GB2312" charset="-122"/>
              </a:endParaRPr>
            </a:p>
          </p:txBody>
        </p:sp>
        <p:sp>
          <p:nvSpPr>
            <p:cNvPr id="214098" name="Oval 112"/>
            <p:cNvSpPr/>
            <p:nvPr/>
          </p:nvSpPr>
          <p:spPr>
            <a:xfrm>
              <a:off x="627" y="1734"/>
              <a:ext cx="159" cy="159"/>
            </a:xfrm>
            <a:prstGeom prst="ellipse">
              <a:avLst/>
            </a:prstGeom>
            <a:solidFill>
              <a:srgbClr val="FFFFFF">
                <a:alpha val="0"/>
              </a:srgbClr>
            </a:solidFill>
            <a:ln w="28575" cap="flat" cmpd="sng">
              <a:solidFill>
                <a:srgbClr val="000099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lnSpc>
                  <a:spcPct val="130000"/>
                </a:lnSpc>
                <a:spcBef>
                  <a:spcPct val="20000"/>
                </a:spcBef>
                <a:spcAft>
                  <a:spcPct val="0"/>
                </a:spcAft>
                <a:defRPr sz="2400">
                  <a:solidFill>
                    <a:srgbClr val="0000FF"/>
                  </a:solidFill>
                  <a:latin typeface="Times New Roman" panose="02020603050405020304" pitchFamily="18" charset="0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lnSpc>
                  <a:spcPct val="13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0000CC"/>
                </a:buClr>
                <a:buSzPct val="80000"/>
                <a:buFont typeface="Wingdings" panose="05000000000000000000" pitchFamily="2" charset="2"/>
                <a:buChar char="o"/>
                <a:defRPr sz="3000" b="1">
                  <a:solidFill>
                    <a:srgbClr val="0000FF"/>
                  </a:solidFill>
                  <a:latin typeface="Arial Narrow" panose="020B0606020202030204" pitchFamily="34" charset="0"/>
                  <a:ea typeface="楷体_GB2312" charset="-122"/>
                  <a:cs typeface="楷体_GB2312" charset="-122"/>
                </a:defRPr>
              </a:lvl2pPr>
              <a:lvl3pPr marL="1143000" indent="-228600" algn="l" rtl="0" eaLnBrk="0" fontAlgn="base" hangingPunct="0">
                <a:lnSpc>
                  <a:spcPct val="13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0000CC"/>
                </a:buClr>
                <a:buSzPct val="80000"/>
                <a:buFont typeface="Wingdings" panose="05000000000000000000" pitchFamily="2" charset="2"/>
                <a:buChar char="n"/>
                <a:defRPr sz="3000" b="1">
                  <a:solidFill>
                    <a:srgbClr val="0000FF"/>
                  </a:solidFill>
                  <a:latin typeface="Arial Narrow" panose="020B0606020202030204" pitchFamily="34" charset="0"/>
                  <a:ea typeface="楷体_GB2312" charset="-122"/>
                  <a:cs typeface="楷体_GB2312" charset="-122"/>
                </a:defRPr>
              </a:lvl3pPr>
              <a:lvl4pPr marL="1600200" indent="-228600" algn="l" rtl="0" eaLnBrk="0" fontAlgn="base" hangingPunct="0">
                <a:lnSpc>
                  <a:spcPct val="13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0000CC"/>
                </a:buClr>
                <a:buSzPct val="80000"/>
                <a:buFont typeface="Wingdings" panose="05000000000000000000" pitchFamily="2" charset="2"/>
                <a:buChar char="o"/>
                <a:defRPr sz="2800" b="1">
                  <a:solidFill>
                    <a:srgbClr val="0000FF"/>
                  </a:solidFill>
                  <a:latin typeface="Arial Narrow" panose="020B0606020202030204" pitchFamily="34" charset="0"/>
                  <a:ea typeface="楷体_GB2312" charset="-122"/>
                  <a:cs typeface="楷体_GB2312" charset="-122"/>
                </a:defRPr>
              </a:lvl4pPr>
              <a:lvl5pPr marL="2057400" indent="-228600" algn="l" rtl="0" eaLnBrk="0" fontAlgn="base" hangingPunct="0">
                <a:lnSpc>
                  <a:spcPct val="13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0000CC"/>
                </a:buClr>
                <a:buSzPct val="80000"/>
                <a:buFont typeface="Wingdings" panose="05000000000000000000" pitchFamily="2" charset="2"/>
                <a:buChar char="o"/>
                <a:defRPr sz="2800" b="1">
                  <a:solidFill>
                    <a:srgbClr val="0000FF"/>
                  </a:solidFill>
                  <a:latin typeface="Arial Narrow" panose="020B0606020202030204" pitchFamily="34" charset="0"/>
                  <a:ea typeface="楷体_GB2312" charset="-122"/>
                  <a:cs typeface="楷体_GB2312" charset="-122"/>
                </a:defRPr>
              </a:lvl5pPr>
            </a:lstStyle>
            <a:p>
              <a:pPr marL="0" lvl="0" indent="0" eaLnBrk="1" hangingPunct="1">
                <a:lnSpc>
                  <a:spcPct val="100000"/>
                </a:lnSpc>
                <a:spcBef>
                  <a:spcPct val="0"/>
                </a:spcBef>
              </a:pPr>
              <a:endParaRPr lang="zh-CN" altLang="en-US" b="1" dirty="0">
                <a:solidFill>
                  <a:srgbClr val="007A77"/>
                </a:solidFill>
              </a:endParaRPr>
            </a:p>
          </p:txBody>
        </p:sp>
        <p:sp>
          <p:nvSpPr>
            <p:cNvPr id="214099" name="Oval 113"/>
            <p:cNvSpPr/>
            <p:nvPr/>
          </p:nvSpPr>
          <p:spPr>
            <a:xfrm>
              <a:off x="976" y="1735"/>
              <a:ext cx="159" cy="159"/>
            </a:xfrm>
            <a:prstGeom prst="ellipse">
              <a:avLst/>
            </a:prstGeom>
            <a:solidFill>
              <a:srgbClr val="FFFFFF">
                <a:alpha val="0"/>
              </a:srgbClr>
            </a:solidFill>
            <a:ln w="28575" cap="flat" cmpd="sng">
              <a:solidFill>
                <a:srgbClr val="000099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lnSpc>
                  <a:spcPct val="130000"/>
                </a:lnSpc>
                <a:spcBef>
                  <a:spcPct val="20000"/>
                </a:spcBef>
                <a:spcAft>
                  <a:spcPct val="0"/>
                </a:spcAft>
                <a:defRPr sz="2400">
                  <a:solidFill>
                    <a:srgbClr val="0000FF"/>
                  </a:solidFill>
                  <a:latin typeface="Times New Roman" panose="02020603050405020304" pitchFamily="18" charset="0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lnSpc>
                  <a:spcPct val="13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0000CC"/>
                </a:buClr>
                <a:buSzPct val="80000"/>
                <a:buFont typeface="Wingdings" panose="05000000000000000000" pitchFamily="2" charset="2"/>
                <a:buChar char="o"/>
                <a:defRPr sz="3000" b="1">
                  <a:solidFill>
                    <a:srgbClr val="0000FF"/>
                  </a:solidFill>
                  <a:latin typeface="Arial Narrow" panose="020B0606020202030204" pitchFamily="34" charset="0"/>
                  <a:ea typeface="楷体_GB2312" charset="-122"/>
                  <a:cs typeface="楷体_GB2312" charset="-122"/>
                </a:defRPr>
              </a:lvl2pPr>
              <a:lvl3pPr marL="1143000" indent="-228600" algn="l" rtl="0" eaLnBrk="0" fontAlgn="base" hangingPunct="0">
                <a:lnSpc>
                  <a:spcPct val="13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0000CC"/>
                </a:buClr>
                <a:buSzPct val="80000"/>
                <a:buFont typeface="Wingdings" panose="05000000000000000000" pitchFamily="2" charset="2"/>
                <a:buChar char="n"/>
                <a:defRPr sz="3000" b="1">
                  <a:solidFill>
                    <a:srgbClr val="0000FF"/>
                  </a:solidFill>
                  <a:latin typeface="Arial Narrow" panose="020B0606020202030204" pitchFamily="34" charset="0"/>
                  <a:ea typeface="楷体_GB2312" charset="-122"/>
                  <a:cs typeface="楷体_GB2312" charset="-122"/>
                </a:defRPr>
              </a:lvl3pPr>
              <a:lvl4pPr marL="1600200" indent="-228600" algn="l" rtl="0" eaLnBrk="0" fontAlgn="base" hangingPunct="0">
                <a:lnSpc>
                  <a:spcPct val="13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0000CC"/>
                </a:buClr>
                <a:buSzPct val="80000"/>
                <a:buFont typeface="Wingdings" panose="05000000000000000000" pitchFamily="2" charset="2"/>
                <a:buChar char="o"/>
                <a:defRPr sz="2800" b="1">
                  <a:solidFill>
                    <a:srgbClr val="0000FF"/>
                  </a:solidFill>
                  <a:latin typeface="Arial Narrow" panose="020B0606020202030204" pitchFamily="34" charset="0"/>
                  <a:ea typeface="楷体_GB2312" charset="-122"/>
                  <a:cs typeface="楷体_GB2312" charset="-122"/>
                </a:defRPr>
              </a:lvl4pPr>
              <a:lvl5pPr marL="2057400" indent="-228600" algn="l" rtl="0" eaLnBrk="0" fontAlgn="base" hangingPunct="0">
                <a:lnSpc>
                  <a:spcPct val="13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0000CC"/>
                </a:buClr>
                <a:buSzPct val="80000"/>
                <a:buFont typeface="Wingdings" panose="05000000000000000000" pitchFamily="2" charset="2"/>
                <a:buChar char="o"/>
                <a:defRPr sz="2800" b="1">
                  <a:solidFill>
                    <a:srgbClr val="0000FF"/>
                  </a:solidFill>
                  <a:latin typeface="Arial Narrow" panose="020B0606020202030204" pitchFamily="34" charset="0"/>
                  <a:ea typeface="楷体_GB2312" charset="-122"/>
                  <a:cs typeface="楷体_GB2312" charset="-122"/>
                </a:defRPr>
              </a:lvl5pPr>
            </a:lstStyle>
            <a:p>
              <a:pPr marL="0" lvl="0" indent="0" eaLnBrk="1" hangingPunct="1">
                <a:lnSpc>
                  <a:spcPct val="100000"/>
                </a:lnSpc>
                <a:spcBef>
                  <a:spcPct val="0"/>
                </a:spcBef>
              </a:pPr>
              <a:endParaRPr lang="zh-CN" altLang="en-US" b="1" dirty="0">
                <a:solidFill>
                  <a:srgbClr val="007A77"/>
                </a:solidFill>
              </a:endParaRPr>
            </a:p>
          </p:txBody>
        </p:sp>
        <p:sp>
          <p:nvSpPr>
            <p:cNvPr id="214100" name="Text Box 114"/>
            <p:cNvSpPr txBox="1"/>
            <p:nvPr/>
          </p:nvSpPr>
          <p:spPr>
            <a:xfrm>
              <a:off x="69" y="1952"/>
              <a:ext cx="1577" cy="304"/>
            </a:xfrm>
            <a:prstGeom prst="rect">
              <a:avLst/>
            </a:prstGeom>
            <a:solidFill>
              <a:schemeClr val="bg1">
                <a:alpha val="0"/>
              </a:schemeClr>
            </a:solidFill>
            <a:ln w="9525">
              <a:noFill/>
            </a:ln>
          </p:spPr>
          <p:txBody>
            <a:bodyPr>
              <a:spAutoFit/>
            </a:bodyPr>
            <a:lstStyle>
              <a:lvl1pPr marL="342900" indent="-342900" algn="l" rtl="0" eaLnBrk="0" fontAlgn="base" hangingPunct="0">
                <a:lnSpc>
                  <a:spcPct val="130000"/>
                </a:lnSpc>
                <a:spcBef>
                  <a:spcPct val="20000"/>
                </a:spcBef>
                <a:spcAft>
                  <a:spcPct val="0"/>
                </a:spcAft>
                <a:defRPr sz="2400">
                  <a:solidFill>
                    <a:srgbClr val="0000FF"/>
                  </a:solidFill>
                  <a:latin typeface="Times New Roman" panose="02020603050405020304" pitchFamily="18" charset="0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lnSpc>
                  <a:spcPct val="13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0000CC"/>
                </a:buClr>
                <a:buSzPct val="80000"/>
                <a:buFont typeface="Wingdings" panose="05000000000000000000" pitchFamily="2" charset="2"/>
                <a:buChar char="o"/>
                <a:defRPr sz="3000" b="1">
                  <a:solidFill>
                    <a:srgbClr val="0000FF"/>
                  </a:solidFill>
                  <a:latin typeface="Arial Narrow" panose="020B0606020202030204" pitchFamily="34" charset="0"/>
                  <a:ea typeface="楷体_GB2312" charset="-122"/>
                  <a:cs typeface="楷体_GB2312" charset="-122"/>
                </a:defRPr>
              </a:lvl2pPr>
              <a:lvl3pPr marL="1143000" indent="-228600" algn="l" rtl="0" eaLnBrk="0" fontAlgn="base" hangingPunct="0">
                <a:lnSpc>
                  <a:spcPct val="13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0000CC"/>
                </a:buClr>
                <a:buSzPct val="80000"/>
                <a:buFont typeface="Wingdings" panose="05000000000000000000" pitchFamily="2" charset="2"/>
                <a:buChar char="n"/>
                <a:defRPr sz="3000" b="1">
                  <a:solidFill>
                    <a:srgbClr val="0000FF"/>
                  </a:solidFill>
                  <a:latin typeface="Arial Narrow" panose="020B0606020202030204" pitchFamily="34" charset="0"/>
                  <a:ea typeface="楷体_GB2312" charset="-122"/>
                  <a:cs typeface="楷体_GB2312" charset="-122"/>
                </a:defRPr>
              </a:lvl3pPr>
              <a:lvl4pPr marL="1600200" indent="-228600" algn="l" rtl="0" eaLnBrk="0" fontAlgn="base" hangingPunct="0">
                <a:lnSpc>
                  <a:spcPct val="13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0000CC"/>
                </a:buClr>
                <a:buSzPct val="80000"/>
                <a:buFont typeface="Wingdings" panose="05000000000000000000" pitchFamily="2" charset="2"/>
                <a:buChar char="o"/>
                <a:defRPr sz="2800" b="1">
                  <a:solidFill>
                    <a:srgbClr val="0000FF"/>
                  </a:solidFill>
                  <a:latin typeface="Arial Narrow" panose="020B0606020202030204" pitchFamily="34" charset="0"/>
                  <a:ea typeface="楷体_GB2312" charset="-122"/>
                  <a:cs typeface="楷体_GB2312" charset="-122"/>
                </a:defRPr>
              </a:lvl4pPr>
              <a:lvl5pPr marL="2057400" indent="-228600" algn="l" rtl="0" eaLnBrk="0" fontAlgn="base" hangingPunct="0">
                <a:lnSpc>
                  <a:spcPct val="13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0000CC"/>
                </a:buClr>
                <a:buSzPct val="80000"/>
                <a:buFont typeface="Wingdings" panose="05000000000000000000" pitchFamily="2" charset="2"/>
                <a:buChar char="o"/>
                <a:defRPr sz="2800" b="1">
                  <a:solidFill>
                    <a:srgbClr val="0000FF"/>
                  </a:solidFill>
                  <a:latin typeface="Arial Narrow" panose="020B0606020202030204" pitchFamily="34" charset="0"/>
                  <a:ea typeface="楷体_GB2312" charset="-122"/>
                  <a:cs typeface="楷体_GB2312" charset="-122"/>
                </a:defRPr>
              </a:lvl5pPr>
            </a:lstStyle>
            <a:p>
              <a:pPr marL="0" lvl="0" indent="0" eaLnBrk="1" hangingPunct="1">
                <a:lnSpc>
                  <a:spcPct val="115000"/>
                </a:lnSpc>
                <a:spcBef>
                  <a:spcPct val="5000"/>
                </a:spcBef>
              </a:pPr>
              <a:r>
                <a:rPr lang="en-US" altLang="zh-CN" b="1" i="1" dirty="0">
                  <a:solidFill>
                    <a:srgbClr val="000099"/>
                  </a:solidFill>
                  <a:ea typeface="楷体_GB2312" charset="-122"/>
                </a:rPr>
                <a:t>Y</a:t>
              </a:r>
              <a:r>
                <a:rPr lang="en-US" altLang="zh-CN" b="1" dirty="0">
                  <a:solidFill>
                    <a:srgbClr val="000099"/>
                  </a:solidFill>
                  <a:ea typeface="楷体_GB2312" charset="-122"/>
                </a:rPr>
                <a:t>=</a:t>
              </a:r>
              <a:r>
                <a:rPr lang="en-US" altLang="zh-CN" b="1" i="1" dirty="0">
                  <a:solidFill>
                    <a:srgbClr val="000099"/>
                  </a:solidFill>
                  <a:ea typeface="楷体_GB2312" charset="-122"/>
                </a:rPr>
                <a:t>A</a:t>
              </a:r>
              <a:r>
                <a:rPr lang="en-US" altLang="zh-CN" b="1" i="1" dirty="0">
                  <a:solidFill>
                    <a:srgbClr val="000099"/>
                  </a:solidFill>
                </a:rPr>
                <a:t>'</a:t>
              </a:r>
              <a:r>
                <a:rPr lang="en-US" altLang="zh-CN" b="1" i="1" dirty="0">
                  <a:solidFill>
                    <a:srgbClr val="000099"/>
                  </a:solidFill>
                  <a:ea typeface="楷体_GB2312" charset="-122"/>
                </a:rPr>
                <a:t>q</a:t>
              </a:r>
              <a:r>
                <a:rPr lang="en-US" altLang="zh-CN" b="1" baseline="-25000" dirty="0">
                  <a:solidFill>
                    <a:srgbClr val="000099"/>
                  </a:solidFill>
                  <a:ea typeface="楷体_GB2312" charset="-122"/>
                </a:rPr>
                <a:t>1</a:t>
              </a:r>
              <a:r>
                <a:rPr lang="en-US" altLang="zh-CN" b="1" i="1" dirty="0">
                  <a:solidFill>
                    <a:srgbClr val="000099"/>
                  </a:solidFill>
                  <a:ea typeface="楷体_GB2312" charset="-122"/>
                </a:rPr>
                <a:t>q</a:t>
              </a:r>
              <a:r>
                <a:rPr lang="en-US" altLang="zh-CN" b="1" baseline="-25000" dirty="0">
                  <a:solidFill>
                    <a:srgbClr val="000099"/>
                  </a:solidFill>
                  <a:ea typeface="楷体_GB2312" charset="-122"/>
                </a:rPr>
                <a:t>2</a:t>
              </a:r>
              <a:r>
                <a:rPr lang="en-US" altLang="zh-CN" b="1" dirty="0">
                  <a:solidFill>
                    <a:srgbClr val="000099"/>
                  </a:solidFill>
                  <a:ea typeface="楷体_GB2312" charset="-122"/>
                </a:rPr>
                <a:t>+</a:t>
              </a:r>
              <a:r>
                <a:rPr lang="en-US" altLang="zh-CN" b="1" i="1" dirty="0">
                  <a:solidFill>
                    <a:srgbClr val="000099"/>
                  </a:solidFill>
                </a:rPr>
                <a:t>Aq'</a:t>
              </a:r>
              <a:r>
                <a:rPr lang="en-US" altLang="zh-CN" b="1" baseline="-25000" dirty="0">
                  <a:solidFill>
                    <a:srgbClr val="000099"/>
                  </a:solidFill>
                  <a:ea typeface="楷体_GB2312" charset="-122"/>
                </a:rPr>
                <a:t>1</a:t>
              </a:r>
              <a:r>
                <a:rPr lang="en-US" altLang="zh-CN" b="1" i="1" dirty="0">
                  <a:solidFill>
                    <a:srgbClr val="000099"/>
                  </a:solidFill>
                </a:rPr>
                <a:t>q'</a:t>
              </a:r>
              <a:r>
                <a:rPr lang="en-US" altLang="zh-CN" b="1" baseline="-25000" dirty="0">
                  <a:solidFill>
                    <a:srgbClr val="000099"/>
                  </a:solidFill>
                  <a:ea typeface="楷体_GB2312" charset="-122"/>
                </a:rPr>
                <a:t>2</a:t>
              </a:r>
              <a:endParaRPr lang="en-US" altLang="zh-CN" b="1" baseline="-25000" dirty="0">
                <a:solidFill>
                  <a:srgbClr val="000099"/>
                </a:solidFill>
                <a:ea typeface="楷体_GB2312" charset="-122"/>
              </a:endParaRPr>
            </a:p>
          </p:txBody>
        </p:sp>
      </p:grpSp>
      <p:sp>
        <p:nvSpPr>
          <p:cNvPr id="214089" name="TextBox 1"/>
          <p:cNvSpPr txBox="1"/>
          <p:nvPr/>
        </p:nvSpPr>
        <p:spPr>
          <a:xfrm>
            <a:off x="3254375" y="1217613"/>
            <a:ext cx="5889625" cy="485775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lnSpc>
                <a:spcPct val="130000"/>
              </a:lnSpc>
              <a:spcBef>
                <a:spcPct val="20000"/>
              </a:spcBef>
              <a:spcAft>
                <a:spcPct val="0"/>
              </a:spcAft>
              <a:defRPr sz="2400">
                <a:solidFill>
                  <a:srgbClr val="0000FF"/>
                </a:solidFill>
                <a:latin typeface="Times New Roman" panose="02020603050405020304" pitchFamily="18" charset="0"/>
                <a:ea typeface="+mn-ea"/>
                <a:cs typeface="+mn-cs"/>
              </a:defRPr>
            </a:lvl1pPr>
            <a:lvl2pPr marL="742950" indent="-285750" algn="l" rtl="0" eaLnBrk="0" fontAlgn="base" hangingPunct="0">
              <a:lnSpc>
                <a:spcPct val="130000"/>
              </a:lnSpc>
              <a:spcBef>
                <a:spcPct val="20000"/>
              </a:spcBef>
              <a:spcAft>
                <a:spcPct val="0"/>
              </a:spcAft>
              <a:buClr>
                <a:srgbClr val="0000CC"/>
              </a:buClr>
              <a:buSzPct val="80000"/>
              <a:buFont typeface="Wingdings" panose="05000000000000000000" pitchFamily="2" charset="2"/>
              <a:buChar char="o"/>
              <a:defRPr sz="3000" b="1">
                <a:solidFill>
                  <a:srgbClr val="0000FF"/>
                </a:solidFill>
                <a:latin typeface="Arial Narrow" panose="020B0606020202030204" pitchFamily="34" charset="0"/>
                <a:ea typeface="楷体_GB2312" charset="-122"/>
                <a:cs typeface="楷体_GB2312" charset="-122"/>
              </a:defRPr>
            </a:lvl2pPr>
            <a:lvl3pPr marL="1143000" indent="-228600" algn="l" rtl="0" eaLnBrk="0" fontAlgn="base" hangingPunct="0">
              <a:lnSpc>
                <a:spcPct val="130000"/>
              </a:lnSpc>
              <a:spcBef>
                <a:spcPct val="20000"/>
              </a:spcBef>
              <a:spcAft>
                <a:spcPct val="0"/>
              </a:spcAft>
              <a:buClr>
                <a:srgbClr val="0000CC"/>
              </a:buClr>
              <a:buSzPct val="80000"/>
              <a:buFont typeface="Wingdings" panose="05000000000000000000" pitchFamily="2" charset="2"/>
              <a:buChar char="n"/>
              <a:defRPr sz="3000" b="1">
                <a:solidFill>
                  <a:srgbClr val="0000FF"/>
                </a:solidFill>
                <a:latin typeface="Arial Narrow" panose="020B0606020202030204" pitchFamily="34" charset="0"/>
                <a:ea typeface="楷体_GB2312" charset="-122"/>
                <a:cs typeface="楷体_GB2312" charset="-122"/>
              </a:defRPr>
            </a:lvl3pPr>
            <a:lvl4pPr marL="1600200" indent="-228600" algn="l" rtl="0" eaLnBrk="0" fontAlgn="base" hangingPunct="0">
              <a:lnSpc>
                <a:spcPct val="130000"/>
              </a:lnSpc>
              <a:spcBef>
                <a:spcPct val="20000"/>
              </a:spcBef>
              <a:spcAft>
                <a:spcPct val="0"/>
              </a:spcAft>
              <a:buClr>
                <a:srgbClr val="0000CC"/>
              </a:buClr>
              <a:buSzPct val="80000"/>
              <a:buFont typeface="Wingdings" panose="05000000000000000000" pitchFamily="2" charset="2"/>
              <a:buChar char="o"/>
              <a:defRPr sz="2800" b="1">
                <a:solidFill>
                  <a:srgbClr val="0000FF"/>
                </a:solidFill>
                <a:latin typeface="Arial Narrow" panose="020B0606020202030204" pitchFamily="34" charset="0"/>
                <a:ea typeface="楷体_GB2312" charset="-122"/>
                <a:cs typeface="楷体_GB2312" charset="-122"/>
              </a:defRPr>
            </a:lvl4pPr>
            <a:lvl5pPr marL="2057400" indent="-228600" algn="l" rtl="0" eaLnBrk="0" fontAlgn="base" hangingPunct="0">
              <a:lnSpc>
                <a:spcPct val="130000"/>
              </a:lnSpc>
              <a:spcBef>
                <a:spcPct val="20000"/>
              </a:spcBef>
              <a:spcAft>
                <a:spcPct val="0"/>
              </a:spcAft>
              <a:buClr>
                <a:srgbClr val="0000CC"/>
              </a:buClr>
              <a:buSzPct val="80000"/>
              <a:buFont typeface="Wingdings" panose="05000000000000000000" pitchFamily="2" charset="2"/>
              <a:buChar char="o"/>
              <a:defRPr sz="2800" b="1">
                <a:solidFill>
                  <a:srgbClr val="0000FF"/>
                </a:solidFill>
                <a:latin typeface="Arial Narrow" panose="020B0606020202030204" pitchFamily="34" charset="0"/>
                <a:ea typeface="楷体_GB2312" charset="-122"/>
                <a:cs typeface="楷体_GB2312" charset="-122"/>
              </a:defRPr>
            </a:lvl5pPr>
          </a:lstStyle>
          <a:p>
            <a:pPr marL="0" lvl="0" indent="0">
              <a:spcBef>
                <a:spcPct val="0"/>
              </a:spcBef>
            </a:pPr>
            <a:r>
              <a:rPr lang="zh-CN" altLang="en-US" sz="2200" b="1" dirty="0">
                <a:solidFill>
                  <a:srgbClr val="000000"/>
                </a:solidFill>
              </a:rPr>
              <a:t>注意：检查状态表是否包含了所有可能状态。</a:t>
            </a:r>
            <a:endParaRPr lang="en-US" altLang="zh-CN" sz="2200" b="1" dirty="0">
              <a:solidFill>
                <a:srgbClr val="000000"/>
              </a:solidFill>
              <a:ea typeface="Times New Roman" panose="02020603050405020304" pitchFamily="18" charset="0"/>
            </a:endParaRPr>
          </a:p>
        </p:txBody>
      </p:sp>
      <p:sp>
        <p:nvSpPr>
          <p:cNvPr id="23" name="标题 2"/>
          <p:cNvSpPr>
            <a:spLocks noGrp="1"/>
          </p:cNvSpPr>
          <p:nvPr>
            <p:ph type="title"/>
          </p:nvPr>
        </p:nvSpPr>
        <p:spPr>
          <a:xfrm>
            <a:off x="498475" y="417513"/>
            <a:ext cx="6746875" cy="725488"/>
          </a:xfrm>
        </p:spPr>
        <p:txBody>
          <a:bodyPr vert="horz" wrap="square" lIns="91440" tIns="45720" rIns="91440" bIns="45720" numCol="1" anchor="ctr" anchorCtr="0" compatLnSpc="1"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+mj-lt"/>
                <a:ea typeface="楷体_GB2312" charset="-122"/>
                <a:cs typeface="+mj-cs"/>
                <a:sym typeface="+mn-ea"/>
              </a:rPr>
              <a:t>6.10 </a:t>
            </a:r>
            <a:r>
              <a:rPr kumimoji="0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+mj-lt"/>
                <a:ea typeface="楷体_GB2312" charset="-122"/>
                <a:cs typeface="+mj-cs"/>
              </a:rPr>
              <a:t>同步时序电路分析</a:t>
            </a:r>
            <a:endParaRPr kumimoji="0" lang="zh-CN" altLang="en-US" sz="2800" b="1" i="0" u="none" strike="noStrike" kern="1200" cap="none" spc="0" normalizeH="0" baseline="0" noProof="0" dirty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+mj-lt"/>
              <a:ea typeface="楷体_GB2312" charset="-122"/>
              <a:cs typeface="+mj-cs"/>
            </a:endParaRPr>
          </a:p>
        </p:txBody>
      </p:sp>
      <p:pic>
        <p:nvPicPr>
          <p:cNvPr id="214091" name="Picture 328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74675" y="2651125"/>
            <a:ext cx="3267075" cy="2127250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214092" name="TextBox 1"/>
          <p:cNvSpPr txBox="1"/>
          <p:nvPr/>
        </p:nvSpPr>
        <p:spPr>
          <a:xfrm>
            <a:off x="215900" y="4883150"/>
            <a:ext cx="3128963" cy="52070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lnSpc>
                <a:spcPct val="130000"/>
              </a:lnSpc>
              <a:spcBef>
                <a:spcPct val="20000"/>
              </a:spcBef>
              <a:spcAft>
                <a:spcPct val="0"/>
              </a:spcAft>
              <a:defRPr sz="2400">
                <a:solidFill>
                  <a:srgbClr val="0000FF"/>
                </a:solidFill>
                <a:latin typeface="Times New Roman" panose="02020603050405020304" pitchFamily="18" charset="0"/>
                <a:ea typeface="+mn-ea"/>
                <a:cs typeface="+mn-cs"/>
              </a:defRPr>
            </a:lvl1pPr>
            <a:lvl2pPr marL="742950" indent="-285750" algn="l" rtl="0" eaLnBrk="0" fontAlgn="base" hangingPunct="0">
              <a:lnSpc>
                <a:spcPct val="130000"/>
              </a:lnSpc>
              <a:spcBef>
                <a:spcPct val="20000"/>
              </a:spcBef>
              <a:spcAft>
                <a:spcPct val="0"/>
              </a:spcAft>
              <a:buClr>
                <a:srgbClr val="0000CC"/>
              </a:buClr>
              <a:buSzPct val="80000"/>
              <a:buFont typeface="Wingdings" panose="05000000000000000000" pitchFamily="2" charset="2"/>
              <a:buChar char="o"/>
              <a:defRPr sz="3000" b="1">
                <a:solidFill>
                  <a:srgbClr val="0000FF"/>
                </a:solidFill>
                <a:latin typeface="Arial Narrow" panose="020B0606020202030204" pitchFamily="34" charset="0"/>
                <a:ea typeface="楷体_GB2312" charset="-122"/>
                <a:cs typeface="楷体_GB2312" charset="-122"/>
              </a:defRPr>
            </a:lvl2pPr>
            <a:lvl3pPr marL="1143000" indent="-228600" algn="l" rtl="0" eaLnBrk="0" fontAlgn="base" hangingPunct="0">
              <a:lnSpc>
                <a:spcPct val="130000"/>
              </a:lnSpc>
              <a:spcBef>
                <a:spcPct val="20000"/>
              </a:spcBef>
              <a:spcAft>
                <a:spcPct val="0"/>
              </a:spcAft>
              <a:buClr>
                <a:srgbClr val="0000CC"/>
              </a:buClr>
              <a:buSzPct val="80000"/>
              <a:buFont typeface="Wingdings" panose="05000000000000000000" pitchFamily="2" charset="2"/>
              <a:buChar char="n"/>
              <a:defRPr sz="3000" b="1">
                <a:solidFill>
                  <a:srgbClr val="0000FF"/>
                </a:solidFill>
                <a:latin typeface="Arial Narrow" panose="020B0606020202030204" pitchFamily="34" charset="0"/>
                <a:ea typeface="楷体_GB2312" charset="-122"/>
                <a:cs typeface="楷体_GB2312" charset="-122"/>
              </a:defRPr>
            </a:lvl3pPr>
            <a:lvl4pPr marL="1600200" indent="-228600" algn="l" rtl="0" eaLnBrk="0" fontAlgn="base" hangingPunct="0">
              <a:lnSpc>
                <a:spcPct val="130000"/>
              </a:lnSpc>
              <a:spcBef>
                <a:spcPct val="20000"/>
              </a:spcBef>
              <a:spcAft>
                <a:spcPct val="0"/>
              </a:spcAft>
              <a:buClr>
                <a:srgbClr val="0000CC"/>
              </a:buClr>
              <a:buSzPct val="80000"/>
              <a:buFont typeface="Wingdings" panose="05000000000000000000" pitchFamily="2" charset="2"/>
              <a:buChar char="o"/>
              <a:defRPr sz="2800" b="1">
                <a:solidFill>
                  <a:srgbClr val="0000FF"/>
                </a:solidFill>
                <a:latin typeface="Arial Narrow" panose="020B0606020202030204" pitchFamily="34" charset="0"/>
                <a:ea typeface="楷体_GB2312" charset="-122"/>
                <a:cs typeface="楷体_GB2312" charset="-122"/>
              </a:defRPr>
            </a:lvl4pPr>
            <a:lvl5pPr marL="2057400" indent="-228600" algn="l" rtl="0" eaLnBrk="0" fontAlgn="base" hangingPunct="0">
              <a:lnSpc>
                <a:spcPct val="130000"/>
              </a:lnSpc>
              <a:spcBef>
                <a:spcPct val="20000"/>
              </a:spcBef>
              <a:spcAft>
                <a:spcPct val="0"/>
              </a:spcAft>
              <a:buClr>
                <a:srgbClr val="0000CC"/>
              </a:buClr>
              <a:buSzPct val="80000"/>
              <a:buFont typeface="Wingdings" panose="05000000000000000000" pitchFamily="2" charset="2"/>
              <a:buChar char="o"/>
              <a:defRPr sz="2800" b="1">
                <a:solidFill>
                  <a:srgbClr val="0000FF"/>
                </a:solidFill>
                <a:latin typeface="Arial Narrow" panose="020B0606020202030204" pitchFamily="34" charset="0"/>
                <a:ea typeface="楷体_GB2312" charset="-122"/>
                <a:cs typeface="楷体_GB2312" charset="-122"/>
              </a:defRPr>
            </a:lvl5pPr>
          </a:lstStyle>
          <a:p>
            <a:pPr marL="0" lvl="0" indent="0">
              <a:spcBef>
                <a:spcPct val="0"/>
              </a:spcBef>
            </a:pPr>
            <a:r>
              <a:rPr lang="zh-CN" altLang="en-US" b="1" dirty="0">
                <a:solidFill>
                  <a:srgbClr val="000000"/>
                </a:solidFill>
              </a:rPr>
              <a:t>（</a:t>
            </a:r>
            <a:r>
              <a:rPr lang="en-US" altLang="zh-CN" b="1" dirty="0">
                <a:solidFill>
                  <a:srgbClr val="000000"/>
                </a:solidFill>
              </a:rPr>
              <a:t>4</a:t>
            </a:r>
            <a:r>
              <a:rPr lang="zh-CN" altLang="en-US" b="1" dirty="0">
                <a:solidFill>
                  <a:srgbClr val="000000"/>
                </a:solidFill>
              </a:rPr>
              <a:t>）功能分析：</a:t>
            </a:r>
            <a:endParaRPr lang="en-US" altLang="zh-CN" b="1" dirty="0">
              <a:solidFill>
                <a:srgbClr val="000000"/>
              </a:solidFill>
              <a:ea typeface="Times New Roman" panose="02020603050405020304" pitchFamily="18" charset="0"/>
            </a:endParaRPr>
          </a:p>
        </p:txBody>
      </p:sp>
      <p:sp>
        <p:nvSpPr>
          <p:cNvPr id="214093" name="TextBox 1"/>
          <p:cNvSpPr txBox="1"/>
          <p:nvPr/>
        </p:nvSpPr>
        <p:spPr>
          <a:xfrm>
            <a:off x="574675" y="5400675"/>
            <a:ext cx="4210050" cy="1000125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lnSpc>
                <a:spcPct val="130000"/>
              </a:lnSpc>
              <a:spcBef>
                <a:spcPct val="20000"/>
              </a:spcBef>
              <a:spcAft>
                <a:spcPct val="0"/>
              </a:spcAft>
              <a:defRPr sz="2400">
                <a:solidFill>
                  <a:srgbClr val="0000FF"/>
                </a:solidFill>
                <a:latin typeface="Times New Roman" panose="02020603050405020304" pitchFamily="18" charset="0"/>
                <a:ea typeface="+mn-ea"/>
                <a:cs typeface="+mn-cs"/>
              </a:defRPr>
            </a:lvl1pPr>
            <a:lvl2pPr marL="742950" indent="-285750" algn="l" rtl="0" eaLnBrk="0" fontAlgn="base" hangingPunct="0">
              <a:lnSpc>
                <a:spcPct val="130000"/>
              </a:lnSpc>
              <a:spcBef>
                <a:spcPct val="20000"/>
              </a:spcBef>
              <a:spcAft>
                <a:spcPct val="0"/>
              </a:spcAft>
              <a:buClr>
                <a:srgbClr val="0000CC"/>
              </a:buClr>
              <a:buSzPct val="80000"/>
              <a:buFont typeface="Wingdings" panose="05000000000000000000" pitchFamily="2" charset="2"/>
              <a:buChar char="o"/>
              <a:defRPr sz="3000" b="1">
                <a:solidFill>
                  <a:srgbClr val="0000FF"/>
                </a:solidFill>
                <a:latin typeface="Arial Narrow" panose="020B0606020202030204" pitchFamily="34" charset="0"/>
                <a:ea typeface="楷体_GB2312" charset="-122"/>
                <a:cs typeface="楷体_GB2312" charset="-122"/>
              </a:defRPr>
            </a:lvl2pPr>
            <a:lvl3pPr marL="1143000" indent="-228600" algn="l" rtl="0" eaLnBrk="0" fontAlgn="base" hangingPunct="0">
              <a:lnSpc>
                <a:spcPct val="130000"/>
              </a:lnSpc>
              <a:spcBef>
                <a:spcPct val="20000"/>
              </a:spcBef>
              <a:spcAft>
                <a:spcPct val="0"/>
              </a:spcAft>
              <a:buClr>
                <a:srgbClr val="0000CC"/>
              </a:buClr>
              <a:buSzPct val="80000"/>
              <a:buFont typeface="Wingdings" panose="05000000000000000000" pitchFamily="2" charset="2"/>
              <a:buChar char="n"/>
              <a:defRPr sz="3000" b="1">
                <a:solidFill>
                  <a:srgbClr val="0000FF"/>
                </a:solidFill>
                <a:latin typeface="Arial Narrow" panose="020B0606020202030204" pitchFamily="34" charset="0"/>
                <a:ea typeface="楷体_GB2312" charset="-122"/>
                <a:cs typeface="楷体_GB2312" charset="-122"/>
              </a:defRPr>
            </a:lvl3pPr>
            <a:lvl4pPr marL="1600200" indent="-228600" algn="l" rtl="0" eaLnBrk="0" fontAlgn="base" hangingPunct="0">
              <a:lnSpc>
                <a:spcPct val="130000"/>
              </a:lnSpc>
              <a:spcBef>
                <a:spcPct val="20000"/>
              </a:spcBef>
              <a:spcAft>
                <a:spcPct val="0"/>
              </a:spcAft>
              <a:buClr>
                <a:srgbClr val="0000CC"/>
              </a:buClr>
              <a:buSzPct val="80000"/>
              <a:buFont typeface="Wingdings" panose="05000000000000000000" pitchFamily="2" charset="2"/>
              <a:buChar char="o"/>
              <a:defRPr sz="2800" b="1">
                <a:solidFill>
                  <a:srgbClr val="0000FF"/>
                </a:solidFill>
                <a:latin typeface="Arial Narrow" panose="020B0606020202030204" pitchFamily="34" charset="0"/>
                <a:ea typeface="楷体_GB2312" charset="-122"/>
                <a:cs typeface="楷体_GB2312" charset="-122"/>
              </a:defRPr>
            </a:lvl4pPr>
            <a:lvl5pPr marL="2057400" indent="-228600" algn="l" rtl="0" eaLnBrk="0" fontAlgn="base" hangingPunct="0">
              <a:lnSpc>
                <a:spcPct val="130000"/>
              </a:lnSpc>
              <a:spcBef>
                <a:spcPct val="20000"/>
              </a:spcBef>
              <a:spcAft>
                <a:spcPct val="0"/>
              </a:spcAft>
              <a:buClr>
                <a:srgbClr val="0000CC"/>
              </a:buClr>
              <a:buSzPct val="80000"/>
              <a:buFont typeface="Wingdings" panose="05000000000000000000" pitchFamily="2" charset="2"/>
              <a:buChar char="o"/>
              <a:defRPr sz="2800" b="1">
                <a:solidFill>
                  <a:srgbClr val="0000FF"/>
                </a:solidFill>
                <a:latin typeface="Arial Narrow" panose="020B0606020202030204" pitchFamily="34" charset="0"/>
                <a:ea typeface="楷体_GB2312" charset="-122"/>
                <a:cs typeface="楷体_GB2312" charset="-122"/>
              </a:defRPr>
            </a:lvl5pPr>
          </a:lstStyle>
          <a:p>
            <a:pPr marL="342900" lvl="0" indent="-342900">
              <a:spcBef>
                <a:spcPct val="0"/>
              </a:spcBef>
              <a:buChar char="•"/>
            </a:pPr>
            <a:r>
              <a:rPr lang="en-US" altLang="zh-CN" b="1" dirty="0">
                <a:solidFill>
                  <a:srgbClr val="000000"/>
                </a:solidFill>
              </a:rPr>
              <a:t>A=0</a:t>
            </a:r>
            <a:r>
              <a:rPr lang="zh-CN" altLang="en-US" b="1" dirty="0">
                <a:solidFill>
                  <a:srgbClr val="000000"/>
                </a:solidFill>
              </a:rPr>
              <a:t>时，</a:t>
            </a:r>
            <a:r>
              <a:rPr lang="en-US" altLang="zh-CN" b="1" dirty="0">
                <a:solidFill>
                  <a:srgbClr val="000000"/>
                </a:solidFill>
              </a:rPr>
              <a:t>4</a:t>
            </a:r>
            <a:r>
              <a:rPr lang="zh-CN" altLang="en-US" b="1" dirty="0">
                <a:solidFill>
                  <a:srgbClr val="000000"/>
                </a:solidFill>
              </a:rPr>
              <a:t>进制加法计数器</a:t>
            </a:r>
            <a:endParaRPr lang="en-US" altLang="zh-CN" b="1" dirty="0">
              <a:solidFill>
                <a:srgbClr val="000000"/>
              </a:solidFill>
            </a:endParaRPr>
          </a:p>
          <a:p>
            <a:pPr marL="342900" lvl="0" indent="-342900">
              <a:spcBef>
                <a:spcPct val="0"/>
              </a:spcBef>
              <a:buChar char="•"/>
            </a:pPr>
            <a:r>
              <a:rPr lang="en-US" altLang="zh-CN" b="1" dirty="0">
                <a:solidFill>
                  <a:srgbClr val="000000"/>
                </a:solidFill>
              </a:rPr>
              <a:t>A=1</a:t>
            </a:r>
            <a:r>
              <a:rPr lang="zh-CN" altLang="en-US" b="1" dirty="0">
                <a:solidFill>
                  <a:srgbClr val="000000"/>
                </a:solidFill>
              </a:rPr>
              <a:t>时，</a:t>
            </a:r>
            <a:r>
              <a:rPr lang="en-US" altLang="zh-CN" b="1" dirty="0">
                <a:solidFill>
                  <a:srgbClr val="000000"/>
                </a:solidFill>
              </a:rPr>
              <a:t>4</a:t>
            </a:r>
            <a:r>
              <a:rPr lang="zh-CN" altLang="en-US" b="1" dirty="0">
                <a:solidFill>
                  <a:srgbClr val="000000"/>
                </a:solidFill>
              </a:rPr>
              <a:t>进制减法计数器</a:t>
            </a:r>
            <a:endParaRPr lang="en-US" altLang="zh-CN" b="1" dirty="0">
              <a:solidFill>
                <a:srgbClr val="000000"/>
              </a:solidFill>
              <a:ea typeface="Times New Roman" panose="02020603050405020304" pitchFamily="18" charset="0"/>
            </a:endParaRPr>
          </a:p>
        </p:txBody>
      </p:sp>
      <p:sp>
        <p:nvSpPr>
          <p:cNvPr id="214094" name="灯片编号占位符 1"/>
          <p:cNvSpPr txBox="1">
            <a:spLocks noGrp="1"/>
          </p:cNvSpPr>
          <p:nvPr>
            <p:ph type="sldNum" sz="quarter" idx="11"/>
          </p:nvPr>
        </p:nvSpPr>
        <p:spPr>
          <a:xfrm>
            <a:off x="8388350" y="6453188"/>
            <a:ext cx="720725" cy="360362"/>
          </a:xfrm>
          <a:noFill/>
          <a:ln>
            <a:noFill/>
          </a:ln>
        </p:spPr>
        <p:txBody>
          <a:bodyPr/>
          <a:p>
            <a:pPr marL="0" indent="0" algn="ctr" eaLnBrk="1" hangingPunct="1">
              <a:lnSpc>
                <a:spcPct val="100000"/>
              </a:lnSpc>
              <a:spcBef>
                <a:spcPct val="0"/>
              </a:spcBef>
            </a:pPr>
            <a:fld id="{9A0DB2DC-4C9A-4742-B13C-FB6460FD3503}" type="slidenum">
              <a:rPr lang="en-US" altLang="zh-CN" sz="1600" dirty="0">
                <a:solidFill>
                  <a:srgbClr val="000000"/>
                </a:solidFill>
                <a:ea typeface="楷体_GB2312" charset="-122"/>
              </a:rPr>
            </a:fld>
            <a:endParaRPr lang="en-US" altLang="zh-CN" sz="1600" dirty="0">
              <a:solidFill>
                <a:srgbClr val="000000"/>
              </a:solidFill>
              <a:ea typeface="楷体_GB2312" charset="-122"/>
            </a:endParaRPr>
          </a:p>
        </p:txBody>
      </p:sp>
    </p:spTree>
  </p:cSld>
  <p:clrMapOvr>
    <a:masterClrMapping/>
  </p:clrMapOvr>
  <p:transition spd="slow">
    <p:randomBar dir="vert"/>
  </p:transition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215042" name="图片 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531938" y="1708150"/>
            <a:ext cx="6315075" cy="1992313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215043" name="TextBox 1"/>
          <p:cNvSpPr txBox="1"/>
          <p:nvPr/>
        </p:nvSpPr>
        <p:spPr>
          <a:xfrm>
            <a:off x="498475" y="1206500"/>
            <a:ext cx="8382000" cy="52070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lnSpc>
                <a:spcPct val="130000"/>
              </a:lnSpc>
              <a:spcBef>
                <a:spcPct val="20000"/>
              </a:spcBef>
              <a:spcAft>
                <a:spcPct val="0"/>
              </a:spcAft>
              <a:defRPr sz="2400">
                <a:solidFill>
                  <a:srgbClr val="0000FF"/>
                </a:solidFill>
                <a:latin typeface="Times New Roman" panose="02020603050405020304" pitchFamily="18" charset="0"/>
                <a:ea typeface="+mn-ea"/>
                <a:cs typeface="+mn-cs"/>
              </a:defRPr>
            </a:lvl1pPr>
            <a:lvl2pPr marL="742950" indent="-285750" algn="l" rtl="0" eaLnBrk="0" fontAlgn="base" hangingPunct="0">
              <a:lnSpc>
                <a:spcPct val="130000"/>
              </a:lnSpc>
              <a:spcBef>
                <a:spcPct val="20000"/>
              </a:spcBef>
              <a:spcAft>
                <a:spcPct val="0"/>
              </a:spcAft>
              <a:buClr>
                <a:srgbClr val="0000CC"/>
              </a:buClr>
              <a:buSzPct val="80000"/>
              <a:buFont typeface="Wingdings" panose="05000000000000000000" pitchFamily="2" charset="2"/>
              <a:buChar char="o"/>
              <a:defRPr sz="3000" b="1">
                <a:solidFill>
                  <a:srgbClr val="0000FF"/>
                </a:solidFill>
                <a:latin typeface="Arial Narrow" panose="020B0606020202030204" pitchFamily="34" charset="0"/>
                <a:ea typeface="楷体_GB2312" charset="-122"/>
                <a:cs typeface="楷体_GB2312" charset="-122"/>
              </a:defRPr>
            </a:lvl2pPr>
            <a:lvl3pPr marL="1143000" indent="-228600" algn="l" rtl="0" eaLnBrk="0" fontAlgn="base" hangingPunct="0">
              <a:lnSpc>
                <a:spcPct val="130000"/>
              </a:lnSpc>
              <a:spcBef>
                <a:spcPct val="20000"/>
              </a:spcBef>
              <a:spcAft>
                <a:spcPct val="0"/>
              </a:spcAft>
              <a:buClr>
                <a:srgbClr val="0000CC"/>
              </a:buClr>
              <a:buSzPct val="80000"/>
              <a:buFont typeface="Wingdings" panose="05000000000000000000" pitchFamily="2" charset="2"/>
              <a:buChar char="n"/>
              <a:defRPr sz="3000" b="1">
                <a:solidFill>
                  <a:srgbClr val="0000FF"/>
                </a:solidFill>
                <a:latin typeface="Arial Narrow" panose="020B0606020202030204" pitchFamily="34" charset="0"/>
                <a:ea typeface="楷体_GB2312" charset="-122"/>
                <a:cs typeface="楷体_GB2312" charset="-122"/>
              </a:defRPr>
            </a:lvl3pPr>
            <a:lvl4pPr marL="1600200" indent="-228600" algn="l" rtl="0" eaLnBrk="0" fontAlgn="base" hangingPunct="0">
              <a:lnSpc>
                <a:spcPct val="130000"/>
              </a:lnSpc>
              <a:spcBef>
                <a:spcPct val="20000"/>
              </a:spcBef>
              <a:spcAft>
                <a:spcPct val="0"/>
              </a:spcAft>
              <a:buClr>
                <a:srgbClr val="0000CC"/>
              </a:buClr>
              <a:buSzPct val="80000"/>
              <a:buFont typeface="Wingdings" panose="05000000000000000000" pitchFamily="2" charset="2"/>
              <a:buChar char="o"/>
              <a:defRPr sz="2800" b="1">
                <a:solidFill>
                  <a:srgbClr val="0000FF"/>
                </a:solidFill>
                <a:latin typeface="Arial Narrow" panose="020B0606020202030204" pitchFamily="34" charset="0"/>
                <a:ea typeface="楷体_GB2312" charset="-122"/>
                <a:cs typeface="楷体_GB2312" charset="-122"/>
              </a:defRPr>
            </a:lvl4pPr>
            <a:lvl5pPr marL="2057400" indent="-228600" algn="l" rtl="0" eaLnBrk="0" fontAlgn="base" hangingPunct="0">
              <a:lnSpc>
                <a:spcPct val="130000"/>
              </a:lnSpc>
              <a:spcBef>
                <a:spcPct val="20000"/>
              </a:spcBef>
              <a:spcAft>
                <a:spcPct val="0"/>
              </a:spcAft>
              <a:buClr>
                <a:srgbClr val="0000CC"/>
              </a:buClr>
              <a:buSzPct val="80000"/>
              <a:buFont typeface="Wingdings" panose="05000000000000000000" pitchFamily="2" charset="2"/>
              <a:buChar char="o"/>
              <a:defRPr sz="2800" b="1">
                <a:solidFill>
                  <a:srgbClr val="0000FF"/>
                </a:solidFill>
                <a:latin typeface="Arial Narrow" panose="020B0606020202030204" pitchFamily="34" charset="0"/>
                <a:ea typeface="楷体_GB2312" charset="-122"/>
                <a:cs typeface="楷体_GB2312" charset="-122"/>
              </a:defRPr>
            </a:lvl5pPr>
          </a:lstStyle>
          <a:p>
            <a:pPr marL="0" lvl="0" indent="0">
              <a:spcBef>
                <a:spcPct val="0"/>
              </a:spcBef>
            </a:pPr>
            <a:r>
              <a:rPr lang="zh-CN" altLang="en-US" b="1" dirty="0">
                <a:solidFill>
                  <a:srgbClr val="000000"/>
                </a:solidFill>
              </a:rPr>
              <a:t>例</a:t>
            </a:r>
            <a:r>
              <a:rPr lang="en-US" altLang="zh-CN" b="1" dirty="0">
                <a:solidFill>
                  <a:srgbClr val="000000"/>
                </a:solidFill>
              </a:rPr>
              <a:t>3</a:t>
            </a:r>
            <a:r>
              <a:rPr lang="zh-CN" altLang="en-US" b="1" dirty="0">
                <a:solidFill>
                  <a:srgbClr val="000000"/>
                </a:solidFill>
              </a:rPr>
              <a:t>：具有三个</a:t>
            </a:r>
            <a:r>
              <a:rPr lang="en-US" altLang="zh-CN" b="1" dirty="0">
                <a:solidFill>
                  <a:srgbClr val="000000"/>
                </a:solidFill>
              </a:rPr>
              <a:t>D</a:t>
            </a:r>
            <a:r>
              <a:rPr lang="zh-CN" altLang="en-US" b="1" dirty="0">
                <a:solidFill>
                  <a:srgbClr val="000000"/>
                </a:solidFill>
              </a:rPr>
              <a:t>触发器的</a:t>
            </a:r>
            <a:r>
              <a:rPr lang="en-US" altLang="zh-CN" b="1" dirty="0">
                <a:solidFill>
                  <a:srgbClr val="000000"/>
                </a:solidFill>
              </a:rPr>
              <a:t>FSM</a:t>
            </a:r>
            <a:r>
              <a:rPr lang="zh-CN" altLang="en-US" b="1" dirty="0">
                <a:solidFill>
                  <a:srgbClr val="000000"/>
                </a:solidFill>
              </a:rPr>
              <a:t>，分析电路功能。</a:t>
            </a:r>
            <a:endParaRPr lang="en-US" altLang="zh-CN" b="1" dirty="0">
              <a:solidFill>
                <a:srgbClr val="000000"/>
              </a:solidFill>
              <a:ea typeface="Times New Roman" panose="02020603050405020304" pitchFamily="18" charset="0"/>
            </a:endParaRPr>
          </a:p>
        </p:txBody>
      </p:sp>
      <p:sp>
        <p:nvSpPr>
          <p:cNvPr id="215044" name="TextBox 1"/>
          <p:cNvSpPr txBox="1"/>
          <p:nvPr/>
        </p:nvSpPr>
        <p:spPr>
          <a:xfrm>
            <a:off x="544513" y="3663950"/>
            <a:ext cx="8382000" cy="1001713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lnSpc>
                <a:spcPct val="130000"/>
              </a:lnSpc>
              <a:spcBef>
                <a:spcPct val="20000"/>
              </a:spcBef>
              <a:spcAft>
                <a:spcPct val="0"/>
              </a:spcAft>
              <a:defRPr sz="2400">
                <a:solidFill>
                  <a:srgbClr val="0000FF"/>
                </a:solidFill>
                <a:latin typeface="Times New Roman" panose="02020603050405020304" pitchFamily="18" charset="0"/>
                <a:ea typeface="+mn-ea"/>
                <a:cs typeface="+mn-cs"/>
              </a:defRPr>
            </a:lvl1pPr>
            <a:lvl2pPr marL="742950" indent="-285750" algn="l" rtl="0" eaLnBrk="0" fontAlgn="base" hangingPunct="0">
              <a:lnSpc>
                <a:spcPct val="130000"/>
              </a:lnSpc>
              <a:spcBef>
                <a:spcPct val="20000"/>
              </a:spcBef>
              <a:spcAft>
                <a:spcPct val="0"/>
              </a:spcAft>
              <a:buClr>
                <a:srgbClr val="0000CC"/>
              </a:buClr>
              <a:buSzPct val="80000"/>
              <a:buFont typeface="Wingdings" panose="05000000000000000000" pitchFamily="2" charset="2"/>
              <a:buChar char="o"/>
              <a:defRPr sz="3000" b="1">
                <a:solidFill>
                  <a:srgbClr val="0000FF"/>
                </a:solidFill>
                <a:latin typeface="Arial Narrow" panose="020B0606020202030204" pitchFamily="34" charset="0"/>
                <a:ea typeface="楷体_GB2312" charset="-122"/>
                <a:cs typeface="楷体_GB2312" charset="-122"/>
              </a:defRPr>
            </a:lvl2pPr>
            <a:lvl3pPr marL="1143000" indent="-228600" algn="l" rtl="0" eaLnBrk="0" fontAlgn="base" hangingPunct="0">
              <a:lnSpc>
                <a:spcPct val="130000"/>
              </a:lnSpc>
              <a:spcBef>
                <a:spcPct val="20000"/>
              </a:spcBef>
              <a:spcAft>
                <a:spcPct val="0"/>
              </a:spcAft>
              <a:buClr>
                <a:srgbClr val="0000CC"/>
              </a:buClr>
              <a:buSzPct val="80000"/>
              <a:buFont typeface="Wingdings" panose="05000000000000000000" pitchFamily="2" charset="2"/>
              <a:buChar char="n"/>
              <a:defRPr sz="3000" b="1">
                <a:solidFill>
                  <a:srgbClr val="0000FF"/>
                </a:solidFill>
                <a:latin typeface="Arial Narrow" panose="020B0606020202030204" pitchFamily="34" charset="0"/>
                <a:ea typeface="楷体_GB2312" charset="-122"/>
                <a:cs typeface="楷体_GB2312" charset="-122"/>
              </a:defRPr>
            </a:lvl3pPr>
            <a:lvl4pPr marL="1600200" indent="-228600" algn="l" rtl="0" eaLnBrk="0" fontAlgn="base" hangingPunct="0">
              <a:lnSpc>
                <a:spcPct val="130000"/>
              </a:lnSpc>
              <a:spcBef>
                <a:spcPct val="20000"/>
              </a:spcBef>
              <a:spcAft>
                <a:spcPct val="0"/>
              </a:spcAft>
              <a:buClr>
                <a:srgbClr val="0000CC"/>
              </a:buClr>
              <a:buSzPct val="80000"/>
              <a:buFont typeface="Wingdings" panose="05000000000000000000" pitchFamily="2" charset="2"/>
              <a:buChar char="o"/>
              <a:defRPr sz="2800" b="1">
                <a:solidFill>
                  <a:srgbClr val="0000FF"/>
                </a:solidFill>
                <a:latin typeface="Arial Narrow" panose="020B0606020202030204" pitchFamily="34" charset="0"/>
                <a:ea typeface="楷体_GB2312" charset="-122"/>
                <a:cs typeface="楷体_GB2312" charset="-122"/>
              </a:defRPr>
            </a:lvl4pPr>
            <a:lvl5pPr marL="2057400" indent="-228600" algn="l" rtl="0" eaLnBrk="0" fontAlgn="base" hangingPunct="0">
              <a:lnSpc>
                <a:spcPct val="130000"/>
              </a:lnSpc>
              <a:spcBef>
                <a:spcPct val="20000"/>
              </a:spcBef>
              <a:spcAft>
                <a:spcPct val="0"/>
              </a:spcAft>
              <a:buClr>
                <a:srgbClr val="0000CC"/>
              </a:buClr>
              <a:buSzPct val="80000"/>
              <a:buFont typeface="Wingdings" panose="05000000000000000000" pitchFamily="2" charset="2"/>
              <a:buChar char="o"/>
              <a:defRPr sz="2800" b="1">
                <a:solidFill>
                  <a:srgbClr val="0000FF"/>
                </a:solidFill>
                <a:latin typeface="Arial Narrow" panose="020B0606020202030204" pitchFamily="34" charset="0"/>
                <a:ea typeface="楷体_GB2312" charset="-122"/>
                <a:cs typeface="楷体_GB2312" charset="-122"/>
              </a:defRPr>
            </a:lvl5pPr>
          </a:lstStyle>
          <a:p>
            <a:pPr marL="342900" lvl="0" indent="-342900">
              <a:spcBef>
                <a:spcPct val="0"/>
              </a:spcBef>
              <a:buChar char="•"/>
            </a:pPr>
            <a:r>
              <a:rPr lang="zh-CN" altLang="en-US" b="1" dirty="0">
                <a:solidFill>
                  <a:srgbClr val="000000"/>
                </a:solidFill>
              </a:rPr>
              <a:t>该电路没有输入信号，属于</a:t>
            </a:r>
            <a:r>
              <a:rPr lang="en-US" altLang="zh-CN" b="1" dirty="0">
                <a:solidFill>
                  <a:srgbClr val="000000"/>
                </a:solidFill>
              </a:rPr>
              <a:t>Moore</a:t>
            </a:r>
            <a:r>
              <a:rPr lang="zh-CN" altLang="en-US" b="1" dirty="0">
                <a:solidFill>
                  <a:srgbClr val="000000"/>
                </a:solidFill>
              </a:rPr>
              <a:t>型</a:t>
            </a:r>
            <a:r>
              <a:rPr lang="en-US" altLang="zh-CN" b="1" dirty="0">
                <a:solidFill>
                  <a:srgbClr val="000000"/>
                </a:solidFill>
              </a:rPr>
              <a:t>FSM</a:t>
            </a:r>
            <a:r>
              <a:rPr lang="zh-CN" altLang="en-US" b="1" dirty="0">
                <a:solidFill>
                  <a:srgbClr val="000000"/>
                </a:solidFill>
              </a:rPr>
              <a:t>。</a:t>
            </a:r>
            <a:endParaRPr lang="en-US" altLang="zh-CN" b="1" dirty="0">
              <a:solidFill>
                <a:srgbClr val="000000"/>
              </a:solidFill>
            </a:endParaRPr>
          </a:p>
          <a:p>
            <a:pPr marL="342900" lvl="0" indent="-342900">
              <a:spcBef>
                <a:spcPct val="0"/>
              </a:spcBef>
            </a:pPr>
            <a:r>
              <a:rPr lang="zh-CN" altLang="en-US" b="1" dirty="0">
                <a:solidFill>
                  <a:srgbClr val="000000"/>
                </a:solidFill>
              </a:rPr>
              <a:t>（</a:t>
            </a:r>
            <a:r>
              <a:rPr lang="en-US" altLang="zh-CN" b="1" dirty="0">
                <a:solidFill>
                  <a:srgbClr val="000000"/>
                </a:solidFill>
              </a:rPr>
              <a:t>1</a:t>
            </a:r>
            <a:r>
              <a:rPr lang="zh-CN" altLang="en-US" b="1" dirty="0">
                <a:solidFill>
                  <a:srgbClr val="000000"/>
                </a:solidFill>
              </a:rPr>
              <a:t>）写出触发器的驱动方程，代入特性方程得到状态方程：</a:t>
            </a:r>
            <a:endParaRPr lang="en-US" altLang="zh-CN" b="1" dirty="0">
              <a:solidFill>
                <a:srgbClr val="000000"/>
              </a:solidFill>
              <a:ea typeface="Times New Roman" panose="02020603050405020304" pitchFamily="18" charset="0"/>
            </a:endParaRPr>
          </a:p>
        </p:txBody>
      </p:sp>
      <p:grpSp>
        <p:nvGrpSpPr>
          <p:cNvPr id="215045" name="组合 67"/>
          <p:cNvGrpSpPr/>
          <p:nvPr/>
        </p:nvGrpSpPr>
        <p:grpSpPr>
          <a:xfrm>
            <a:off x="1398588" y="4795838"/>
            <a:ext cx="3384550" cy="1343025"/>
            <a:chOff x="2339975" y="3933825"/>
            <a:chExt cx="3384550" cy="1343275"/>
          </a:xfrm>
        </p:grpSpPr>
        <p:sp>
          <p:nvSpPr>
            <p:cNvPr id="215053" name="Rectangle 69"/>
            <p:cNvSpPr/>
            <p:nvPr/>
          </p:nvSpPr>
          <p:spPr>
            <a:xfrm>
              <a:off x="2339975" y="4435950"/>
              <a:ext cx="1070806" cy="359010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lIns="92075" tIns="46038" rIns="92075" bIns="46038">
              <a:spAutoFit/>
            </a:bodyPr>
            <a:lstStyle>
              <a:lvl1pPr marL="342900" indent="-342900" algn="l" rtl="0" eaLnBrk="0" fontAlgn="base" hangingPunct="0">
                <a:lnSpc>
                  <a:spcPct val="130000"/>
                </a:lnSpc>
                <a:spcBef>
                  <a:spcPct val="20000"/>
                </a:spcBef>
                <a:spcAft>
                  <a:spcPct val="0"/>
                </a:spcAft>
                <a:defRPr sz="2400">
                  <a:solidFill>
                    <a:srgbClr val="0000FF"/>
                  </a:solidFill>
                  <a:latin typeface="Times New Roman" panose="02020603050405020304" pitchFamily="18" charset="0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lnSpc>
                  <a:spcPct val="13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0000CC"/>
                </a:buClr>
                <a:buSzPct val="80000"/>
                <a:buFont typeface="Wingdings" panose="05000000000000000000" pitchFamily="2" charset="2"/>
                <a:buChar char="o"/>
                <a:defRPr sz="3000" b="1">
                  <a:solidFill>
                    <a:srgbClr val="0000FF"/>
                  </a:solidFill>
                  <a:latin typeface="Arial Narrow" panose="020B0606020202030204" pitchFamily="34" charset="0"/>
                  <a:ea typeface="楷体_GB2312" charset="-122"/>
                  <a:cs typeface="楷体_GB2312" charset="-122"/>
                </a:defRPr>
              </a:lvl2pPr>
              <a:lvl3pPr marL="1143000" indent="-228600" algn="l" rtl="0" eaLnBrk="0" fontAlgn="base" hangingPunct="0">
                <a:lnSpc>
                  <a:spcPct val="13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0000CC"/>
                </a:buClr>
                <a:buSzPct val="80000"/>
                <a:buFont typeface="Wingdings" panose="05000000000000000000" pitchFamily="2" charset="2"/>
                <a:buChar char="n"/>
                <a:defRPr sz="3000" b="1">
                  <a:solidFill>
                    <a:srgbClr val="0000FF"/>
                  </a:solidFill>
                  <a:latin typeface="Arial Narrow" panose="020B0606020202030204" pitchFamily="34" charset="0"/>
                  <a:ea typeface="楷体_GB2312" charset="-122"/>
                  <a:cs typeface="楷体_GB2312" charset="-122"/>
                </a:defRPr>
              </a:lvl3pPr>
              <a:lvl4pPr marL="1600200" indent="-228600" algn="l" rtl="0" eaLnBrk="0" fontAlgn="base" hangingPunct="0">
                <a:lnSpc>
                  <a:spcPct val="13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0000CC"/>
                </a:buClr>
                <a:buSzPct val="80000"/>
                <a:buFont typeface="Wingdings" panose="05000000000000000000" pitchFamily="2" charset="2"/>
                <a:buChar char="o"/>
                <a:defRPr sz="2800" b="1">
                  <a:solidFill>
                    <a:srgbClr val="0000FF"/>
                  </a:solidFill>
                  <a:latin typeface="Arial Narrow" panose="020B0606020202030204" pitchFamily="34" charset="0"/>
                  <a:ea typeface="楷体_GB2312" charset="-122"/>
                  <a:cs typeface="楷体_GB2312" charset="-122"/>
                </a:defRPr>
              </a:lvl4pPr>
              <a:lvl5pPr marL="2057400" indent="-228600" algn="l" rtl="0" eaLnBrk="0" fontAlgn="base" hangingPunct="0">
                <a:lnSpc>
                  <a:spcPct val="13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0000CC"/>
                </a:buClr>
                <a:buSzPct val="80000"/>
                <a:buFont typeface="Wingdings" panose="05000000000000000000" pitchFamily="2" charset="2"/>
                <a:buChar char="o"/>
                <a:defRPr sz="2800" b="1">
                  <a:solidFill>
                    <a:srgbClr val="0000FF"/>
                  </a:solidFill>
                  <a:latin typeface="Arial Narrow" panose="020B0606020202030204" pitchFamily="34" charset="0"/>
                  <a:ea typeface="楷体_GB2312" charset="-122"/>
                  <a:cs typeface="楷体_GB2312" charset="-122"/>
                </a:defRPr>
              </a:lvl5pPr>
            </a:lstStyle>
            <a:p>
              <a:pPr marL="0" lvl="0" indent="0">
                <a:lnSpc>
                  <a:spcPct val="70000"/>
                </a:lnSpc>
                <a:spcBef>
                  <a:spcPct val="0"/>
                </a:spcBef>
              </a:pPr>
              <a:r>
                <a:rPr lang="en-US" altLang="zh-CN" b="1" i="1" dirty="0">
                  <a:solidFill>
                    <a:srgbClr val="000066"/>
                  </a:solidFill>
                  <a:ea typeface="楷体_GB2312" charset="-122"/>
                </a:rPr>
                <a:t>D</a:t>
              </a:r>
              <a:r>
                <a:rPr lang="en-US" altLang="zh-CN" b="1" baseline="-25000" dirty="0">
                  <a:solidFill>
                    <a:srgbClr val="000066"/>
                  </a:solidFill>
                  <a:ea typeface="楷体_GB2312" charset="-122"/>
                </a:rPr>
                <a:t>2 </a:t>
              </a:r>
              <a:r>
                <a:rPr lang="en-US" altLang="zh-CN" b="1" dirty="0">
                  <a:solidFill>
                    <a:srgbClr val="000066"/>
                  </a:solidFill>
                  <a:ea typeface="楷体_GB2312" charset="-122"/>
                </a:rPr>
                <a:t>= </a:t>
              </a:r>
              <a:r>
                <a:rPr lang="en-US" altLang="zh-CN" b="1" i="1" dirty="0">
                  <a:solidFill>
                    <a:srgbClr val="000066"/>
                  </a:solidFill>
                  <a:ea typeface="楷体_GB2312" charset="-122"/>
                </a:rPr>
                <a:t>q</a:t>
              </a:r>
              <a:r>
                <a:rPr lang="en-US" altLang="zh-CN" b="1" baseline="-25000" dirty="0">
                  <a:solidFill>
                    <a:srgbClr val="000066"/>
                  </a:solidFill>
                  <a:ea typeface="楷体_GB2312" charset="-122"/>
                </a:rPr>
                <a:t>1</a:t>
              </a:r>
              <a:endParaRPr lang="en-US" altLang="zh-CN" b="1" dirty="0">
                <a:solidFill>
                  <a:srgbClr val="FFFFFF"/>
                </a:solidFill>
                <a:ea typeface="楷体_GB2312" charset="-122"/>
              </a:endParaRPr>
            </a:p>
          </p:txBody>
        </p:sp>
        <p:sp>
          <p:nvSpPr>
            <p:cNvPr id="215054" name="Rectangle 70"/>
            <p:cNvSpPr/>
            <p:nvPr/>
          </p:nvSpPr>
          <p:spPr>
            <a:xfrm>
              <a:off x="2339975" y="3933825"/>
              <a:ext cx="3384550" cy="359010"/>
            </a:xfrm>
            <a:prstGeom prst="rect">
              <a:avLst/>
            </a:prstGeom>
            <a:noFill/>
            <a:ln w="9525">
              <a:noFill/>
            </a:ln>
          </p:spPr>
          <p:txBody>
            <a:bodyPr lIns="92075" tIns="46038" rIns="92075" bIns="46038">
              <a:spAutoFit/>
            </a:bodyPr>
            <a:lstStyle>
              <a:lvl1pPr marL="342900" indent="-342900" algn="l" rtl="0" eaLnBrk="0" fontAlgn="base" hangingPunct="0">
                <a:lnSpc>
                  <a:spcPct val="130000"/>
                </a:lnSpc>
                <a:spcBef>
                  <a:spcPct val="20000"/>
                </a:spcBef>
                <a:spcAft>
                  <a:spcPct val="0"/>
                </a:spcAft>
                <a:defRPr sz="2400">
                  <a:solidFill>
                    <a:srgbClr val="0000FF"/>
                  </a:solidFill>
                  <a:latin typeface="Times New Roman" panose="02020603050405020304" pitchFamily="18" charset="0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lnSpc>
                  <a:spcPct val="13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0000CC"/>
                </a:buClr>
                <a:buSzPct val="80000"/>
                <a:buFont typeface="Wingdings" panose="05000000000000000000" pitchFamily="2" charset="2"/>
                <a:buChar char="o"/>
                <a:defRPr sz="3000" b="1">
                  <a:solidFill>
                    <a:srgbClr val="0000FF"/>
                  </a:solidFill>
                  <a:latin typeface="Arial Narrow" panose="020B0606020202030204" pitchFamily="34" charset="0"/>
                  <a:ea typeface="楷体_GB2312" charset="-122"/>
                  <a:cs typeface="楷体_GB2312" charset="-122"/>
                </a:defRPr>
              </a:lvl2pPr>
              <a:lvl3pPr marL="1143000" indent="-228600" algn="l" rtl="0" eaLnBrk="0" fontAlgn="base" hangingPunct="0">
                <a:lnSpc>
                  <a:spcPct val="13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0000CC"/>
                </a:buClr>
                <a:buSzPct val="80000"/>
                <a:buFont typeface="Wingdings" panose="05000000000000000000" pitchFamily="2" charset="2"/>
                <a:buChar char="n"/>
                <a:defRPr sz="3000" b="1">
                  <a:solidFill>
                    <a:srgbClr val="0000FF"/>
                  </a:solidFill>
                  <a:latin typeface="Arial Narrow" panose="020B0606020202030204" pitchFamily="34" charset="0"/>
                  <a:ea typeface="楷体_GB2312" charset="-122"/>
                  <a:cs typeface="楷体_GB2312" charset="-122"/>
                </a:defRPr>
              </a:lvl3pPr>
              <a:lvl4pPr marL="1600200" indent="-228600" algn="l" rtl="0" eaLnBrk="0" fontAlgn="base" hangingPunct="0">
                <a:lnSpc>
                  <a:spcPct val="13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0000CC"/>
                </a:buClr>
                <a:buSzPct val="80000"/>
                <a:buFont typeface="Wingdings" panose="05000000000000000000" pitchFamily="2" charset="2"/>
                <a:buChar char="o"/>
                <a:defRPr sz="2800" b="1">
                  <a:solidFill>
                    <a:srgbClr val="0000FF"/>
                  </a:solidFill>
                  <a:latin typeface="Arial Narrow" panose="020B0606020202030204" pitchFamily="34" charset="0"/>
                  <a:ea typeface="楷体_GB2312" charset="-122"/>
                  <a:cs typeface="楷体_GB2312" charset="-122"/>
                </a:defRPr>
              </a:lvl4pPr>
              <a:lvl5pPr marL="2057400" indent="-228600" algn="l" rtl="0" eaLnBrk="0" fontAlgn="base" hangingPunct="0">
                <a:lnSpc>
                  <a:spcPct val="13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0000CC"/>
                </a:buClr>
                <a:buSzPct val="80000"/>
                <a:buFont typeface="Wingdings" panose="05000000000000000000" pitchFamily="2" charset="2"/>
                <a:buChar char="o"/>
                <a:defRPr sz="2800" b="1">
                  <a:solidFill>
                    <a:srgbClr val="0000FF"/>
                  </a:solidFill>
                  <a:latin typeface="Arial Narrow" panose="020B0606020202030204" pitchFamily="34" charset="0"/>
                  <a:ea typeface="楷体_GB2312" charset="-122"/>
                  <a:cs typeface="楷体_GB2312" charset="-122"/>
                </a:defRPr>
              </a:lvl5pPr>
            </a:lstStyle>
            <a:p>
              <a:pPr marL="0" lvl="0" indent="0">
                <a:lnSpc>
                  <a:spcPct val="70000"/>
                </a:lnSpc>
                <a:spcBef>
                  <a:spcPct val="0"/>
                </a:spcBef>
              </a:pPr>
              <a:r>
                <a:rPr lang="en-US" altLang="zh-CN" b="1" i="1" dirty="0">
                  <a:solidFill>
                    <a:srgbClr val="000066"/>
                  </a:solidFill>
                  <a:ea typeface="楷体_GB2312" charset="-122"/>
                </a:rPr>
                <a:t>D</a:t>
              </a:r>
              <a:r>
                <a:rPr lang="en-US" altLang="zh-CN" b="1" baseline="-25000" dirty="0">
                  <a:solidFill>
                    <a:srgbClr val="000066"/>
                  </a:solidFill>
                  <a:ea typeface="楷体_GB2312" charset="-122"/>
                </a:rPr>
                <a:t>1 </a:t>
              </a:r>
              <a:r>
                <a:rPr lang="en-US" altLang="zh-CN" b="1" i="1" dirty="0">
                  <a:solidFill>
                    <a:srgbClr val="000066"/>
                  </a:solidFill>
                  <a:ea typeface="楷体_GB2312" charset="-122"/>
                </a:rPr>
                <a:t>= </a:t>
              </a:r>
              <a:r>
                <a:rPr lang="en-US" altLang="zh-CN" b="1" dirty="0">
                  <a:solidFill>
                    <a:srgbClr val="000066"/>
                  </a:solidFill>
                  <a:ea typeface="楷体_GB2312" charset="-122"/>
                </a:rPr>
                <a:t>(</a:t>
              </a:r>
              <a:r>
                <a:rPr lang="en-US" altLang="zh-CN" b="1" i="1" dirty="0">
                  <a:solidFill>
                    <a:srgbClr val="000066"/>
                  </a:solidFill>
                  <a:ea typeface="楷体_GB2312" charset="-122"/>
                </a:rPr>
                <a:t>q</a:t>
              </a:r>
              <a:r>
                <a:rPr lang="en-US" altLang="zh-CN" b="1" baseline="-25000" dirty="0">
                  <a:solidFill>
                    <a:srgbClr val="000066"/>
                  </a:solidFill>
                  <a:ea typeface="楷体_GB2312" charset="-122"/>
                </a:rPr>
                <a:t>2</a:t>
              </a:r>
              <a:r>
                <a:rPr lang="en-US" altLang="zh-CN" b="1" i="1" dirty="0">
                  <a:solidFill>
                    <a:srgbClr val="000066"/>
                  </a:solidFill>
                  <a:ea typeface="楷体_GB2312" charset="-122"/>
                </a:rPr>
                <a:t>+q</a:t>
              </a:r>
              <a:r>
                <a:rPr lang="en-US" altLang="zh-CN" b="1" baseline="-25000" dirty="0">
                  <a:solidFill>
                    <a:srgbClr val="000066"/>
                  </a:solidFill>
                  <a:ea typeface="楷体_GB2312" charset="-122"/>
                </a:rPr>
                <a:t>1</a:t>
              </a:r>
              <a:r>
                <a:rPr lang="en-US" altLang="zh-CN" b="1" dirty="0">
                  <a:solidFill>
                    <a:srgbClr val="000066"/>
                  </a:solidFill>
                  <a:ea typeface="楷体_GB2312" charset="-122"/>
                </a:rPr>
                <a:t>)</a:t>
              </a:r>
              <a:r>
                <a:rPr lang="en-US" altLang="zh-CN" b="1" i="1" dirty="0">
                  <a:solidFill>
                    <a:srgbClr val="000066"/>
                  </a:solidFill>
                  <a:ea typeface="楷体_GB2312" charset="-122"/>
                </a:rPr>
                <a:t> '</a:t>
              </a:r>
              <a:r>
                <a:rPr lang="en-US" altLang="zh-CN" b="1" dirty="0">
                  <a:solidFill>
                    <a:srgbClr val="000066"/>
                  </a:solidFill>
                  <a:ea typeface="楷体_GB2312" charset="-122"/>
                </a:rPr>
                <a:t>=</a:t>
              </a:r>
              <a:r>
                <a:rPr lang="en-US" altLang="zh-CN" b="1" i="1" dirty="0">
                  <a:solidFill>
                    <a:srgbClr val="000066"/>
                  </a:solidFill>
                  <a:ea typeface="楷体_GB2312" charset="-122"/>
                </a:rPr>
                <a:t>q'</a:t>
              </a:r>
              <a:r>
                <a:rPr lang="en-US" altLang="zh-CN" b="1" baseline="-25000" dirty="0">
                  <a:solidFill>
                    <a:srgbClr val="000066"/>
                  </a:solidFill>
                  <a:ea typeface="楷体_GB2312" charset="-122"/>
                </a:rPr>
                <a:t>2</a:t>
              </a:r>
              <a:r>
                <a:rPr lang="en-US" altLang="zh-CN" b="1" i="1" dirty="0">
                  <a:solidFill>
                    <a:srgbClr val="000066"/>
                  </a:solidFill>
                  <a:ea typeface="楷体_GB2312" charset="-122"/>
                </a:rPr>
                <a:t>q'</a:t>
              </a:r>
              <a:r>
                <a:rPr lang="en-US" altLang="zh-CN" b="1" baseline="-25000" dirty="0">
                  <a:solidFill>
                    <a:srgbClr val="000066"/>
                  </a:solidFill>
                  <a:ea typeface="楷体_GB2312" charset="-122"/>
                </a:rPr>
                <a:t>1</a:t>
              </a:r>
              <a:endParaRPr lang="en-US" altLang="zh-CN" b="1" baseline="-25000" dirty="0">
                <a:solidFill>
                  <a:srgbClr val="000066"/>
                </a:solidFill>
                <a:ea typeface="楷体_GB2312" charset="-122"/>
              </a:endParaRPr>
            </a:p>
          </p:txBody>
        </p:sp>
        <p:sp>
          <p:nvSpPr>
            <p:cNvPr id="215055" name="Rectangle 71"/>
            <p:cNvSpPr/>
            <p:nvPr/>
          </p:nvSpPr>
          <p:spPr>
            <a:xfrm>
              <a:off x="2339975" y="4918090"/>
              <a:ext cx="1070806" cy="359010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lIns="92075" tIns="46038" rIns="92075" bIns="46038">
              <a:spAutoFit/>
            </a:bodyPr>
            <a:lstStyle>
              <a:lvl1pPr marL="342900" indent="-342900" algn="l" rtl="0" eaLnBrk="0" fontAlgn="base" hangingPunct="0">
                <a:lnSpc>
                  <a:spcPct val="130000"/>
                </a:lnSpc>
                <a:spcBef>
                  <a:spcPct val="20000"/>
                </a:spcBef>
                <a:spcAft>
                  <a:spcPct val="0"/>
                </a:spcAft>
                <a:defRPr sz="2400">
                  <a:solidFill>
                    <a:srgbClr val="0000FF"/>
                  </a:solidFill>
                  <a:latin typeface="Times New Roman" panose="02020603050405020304" pitchFamily="18" charset="0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lnSpc>
                  <a:spcPct val="13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0000CC"/>
                </a:buClr>
                <a:buSzPct val="80000"/>
                <a:buFont typeface="Wingdings" panose="05000000000000000000" pitchFamily="2" charset="2"/>
                <a:buChar char="o"/>
                <a:defRPr sz="3000" b="1">
                  <a:solidFill>
                    <a:srgbClr val="0000FF"/>
                  </a:solidFill>
                  <a:latin typeface="Arial Narrow" panose="020B0606020202030204" pitchFamily="34" charset="0"/>
                  <a:ea typeface="楷体_GB2312" charset="-122"/>
                  <a:cs typeface="楷体_GB2312" charset="-122"/>
                </a:defRPr>
              </a:lvl2pPr>
              <a:lvl3pPr marL="1143000" indent="-228600" algn="l" rtl="0" eaLnBrk="0" fontAlgn="base" hangingPunct="0">
                <a:lnSpc>
                  <a:spcPct val="13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0000CC"/>
                </a:buClr>
                <a:buSzPct val="80000"/>
                <a:buFont typeface="Wingdings" panose="05000000000000000000" pitchFamily="2" charset="2"/>
                <a:buChar char="n"/>
                <a:defRPr sz="3000" b="1">
                  <a:solidFill>
                    <a:srgbClr val="0000FF"/>
                  </a:solidFill>
                  <a:latin typeface="Arial Narrow" panose="020B0606020202030204" pitchFamily="34" charset="0"/>
                  <a:ea typeface="楷体_GB2312" charset="-122"/>
                  <a:cs typeface="楷体_GB2312" charset="-122"/>
                </a:defRPr>
              </a:lvl3pPr>
              <a:lvl4pPr marL="1600200" indent="-228600" algn="l" rtl="0" eaLnBrk="0" fontAlgn="base" hangingPunct="0">
                <a:lnSpc>
                  <a:spcPct val="13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0000CC"/>
                </a:buClr>
                <a:buSzPct val="80000"/>
                <a:buFont typeface="Wingdings" panose="05000000000000000000" pitchFamily="2" charset="2"/>
                <a:buChar char="o"/>
                <a:defRPr sz="2800" b="1">
                  <a:solidFill>
                    <a:srgbClr val="0000FF"/>
                  </a:solidFill>
                  <a:latin typeface="Arial Narrow" panose="020B0606020202030204" pitchFamily="34" charset="0"/>
                  <a:ea typeface="楷体_GB2312" charset="-122"/>
                  <a:cs typeface="楷体_GB2312" charset="-122"/>
                </a:defRPr>
              </a:lvl4pPr>
              <a:lvl5pPr marL="2057400" indent="-228600" algn="l" rtl="0" eaLnBrk="0" fontAlgn="base" hangingPunct="0">
                <a:lnSpc>
                  <a:spcPct val="13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0000CC"/>
                </a:buClr>
                <a:buSzPct val="80000"/>
                <a:buFont typeface="Wingdings" panose="05000000000000000000" pitchFamily="2" charset="2"/>
                <a:buChar char="o"/>
                <a:defRPr sz="2800" b="1">
                  <a:solidFill>
                    <a:srgbClr val="0000FF"/>
                  </a:solidFill>
                  <a:latin typeface="Arial Narrow" panose="020B0606020202030204" pitchFamily="34" charset="0"/>
                  <a:ea typeface="楷体_GB2312" charset="-122"/>
                  <a:cs typeface="楷体_GB2312" charset="-122"/>
                </a:defRPr>
              </a:lvl5pPr>
            </a:lstStyle>
            <a:p>
              <a:pPr marL="0" lvl="0" indent="0">
                <a:lnSpc>
                  <a:spcPct val="70000"/>
                </a:lnSpc>
                <a:spcBef>
                  <a:spcPct val="0"/>
                </a:spcBef>
              </a:pPr>
              <a:r>
                <a:rPr lang="en-US" altLang="zh-CN" b="1" i="1" dirty="0">
                  <a:solidFill>
                    <a:srgbClr val="000066"/>
                  </a:solidFill>
                  <a:ea typeface="楷体_GB2312" charset="-122"/>
                </a:rPr>
                <a:t>D</a:t>
              </a:r>
              <a:r>
                <a:rPr lang="en-US" altLang="zh-CN" b="1" baseline="-25000" dirty="0">
                  <a:solidFill>
                    <a:srgbClr val="000066"/>
                  </a:solidFill>
                  <a:ea typeface="楷体_GB2312" charset="-122"/>
                </a:rPr>
                <a:t>3 </a:t>
              </a:r>
              <a:r>
                <a:rPr lang="en-US" altLang="zh-CN" b="1" dirty="0">
                  <a:solidFill>
                    <a:srgbClr val="000066"/>
                  </a:solidFill>
                  <a:ea typeface="楷体_GB2312" charset="-122"/>
                </a:rPr>
                <a:t>= </a:t>
              </a:r>
              <a:r>
                <a:rPr lang="en-US" altLang="zh-CN" b="1" i="1" dirty="0">
                  <a:solidFill>
                    <a:srgbClr val="000066"/>
                  </a:solidFill>
                  <a:ea typeface="楷体_GB2312" charset="-122"/>
                </a:rPr>
                <a:t>q</a:t>
              </a:r>
              <a:r>
                <a:rPr lang="en-US" altLang="zh-CN" b="1" baseline="-25000" dirty="0">
                  <a:solidFill>
                    <a:srgbClr val="000066"/>
                  </a:solidFill>
                  <a:ea typeface="楷体_GB2312" charset="-122"/>
                </a:rPr>
                <a:t>2</a:t>
              </a:r>
              <a:endParaRPr lang="en-US" altLang="zh-CN" b="1" dirty="0">
                <a:solidFill>
                  <a:srgbClr val="FFFFFF"/>
                </a:solidFill>
                <a:ea typeface="楷体_GB2312" charset="-122"/>
              </a:endParaRPr>
            </a:p>
          </p:txBody>
        </p:sp>
      </p:grpSp>
      <p:sp>
        <p:nvSpPr>
          <p:cNvPr id="72" name="箭头: 虚尾 71"/>
          <p:cNvSpPr/>
          <p:nvPr/>
        </p:nvSpPr>
        <p:spPr bwMode="auto">
          <a:xfrm>
            <a:off x="4021138" y="5283200"/>
            <a:ext cx="788988" cy="549275"/>
          </a:xfrm>
          <a:prstGeom prst="stripedRightArrow">
            <a:avLst>
              <a:gd name="adj1" fmla="val 49412"/>
              <a:gd name="adj2" fmla="val 43463"/>
            </a:avLst>
          </a:prstGeom>
          <a:solidFill>
            <a:schemeClr val="accent1"/>
          </a:solidFill>
          <a:ln w="12700" cap="flat" cmpd="sng" algn="ctr">
            <a:solidFill>
              <a:srgbClr val="C00000"/>
            </a:solidFill>
            <a:prstDash val="solid"/>
            <a:round/>
            <a:headEnd type="none" w="med" len="med"/>
            <a:tailEnd type="none" w="med" len="med"/>
          </a:ln>
        </p:spPr>
        <p:txBody>
          <a:bodyPr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007A77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grpSp>
        <p:nvGrpSpPr>
          <p:cNvPr id="215047" name="组合 72"/>
          <p:cNvGrpSpPr/>
          <p:nvPr/>
        </p:nvGrpSpPr>
        <p:grpSpPr>
          <a:xfrm>
            <a:off x="5246688" y="4824413"/>
            <a:ext cx="1970087" cy="1343025"/>
            <a:chOff x="2339975" y="3933825"/>
            <a:chExt cx="1970195" cy="1343275"/>
          </a:xfrm>
        </p:grpSpPr>
        <p:sp>
          <p:nvSpPr>
            <p:cNvPr id="215050" name="Rectangle 69"/>
            <p:cNvSpPr/>
            <p:nvPr/>
          </p:nvSpPr>
          <p:spPr>
            <a:xfrm>
              <a:off x="2339975" y="4435950"/>
              <a:ext cx="1070806" cy="359010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lIns="92075" tIns="46038" rIns="92075" bIns="46038">
              <a:spAutoFit/>
            </a:bodyPr>
            <a:lstStyle>
              <a:lvl1pPr marL="342900" indent="-342900" algn="l" rtl="0" eaLnBrk="0" fontAlgn="base" hangingPunct="0">
                <a:lnSpc>
                  <a:spcPct val="130000"/>
                </a:lnSpc>
                <a:spcBef>
                  <a:spcPct val="20000"/>
                </a:spcBef>
                <a:spcAft>
                  <a:spcPct val="0"/>
                </a:spcAft>
                <a:defRPr sz="2400">
                  <a:solidFill>
                    <a:srgbClr val="0000FF"/>
                  </a:solidFill>
                  <a:latin typeface="Times New Roman" panose="02020603050405020304" pitchFamily="18" charset="0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lnSpc>
                  <a:spcPct val="13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0000CC"/>
                </a:buClr>
                <a:buSzPct val="80000"/>
                <a:buFont typeface="Wingdings" panose="05000000000000000000" pitchFamily="2" charset="2"/>
                <a:buChar char="o"/>
                <a:defRPr sz="3000" b="1">
                  <a:solidFill>
                    <a:srgbClr val="0000FF"/>
                  </a:solidFill>
                  <a:latin typeface="Arial Narrow" panose="020B0606020202030204" pitchFamily="34" charset="0"/>
                  <a:ea typeface="楷体_GB2312" charset="-122"/>
                  <a:cs typeface="楷体_GB2312" charset="-122"/>
                </a:defRPr>
              </a:lvl2pPr>
              <a:lvl3pPr marL="1143000" indent="-228600" algn="l" rtl="0" eaLnBrk="0" fontAlgn="base" hangingPunct="0">
                <a:lnSpc>
                  <a:spcPct val="13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0000CC"/>
                </a:buClr>
                <a:buSzPct val="80000"/>
                <a:buFont typeface="Wingdings" panose="05000000000000000000" pitchFamily="2" charset="2"/>
                <a:buChar char="n"/>
                <a:defRPr sz="3000" b="1">
                  <a:solidFill>
                    <a:srgbClr val="0000FF"/>
                  </a:solidFill>
                  <a:latin typeface="Arial Narrow" panose="020B0606020202030204" pitchFamily="34" charset="0"/>
                  <a:ea typeface="楷体_GB2312" charset="-122"/>
                  <a:cs typeface="楷体_GB2312" charset="-122"/>
                </a:defRPr>
              </a:lvl3pPr>
              <a:lvl4pPr marL="1600200" indent="-228600" algn="l" rtl="0" eaLnBrk="0" fontAlgn="base" hangingPunct="0">
                <a:lnSpc>
                  <a:spcPct val="13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0000CC"/>
                </a:buClr>
                <a:buSzPct val="80000"/>
                <a:buFont typeface="Wingdings" panose="05000000000000000000" pitchFamily="2" charset="2"/>
                <a:buChar char="o"/>
                <a:defRPr sz="2800" b="1">
                  <a:solidFill>
                    <a:srgbClr val="0000FF"/>
                  </a:solidFill>
                  <a:latin typeface="Arial Narrow" panose="020B0606020202030204" pitchFamily="34" charset="0"/>
                  <a:ea typeface="楷体_GB2312" charset="-122"/>
                  <a:cs typeface="楷体_GB2312" charset="-122"/>
                </a:defRPr>
              </a:lvl4pPr>
              <a:lvl5pPr marL="2057400" indent="-228600" algn="l" rtl="0" eaLnBrk="0" fontAlgn="base" hangingPunct="0">
                <a:lnSpc>
                  <a:spcPct val="13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0000CC"/>
                </a:buClr>
                <a:buSzPct val="80000"/>
                <a:buFont typeface="Wingdings" panose="05000000000000000000" pitchFamily="2" charset="2"/>
                <a:buChar char="o"/>
                <a:defRPr sz="2800" b="1">
                  <a:solidFill>
                    <a:srgbClr val="0000FF"/>
                  </a:solidFill>
                  <a:latin typeface="Arial Narrow" panose="020B0606020202030204" pitchFamily="34" charset="0"/>
                  <a:ea typeface="楷体_GB2312" charset="-122"/>
                  <a:cs typeface="楷体_GB2312" charset="-122"/>
                </a:defRPr>
              </a:lvl5pPr>
            </a:lstStyle>
            <a:p>
              <a:pPr marL="0" lvl="0" indent="0">
                <a:lnSpc>
                  <a:spcPct val="70000"/>
                </a:lnSpc>
                <a:spcBef>
                  <a:spcPct val="0"/>
                </a:spcBef>
              </a:pPr>
              <a:r>
                <a:rPr lang="en-US" altLang="zh-CN" b="1" i="1" dirty="0">
                  <a:solidFill>
                    <a:srgbClr val="000066"/>
                  </a:solidFill>
                  <a:ea typeface="楷体_GB2312" charset="-122"/>
                </a:rPr>
                <a:t>Q</a:t>
              </a:r>
              <a:r>
                <a:rPr lang="en-US" altLang="zh-CN" b="1" baseline="-25000" dirty="0">
                  <a:solidFill>
                    <a:srgbClr val="000066"/>
                  </a:solidFill>
                  <a:ea typeface="楷体_GB2312" charset="-122"/>
                </a:rPr>
                <a:t>2 </a:t>
              </a:r>
              <a:r>
                <a:rPr lang="en-US" altLang="zh-CN" b="1" dirty="0">
                  <a:solidFill>
                    <a:srgbClr val="000066"/>
                  </a:solidFill>
                  <a:ea typeface="楷体_GB2312" charset="-122"/>
                </a:rPr>
                <a:t>= </a:t>
              </a:r>
              <a:r>
                <a:rPr lang="en-US" altLang="zh-CN" b="1" i="1" dirty="0">
                  <a:solidFill>
                    <a:srgbClr val="000066"/>
                  </a:solidFill>
                  <a:ea typeface="楷体_GB2312" charset="-122"/>
                </a:rPr>
                <a:t>q</a:t>
              </a:r>
              <a:r>
                <a:rPr lang="en-US" altLang="zh-CN" b="1" baseline="-25000" dirty="0">
                  <a:solidFill>
                    <a:srgbClr val="000066"/>
                  </a:solidFill>
                  <a:ea typeface="楷体_GB2312" charset="-122"/>
                </a:rPr>
                <a:t>1</a:t>
              </a:r>
              <a:endParaRPr lang="en-US" altLang="zh-CN" b="1" dirty="0">
                <a:solidFill>
                  <a:srgbClr val="FFFFFF"/>
                </a:solidFill>
                <a:ea typeface="楷体_GB2312" charset="-122"/>
              </a:endParaRPr>
            </a:p>
          </p:txBody>
        </p:sp>
        <p:sp>
          <p:nvSpPr>
            <p:cNvPr id="215051" name="Rectangle 70"/>
            <p:cNvSpPr/>
            <p:nvPr/>
          </p:nvSpPr>
          <p:spPr>
            <a:xfrm>
              <a:off x="2339975" y="3933825"/>
              <a:ext cx="1970195" cy="359010"/>
            </a:xfrm>
            <a:prstGeom prst="rect">
              <a:avLst/>
            </a:prstGeom>
            <a:noFill/>
            <a:ln w="9525">
              <a:noFill/>
            </a:ln>
          </p:spPr>
          <p:txBody>
            <a:bodyPr lIns="92075" tIns="46038" rIns="92075" bIns="46038">
              <a:spAutoFit/>
            </a:bodyPr>
            <a:lstStyle>
              <a:lvl1pPr marL="342900" indent="-342900" algn="l" rtl="0" eaLnBrk="0" fontAlgn="base" hangingPunct="0">
                <a:lnSpc>
                  <a:spcPct val="130000"/>
                </a:lnSpc>
                <a:spcBef>
                  <a:spcPct val="20000"/>
                </a:spcBef>
                <a:spcAft>
                  <a:spcPct val="0"/>
                </a:spcAft>
                <a:defRPr sz="2400">
                  <a:solidFill>
                    <a:srgbClr val="0000FF"/>
                  </a:solidFill>
                  <a:latin typeface="Times New Roman" panose="02020603050405020304" pitchFamily="18" charset="0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lnSpc>
                  <a:spcPct val="13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0000CC"/>
                </a:buClr>
                <a:buSzPct val="80000"/>
                <a:buFont typeface="Wingdings" panose="05000000000000000000" pitchFamily="2" charset="2"/>
                <a:buChar char="o"/>
                <a:defRPr sz="3000" b="1">
                  <a:solidFill>
                    <a:srgbClr val="0000FF"/>
                  </a:solidFill>
                  <a:latin typeface="Arial Narrow" panose="020B0606020202030204" pitchFamily="34" charset="0"/>
                  <a:ea typeface="楷体_GB2312" charset="-122"/>
                  <a:cs typeface="楷体_GB2312" charset="-122"/>
                </a:defRPr>
              </a:lvl2pPr>
              <a:lvl3pPr marL="1143000" indent="-228600" algn="l" rtl="0" eaLnBrk="0" fontAlgn="base" hangingPunct="0">
                <a:lnSpc>
                  <a:spcPct val="13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0000CC"/>
                </a:buClr>
                <a:buSzPct val="80000"/>
                <a:buFont typeface="Wingdings" panose="05000000000000000000" pitchFamily="2" charset="2"/>
                <a:buChar char="n"/>
                <a:defRPr sz="3000" b="1">
                  <a:solidFill>
                    <a:srgbClr val="0000FF"/>
                  </a:solidFill>
                  <a:latin typeface="Arial Narrow" panose="020B0606020202030204" pitchFamily="34" charset="0"/>
                  <a:ea typeface="楷体_GB2312" charset="-122"/>
                  <a:cs typeface="楷体_GB2312" charset="-122"/>
                </a:defRPr>
              </a:lvl3pPr>
              <a:lvl4pPr marL="1600200" indent="-228600" algn="l" rtl="0" eaLnBrk="0" fontAlgn="base" hangingPunct="0">
                <a:lnSpc>
                  <a:spcPct val="13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0000CC"/>
                </a:buClr>
                <a:buSzPct val="80000"/>
                <a:buFont typeface="Wingdings" panose="05000000000000000000" pitchFamily="2" charset="2"/>
                <a:buChar char="o"/>
                <a:defRPr sz="2800" b="1">
                  <a:solidFill>
                    <a:srgbClr val="0000FF"/>
                  </a:solidFill>
                  <a:latin typeface="Arial Narrow" panose="020B0606020202030204" pitchFamily="34" charset="0"/>
                  <a:ea typeface="楷体_GB2312" charset="-122"/>
                  <a:cs typeface="楷体_GB2312" charset="-122"/>
                </a:defRPr>
              </a:lvl4pPr>
              <a:lvl5pPr marL="2057400" indent="-228600" algn="l" rtl="0" eaLnBrk="0" fontAlgn="base" hangingPunct="0">
                <a:lnSpc>
                  <a:spcPct val="13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0000CC"/>
                </a:buClr>
                <a:buSzPct val="80000"/>
                <a:buFont typeface="Wingdings" panose="05000000000000000000" pitchFamily="2" charset="2"/>
                <a:buChar char="o"/>
                <a:defRPr sz="2800" b="1">
                  <a:solidFill>
                    <a:srgbClr val="0000FF"/>
                  </a:solidFill>
                  <a:latin typeface="Arial Narrow" panose="020B0606020202030204" pitchFamily="34" charset="0"/>
                  <a:ea typeface="楷体_GB2312" charset="-122"/>
                  <a:cs typeface="楷体_GB2312" charset="-122"/>
                </a:defRPr>
              </a:lvl5pPr>
            </a:lstStyle>
            <a:p>
              <a:pPr marL="0" lvl="0" indent="0">
                <a:lnSpc>
                  <a:spcPct val="70000"/>
                </a:lnSpc>
                <a:spcBef>
                  <a:spcPct val="0"/>
                </a:spcBef>
              </a:pPr>
              <a:r>
                <a:rPr lang="en-US" altLang="zh-CN" b="1" i="1" dirty="0">
                  <a:solidFill>
                    <a:srgbClr val="000066"/>
                  </a:solidFill>
                  <a:ea typeface="楷体_GB2312" charset="-122"/>
                </a:rPr>
                <a:t>Q</a:t>
              </a:r>
              <a:r>
                <a:rPr lang="en-US" altLang="zh-CN" b="1" baseline="-25000" dirty="0">
                  <a:solidFill>
                    <a:srgbClr val="000066"/>
                  </a:solidFill>
                  <a:ea typeface="楷体_GB2312" charset="-122"/>
                </a:rPr>
                <a:t>1 </a:t>
              </a:r>
              <a:r>
                <a:rPr lang="en-US" altLang="zh-CN" b="1" i="1" dirty="0">
                  <a:solidFill>
                    <a:srgbClr val="000066"/>
                  </a:solidFill>
                  <a:ea typeface="楷体_GB2312" charset="-122"/>
                </a:rPr>
                <a:t>= q'</a:t>
              </a:r>
              <a:r>
                <a:rPr lang="en-US" altLang="zh-CN" b="1" baseline="-25000" dirty="0">
                  <a:solidFill>
                    <a:srgbClr val="000066"/>
                  </a:solidFill>
                  <a:ea typeface="楷体_GB2312" charset="-122"/>
                </a:rPr>
                <a:t>2</a:t>
              </a:r>
              <a:r>
                <a:rPr lang="en-US" altLang="zh-CN" b="1" i="1" dirty="0">
                  <a:solidFill>
                    <a:srgbClr val="000066"/>
                  </a:solidFill>
                  <a:ea typeface="楷体_GB2312" charset="-122"/>
                </a:rPr>
                <a:t>q'</a:t>
              </a:r>
              <a:r>
                <a:rPr lang="en-US" altLang="zh-CN" b="1" baseline="-25000" dirty="0">
                  <a:solidFill>
                    <a:srgbClr val="000066"/>
                  </a:solidFill>
                  <a:ea typeface="楷体_GB2312" charset="-122"/>
                </a:rPr>
                <a:t>1</a:t>
              </a:r>
              <a:endParaRPr lang="en-US" altLang="zh-CN" b="1" baseline="-25000" dirty="0">
                <a:solidFill>
                  <a:srgbClr val="000066"/>
                </a:solidFill>
                <a:ea typeface="楷体_GB2312" charset="-122"/>
              </a:endParaRPr>
            </a:p>
          </p:txBody>
        </p:sp>
        <p:sp>
          <p:nvSpPr>
            <p:cNvPr id="215052" name="Rectangle 71"/>
            <p:cNvSpPr/>
            <p:nvPr/>
          </p:nvSpPr>
          <p:spPr>
            <a:xfrm>
              <a:off x="2339975" y="4918090"/>
              <a:ext cx="1070806" cy="359010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lIns="92075" tIns="46038" rIns="92075" bIns="46038">
              <a:spAutoFit/>
            </a:bodyPr>
            <a:lstStyle>
              <a:lvl1pPr marL="342900" indent="-342900" algn="l" rtl="0" eaLnBrk="0" fontAlgn="base" hangingPunct="0">
                <a:lnSpc>
                  <a:spcPct val="130000"/>
                </a:lnSpc>
                <a:spcBef>
                  <a:spcPct val="20000"/>
                </a:spcBef>
                <a:spcAft>
                  <a:spcPct val="0"/>
                </a:spcAft>
                <a:defRPr sz="2400">
                  <a:solidFill>
                    <a:srgbClr val="0000FF"/>
                  </a:solidFill>
                  <a:latin typeface="Times New Roman" panose="02020603050405020304" pitchFamily="18" charset="0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lnSpc>
                  <a:spcPct val="13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0000CC"/>
                </a:buClr>
                <a:buSzPct val="80000"/>
                <a:buFont typeface="Wingdings" panose="05000000000000000000" pitchFamily="2" charset="2"/>
                <a:buChar char="o"/>
                <a:defRPr sz="3000" b="1">
                  <a:solidFill>
                    <a:srgbClr val="0000FF"/>
                  </a:solidFill>
                  <a:latin typeface="Arial Narrow" panose="020B0606020202030204" pitchFamily="34" charset="0"/>
                  <a:ea typeface="楷体_GB2312" charset="-122"/>
                  <a:cs typeface="楷体_GB2312" charset="-122"/>
                </a:defRPr>
              </a:lvl2pPr>
              <a:lvl3pPr marL="1143000" indent="-228600" algn="l" rtl="0" eaLnBrk="0" fontAlgn="base" hangingPunct="0">
                <a:lnSpc>
                  <a:spcPct val="13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0000CC"/>
                </a:buClr>
                <a:buSzPct val="80000"/>
                <a:buFont typeface="Wingdings" panose="05000000000000000000" pitchFamily="2" charset="2"/>
                <a:buChar char="n"/>
                <a:defRPr sz="3000" b="1">
                  <a:solidFill>
                    <a:srgbClr val="0000FF"/>
                  </a:solidFill>
                  <a:latin typeface="Arial Narrow" panose="020B0606020202030204" pitchFamily="34" charset="0"/>
                  <a:ea typeface="楷体_GB2312" charset="-122"/>
                  <a:cs typeface="楷体_GB2312" charset="-122"/>
                </a:defRPr>
              </a:lvl3pPr>
              <a:lvl4pPr marL="1600200" indent="-228600" algn="l" rtl="0" eaLnBrk="0" fontAlgn="base" hangingPunct="0">
                <a:lnSpc>
                  <a:spcPct val="13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0000CC"/>
                </a:buClr>
                <a:buSzPct val="80000"/>
                <a:buFont typeface="Wingdings" panose="05000000000000000000" pitchFamily="2" charset="2"/>
                <a:buChar char="o"/>
                <a:defRPr sz="2800" b="1">
                  <a:solidFill>
                    <a:srgbClr val="0000FF"/>
                  </a:solidFill>
                  <a:latin typeface="Arial Narrow" panose="020B0606020202030204" pitchFamily="34" charset="0"/>
                  <a:ea typeface="楷体_GB2312" charset="-122"/>
                  <a:cs typeface="楷体_GB2312" charset="-122"/>
                </a:defRPr>
              </a:lvl4pPr>
              <a:lvl5pPr marL="2057400" indent="-228600" algn="l" rtl="0" eaLnBrk="0" fontAlgn="base" hangingPunct="0">
                <a:lnSpc>
                  <a:spcPct val="13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0000CC"/>
                </a:buClr>
                <a:buSzPct val="80000"/>
                <a:buFont typeface="Wingdings" panose="05000000000000000000" pitchFamily="2" charset="2"/>
                <a:buChar char="o"/>
                <a:defRPr sz="2800" b="1">
                  <a:solidFill>
                    <a:srgbClr val="0000FF"/>
                  </a:solidFill>
                  <a:latin typeface="Arial Narrow" panose="020B0606020202030204" pitchFamily="34" charset="0"/>
                  <a:ea typeface="楷体_GB2312" charset="-122"/>
                  <a:cs typeface="楷体_GB2312" charset="-122"/>
                </a:defRPr>
              </a:lvl5pPr>
            </a:lstStyle>
            <a:p>
              <a:pPr marL="0" lvl="0" indent="0">
                <a:lnSpc>
                  <a:spcPct val="70000"/>
                </a:lnSpc>
                <a:spcBef>
                  <a:spcPct val="0"/>
                </a:spcBef>
              </a:pPr>
              <a:r>
                <a:rPr lang="en-US" altLang="zh-CN" b="1" i="1" dirty="0">
                  <a:solidFill>
                    <a:srgbClr val="000066"/>
                  </a:solidFill>
                  <a:ea typeface="楷体_GB2312" charset="-122"/>
                </a:rPr>
                <a:t>Q</a:t>
              </a:r>
              <a:r>
                <a:rPr lang="en-US" altLang="zh-CN" b="1" baseline="-25000" dirty="0">
                  <a:solidFill>
                    <a:srgbClr val="000066"/>
                  </a:solidFill>
                  <a:ea typeface="楷体_GB2312" charset="-122"/>
                </a:rPr>
                <a:t>3 </a:t>
              </a:r>
              <a:r>
                <a:rPr lang="en-US" altLang="zh-CN" b="1" dirty="0">
                  <a:solidFill>
                    <a:srgbClr val="000066"/>
                  </a:solidFill>
                  <a:ea typeface="楷体_GB2312" charset="-122"/>
                </a:rPr>
                <a:t>= </a:t>
              </a:r>
              <a:r>
                <a:rPr lang="en-US" altLang="zh-CN" b="1" i="1" dirty="0">
                  <a:solidFill>
                    <a:srgbClr val="000066"/>
                  </a:solidFill>
                  <a:ea typeface="楷体_GB2312" charset="-122"/>
                </a:rPr>
                <a:t>q</a:t>
              </a:r>
              <a:r>
                <a:rPr lang="en-US" altLang="zh-CN" b="1" baseline="-25000" dirty="0">
                  <a:solidFill>
                    <a:srgbClr val="000066"/>
                  </a:solidFill>
                  <a:ea typeface="楷体_GB2312" charset="-122"/>
                </a:rPr>
                <a:t>2</a:t>
              </a:r>
              <a:endParaRPr lang="en-US" altLang="zh-CN" b="1" dirty="0">
                <a:solidFill>
                  <a:srgbClr val="FFFFFF"/>
                </a:solidFill>
                <a:ea typeface="楷体_GB2312" charset="-122"/>
              </a:endParaRPr>
            </a:p>
          </p:txBody>
        </p:sp>
      </p:grpSp>
      <p:sp>
        <p:nvSpPr>
          <p:cNvPr id="215048" name="标题 2"/>
          <p:cNvSpPr txBox="1"/>
          <p:nvPr/>
        </p:nvSpPr>
        <p:spPr>
          <a:xfrm>
            <a:off x="498475" y="515938"/>
            <a:ext cx="6746875" cy="725487"/>
          </a:xfrm>
          <a:prstGeom prst="rect">
            <a:avLst/>
          </a:prstGeom>
          <a:noFill/>
          <a:ln w="9525">
            <a:noFill/>
          </a:ln>
        </p:spPr>
        <p:txBody>
          <a:bodyPr/>
          <a:lstStyle>
            <a:lvl1pPr marL="342900" indent="-342900" algn="l" rtl="0" eaLnBrk="0" fontAlgn="base" hangingPunct="0">
              <a:lnSpc>
                <a:spcPct val="130000"/>
              </a:lnSpc>
              <a:spcBef>
                <a:spcPct val="20000"/>
              </a:spcBef>
              <a:spcAft>
                <a:spcPct val="0"/>
              </a:spcAft>
              <a:defRPr sz="2400">
                <a:solidFill>
                  <a:srgbClr val="0000FF"/>
                </a:solidFill>
                <a:latin typeface="Times New Roman" panose="02020603050405020304" pitchFamily="18" charset="0"/>
                <a:ea typeface="+mn-ea"/>
                <a:cs typeface="+mn-cs"/>
              </a:defRPr>
            </a:lvl1pPr>
            <a:lvl2pPr marL="742950" indent="-285750" algn="l" rtl="0" eaLnBrk="0" fontAlgn="base" hangingPunct="0">
              <a:lnSpc>
                <a:spcPct val="130000"/>
              </a:lnSpc>
              <a:spcBef>
                <a:spcPct val="20000"/>
              </a:spcBef>
              <a:spcAft>
                <a:spcPct val="0"/>
              </a:spcAft>
              <a:buClr>
                <a:srgbClr val="0000CC"/>
              </a:buClr>
              <a:buSzPct val="80000"/>
              <a:buFont typeface="Wingdings" panose="05000000000000000000" pitchFamily="2" charset="2"/>
              <a:buChar char="o"/>
              <a:defRPr sz="3000" b="1">
                <a:solidFill>
                  <a:srgbClr val="0000FF"/>
                </a:solidFill>
                <a:latin typeface="Arial Narrow" panose="020B0606020202030204" pitchFamily="34" charset="0"/>
                <a:ea typeface="楷体_GB2312" charset="-122"/>
                <a:cs typeface="楷体_GB2312" charset="-122"/>
              </a:defRPr>
            </a:lvl2pPr>
            <a:lvl3pPr marL="1143000" indent="-228600" algn="l" rtl="0" eaLnBrk="0" fontAlgn="base" hangingPunct="0">
              <a:lnSpc>
                <a:spcPct val="130000"/>
              </a:lnSpc>
              <a:spcBef>
                <a:spcPct val="20000"/>
              </a:spcBef>
              <a:spcAft>
                <a:spcPct val="0"/>
              </a:spcAft>
              <a:buClr>
                <a:srgbClr val="0000CC"/>
              </a:buClr>
              <a:buSzPct val="80000"/>
              <a:buFont typeface="Wingdings" panose="05000000000000000000" pitchFamily="2" charset="2"/>
              <a:buChar char="n"/>
              <a:defRPr sz="3000" b="1">
                <a:solidFill>
                  <a:srgbClr val="0000FF"/>
                </a:solidFill>
                <a:latin typeface="Arial Narrow" panose="020B0606020202030204" pitchFamily="34" charset="0"/>
                <a:ea typeface="楷体_GB2312" charset="-122"/>
                <a:cs typeface="楷体_GB2312" charset="-122"/>
              </a:defRPr>
            </a:lvl3pPr>
            <a:lvl4pPr marL="1600200" indent="-228600" algn="l" rtl="0" eaLnBrk="0" fontAlgn="base" hangingPunct="0">
              <a:lnSpc>
                <a:spcPct val="130000"/>
              </a:lnSpc>
              <a:spcBef>
                <a:spcPct val="20000"/>
              </a:spcBef>
              <a:spcAft>
                <a:spcPct val="0"/>
              </a:spcAft>
              <a:buClr>
                <a:srgbClr val="0000CC"/>
              </a:buClr>
              <a:buSzPct val="80000"/>
              <a:buFont typeface="Wingdings" panose="05000000000000000000" pitchFamily="2" charset="2"/>
              <a:buChar char="o"/>
              <a:defRPr sz="2800" b="1">
                <a:solidFill>
                  <a:srgbClr val="0000FF"/>
                </a:solidFill>
                <a:latin typeface="Arial Narrow" panose="020B0606020202030204" pitchFamily="34" charset="0"/>
                <a:ea typeface="楷体_GB2312" charset="-122"/>
                <a:cs typeface="楷体_GB2312" charset="-122"/>
              </a:defRPr>
            </a:lvl4pPr>
            <a:lvl5pPr marL="2057400" indent="-228600" algn="l" rtl="0" eaLnBrk="0" fontAlgn="base" hangingPunct="0">
              <a:lnSpc>
                <a:spcPct val="130000"/>
              </a:lnSpc>
              <a:spcBef>
                <a:spcPct val="20000"/>
              </a:spcBef>
              <a:spcAft>
                <a:spcPct val="0"/>
              </a:spcAft>
              <a:buClr>
                <a:srgbClr val="0000CC"/>
              </a:buClr>
              <a:buSzPct val="80000"/>
              <a:buFont typeface="Wingdings" panose="05000000000000000000" pitchFamily="2" charset="2"/>
              <a:buChar char="o"/>
              <a:defRPr sz="2800" b="1">
                <a:solidFill>
                  <a:srgbClr val="0000FF"/>
                </a:solidFill>
                <a:latin typeface="Arial Narrow" panose="020B0606020202030204" pitchFamily="34" charset="0"/>
                <a:ea typeface="楷体_GB2312" charset="-122"/>
                <a:cs typeface="楷体_GB2312" charset="-122"/>
              </a:defRPr>
            </a:lvl5pPr>
          </a:lstStyle>
          <a:p>
            <a:pPr marL="0" lvl="0" indent="0">
              <a:lnSpc>
                <a:spcPct val="100000"/>
              </a:lnSpc>
              <a:spcBef>
                <a:spcPct val="0"/>
              </a:spcBef>
            </a:pPr>
            <a:r>
              <a:rPr lang="en-US" altLang="zh-CN" sz="2800" dirty="0">
                <a:solidFill>
                  <a:srgbClr val="FF0000"/>
                </a:solidFill>
                <a:latin typeface="Arial" panose="020B0604020202020204" pitchFamily="34" charset="0"/>
                <a:ea typeface="楷体_GB2312" charset="-122"/>
                <a:sym typeface="+mn-ea"/>
              </a:rPr>
              <a:t>6.10 </a:t>
            </a:r>
            <a:r>
              <a:rPr lang="en-US" altLang="en-US" sz="2800" b="1" dirty="0">
                <a:solidFill>
                  <a:srgbClr val="FF0000"/>
                </a:solidFill>
                <a:latin typeface="Arial" panose="020B0604020202020204" pitchFamily="34" charset="0"/>
                <a:ea typeface="楷体_GB2312" charset="-122"/>
              </a:rPr>
              <a:t>同步时序电路分析</a:t>
            </a:r>
            <a:endParaRPr lang="en-US" altLang="en-US" sz="2800" b="1" dirty="0">
              <a:solidFill>
                <a:srgbClr val="FF0000"/>
              </a:solidFill>
              <a:latin typeface="Arial" panose="020B0604020202020204" pitchFamily="34" charset="0"/>
              <a:ea typeface="楷体_GB2312" charset="-122"/>
            </a:endParaRPr>
          </a:p>
        </p:txBody>
      </p:sp>
      <p:sp>
        <p:nvSpPr>
          <p:cNvPr id="215049" name="灯片编号占位符 1"/>
          <p:cNvSpPr txBox="1">
            <a:spLocks noGrp="1"/>
          </p:cNvSpPr>
          <p:nvPr>
            <p:ph type="sldNum" sz="quarter" idx="11"/>
          </p:nvPr>
        </p:nvSpPr>
        <p:spPr>
          <a:xfrm>
            <a:off x="8388350" y="6453188"/>
            <a:ext cx="720725" cy="360362"/>
          </a:xfrm>
          <a:noFill/>
          <a:ln>
            <a:noFill/>
          </a:ln>
        </p:spPr>
        <p:txBody>
          <a:bodyPr/>
          <a:p>
            <a:pPr marL="0" indent="0" algn="ctr" eaLnBrk="1" hangingPunct="1">
              <a:lnSpc>
                <a:spcPct val="100000"/>
              </a:lnSpc>
              <a:spcBef>
                <a:spcPct val="0"/>
              </a:spcBef>
            </a:pPr>
            <a:fld id="{9A0DB2DC-4C9A-4742-B13C-FB6460FD3503}" type="slidenum">
              <a:rPr lang="en-US" altLang="zh-CN" sz="1600" dirty="0">
                <a:solidFill>
                  <a:srgbClr val="000000"/>
                </a:solidFill>
                <a:ea typeface="楷体_GB2312" charset="-122"/>
              </a:rPr>
            </a:fld>
            <a:endParaRPr lang="en-US" altLang="zh-CN" sz="1600" dirty="0">
              <a:solidFill>
                <a:srgbClr val="000000"/>
              </a:solidFill>
              <a:ea typeface="楷体_GB2312" charset="-122"/>
            </a:endParaRPr>
          </a:p>
        </p:txBody>
      </p:sp>
    </p:spTree>
  </p:cSld>
  <p:clrMapOvr>
    <a:masterClrMapping/>
  </p:clrMapOvr>
  <p:transition advClick="0"/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graphicFrame>
        <p:nvGraphicFramePr>
          <p:cNvPr id="753834" name="Group 170"/>
          <p:cNvGraphicFramePr>
            <a:graphicFrameLocks noGrp="1"/>
          </p:cNvGraphicFramePr>
          <p:nvPr/>
        </p:nvGraphicFramePr>
        <p:xfrm>
          <a:off x="4951413" y="1941513"/>
          <a:ext cx="3659188" cy="4229100"/>
        </p:xfrm>
        <a:graphic>
          <a:graphicData uri="http://schemas.openxmlformats.org/drawingml/2006/table">
            <a:tbl>
              <a:tblPr/>
              <a:tblGrid>
                <a:gridCol w="559350"/>
                <a:gridCol w="559350"/>
                <a:gridCol w="669004"/>
                <a:gridCol w="614793"/>
                <a:gridCol w="614794"/>
                <a:gridCol w="641897"/>
              </a:tblGrid>
              <a:tr h="570953">
                <a:tc>
                  <a:txBody>
                    <a:bodyPr/>
                    <a:lstStyle>
                      <a:lvl1pPr eaLnBrk="0" hangingPunct="0">
                        <a:defRPr kumimoji="1"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defRPr kumimoji="1"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defRPr kumimoji="1"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defRPr kumimoji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defRPr kumimoji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defRPr kumimoji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defRPr kumimoji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defRPr kumimoji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defRPr kumimoji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65000"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500" b="1" i="1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q</a:t>
                      </a:r>
                      <a:r>
                        <a:rPr kumimoji="1" lang="en-US" altLang="zh-CN" sz="2500" b="1" i="0" u="none" strike="noStrike" cap="none" normalizeH="0" baseline="-2500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3</a:t>
                      </a:r>
                      <a:endParaRPr kumimoji="1" lang="en-US" altLang="zh-CN" sz="2500" b="1" i="0" u="none" strike="noStrike" cap="none" normalizeH="0" baseline="-2500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91393" marR="91393" marT="45727" marB="45727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0" cap="flat" cmpd="sng" algn="ctr">
                      <a:solidFill>
                        <a:srgbClr val="0000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0" cap="flat" cmpd="sng" algn="ctr">
                      <a:solidFill>
                        <a:srgbClr val="0000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defRPr kumimoji="1"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defRPr kumimoji="1"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defRPr kumimoji="1"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defRPr kumimoji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defRPr kumimoji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defRPr kumimoji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defRPr kumimoji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defRPr kumimoji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defRPr kumimoji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65000"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500" b="1" i="1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q</a:t>
                      </a:r>
                      <a:r>
                        <a:rPr kumimoji="1" lang="en-US" altLang="zh-CN" sz="2500" b="1" i="0" u="none" strike="noStrike" cap="none" normalizeH="0" baseline="-2500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2</a:t>
                      </a:r>
                      <a:endParaRPr kumimoji="1" lang="en-US" altLang="zh-CN" sz="2500" b="1" i="0" u="none" strike="noStrike" cap="none" normalizeH="0" baseline="-2500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91393" marR="91393" marT="45727" marB="4572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0" cap="flat" cmpd="sng" algn="ctr">
                      <a:solidFill>
                        <a:srgbClr val="0000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0" cap="flat" cmpd="sng" algn="ctr">
                      <a:solidFill>
                        <a:srgbClr val="0000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defRPr kumimoji="1"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defRPr kumimoji="1"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defRPr kumimoji="1"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defRPr kumimoji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defRPr kumimoji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defRPr kumimoji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defRPr kumimoji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defRPr kumimoji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defRPr kumimoji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65000"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500" b="1" i="1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q</a:t>
                      </a:r>
                      <a:r>
                        <a:rPr kumimoji="1" lang="en-US" altLang="zh-CN" sz="2500" b="1" i="0" u="none" strike="noStrike" cap="none" normalizeH="0" baseline="-2500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1</a:t>
                      </a:r>
                      <a:endParaRPr kumimoji="1" lang="en-US" altLang="zh-CN" sz="2500" b="1" i="0" u="none" strike="noStrike" cap="none" normalizeH="0" baseline="-2500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91393" marR="91393" marT="45727" marB="4572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0" cap="flat" cmpd="sng" algn="ctr">
                      <a:solidFill>
                        <a:srgbClr val="0000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0" cap="flat" cmpd="sng" algn="ctr">
                      <a:solidFill>
                        <a:srgbClr val="0000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defRPr kumimoji="1"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defRPr kumimoji="1"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defRPr kumimoji="1"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defRPr kumimoji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defRPr kumimoji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defRPr kumimoji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defRPr kumimoji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defRPr kumimoji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defRPr kumimoji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65000"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500" b="1" i="1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Q</a:t>
                      </a:r>
                      <a:r>
                        <a:rPr kumimoji="1" lang="en-US" altLang="zh-CN" sz="2500" b="1" i="0" u="none" strike="noStrike" cap="none" normalizeH="0" baseline="-2500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3</a:t>
                      </a:r>
                      <a:endParaRPr kumimoji="1" lang="en-US" altLang="zh-CN" sz="2500" b="1" i="1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91393" marR="91393" marT="45727" marB="45727" horzOverflow="overflow">
                    <a:lnL w="38100" cap="flat" cmpd="sng" algn="ctr">
                      <a:solidFill>
                        <a:srgbClr val="0000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0" cap="flat" cmpd="sng" algn="ctr">
                      <a:solidFill>
                        <a:srgbClr val="0000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0" cap="flat" cmpd="sng" algn="ctr">
                      <a:solidFill>
                        <a:srgbClr val="0000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defRPr kumimoji="1"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defRPr kumimoji="1"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defRPr kumimoji="1"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defRPr kumimoji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defRPr kumimoji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defRPr kumimoji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defRPr kumimoji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defRPr kumimoji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defRPr kumimoji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65000"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500" b="1" i="1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Q</a:t>
                      </a:r>
                      <a:r>
                        <a:rPr kumimoji="1" lang="en-US" altLang="zh-CN" sz="2500" b="1" i="0" u="none" strike="noStrike" cap="none" normalizeH="0" baseline="-2500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2</a:t>
                      </a:r>
                      <a:endParaRPr kumimoji="1" lang="en-US" altLang="zh-CN" sz="2500" b="1" i="1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91393" marR="91393" marT="45727" marB="4572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0" cap="flat" cmpd="sng" algn="ctr">
                      <a:solidFill>
                        <a:srgbClr val="0000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0" cap="flat" cmpd="sng" algn="ctr">
                      <a:solidFill>
                        <a:srgbClr val="0000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defRPr kumimoji="1"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defRPr kumimoji="1"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defRPr kumimoji="1"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defRPr kumimoji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defRPr kumimoji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defRPr kumimoji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defRPr kumimoji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defRPr kumimoji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defRPr kumimoji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65000"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500" b="1" i="1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Q</a:t>
                      </a:r>
                      <a:r>
                        <a:rPr kumimoji="1" lang="en-US" altLang="zh-CN" sz="2500" b="1" i="0" u="none" strike="noStrike" cap="none" normalizeH="0" baseline="-2500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1</a:t>
                      </a:r>
                      <a:endParaRPr kumimoji="1" lang="en-US" altLang="zh-CN" sz="2500" b="1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91393" marR="91393" marT="45727" marB="45727" horzOverflow="overflow">
                    <a:lnL w="12700" cap="flat" cmpd="sng" algn="ctr">
                      <a:solidFill>
                        <a:srgbClr val="0000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57150" cap="flat" cmpd="sng" algn="ctr">
                      <a:solidFill>
                        <a:srgbClr val="0000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0" cap="flat" cmpd="sng" algn="ctr">
                      <a:solidFill>
                        <a:srgbClr val="0000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457268">
                <a:tc>
                  <a:txBody>
                    <a:bodyPr/>
                    <a:lstStyle>
                      <a:lvl1pPr eaLnBrk="0" hangingPunct="0">
                        <a:defRPr kumimoji="1"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defRPr kumimoji="1"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defRPr kumimoji="1"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defRPr kumimoji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defRPr kumimoji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defRPr kumimoji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defRPr kumimoji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defRPr kumimoji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defRPr kumimoji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65000"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0</a:t>
                      </a:r>
                      <a:endParaRPr kumimoji="1" lang="en-US" altLang="zh-CN" sz="2400" b="0" i="0" u="none" strike="noStrike" cap="none" normalizeH="0" baseline="0" dirty="0">
                        <a:ln>
                          <a:noFill/>
                        </a:ln>
                        <a:solidFill>
                          <a:srgbClr val="FF0000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91393" marR="91393" marT="45727" marB="45727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0" cap="flat" cmpd="sng" algn="ctr">
                      <a:solidFill>
                        <a:srgbClr val="0000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defRPr kumimoji="1"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defRPr kumimoji="1"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defRPr kumimoji="1"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defRPr kumimoji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defRPr kumimoji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defRPr kumimoji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defRPr kumimoji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defRPr kumimoji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defRPr kumimoji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65000"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0</a:t>
                      </a:r>
                      <a:endParaRPr kumimoji="1" lang="en-US" altLang="zh-CN" sz="2400" b="0" i="0" u="none" strike="noStrike" cap="none" normalizeH="0" baseline="0" dirty="0">
                        <a:ln>
                          <a:noFill/>
                        </a:ln>
                        <a:solidFill>
                          <a:srgbClr val="FF0000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91393" marR="91393" marT="45727" marB="4572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0" cap="flat" cmpd="sng" algn="ctr">
                      <a:solidFill>
                        <a:srgbClr val="0000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defRPr kumimoji="1"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defRPr kumimoji="1"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defRPr kumimoji="1"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defRPr kumimoji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defRPr kumimoji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defRPr kumimoji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defRPr kumimoji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defRPr kumimoji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defRPr kumimoji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65000"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0</a:t>
                      </a:r>
                      <a:endParaRPr kumimoji="1" lang="en-US" altLang="zh-CN" sz="2400" b="0" i="0" u="none" strike="noStrike" cap="none" normalizeH="0" baseline="0" dirty="0">
                        <a:ln>
                          <a:noFill/>
                        </a:ln>
                        <a:solidFill>
                          <a:srgbClr val="FF0000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91393" marR="91393" marT="45727" marB="4572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0" cap="flat" cmpd="sng" algn="ctr">
                      <a:solidFill>
                        <a:srgbClr val="0000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defRPr kumimoji="1"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defRPr kumimoji="1"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defRPr kumimoji="1"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defRPr kumimoji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defRPr kumimoji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defRPr kumimoji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defRPr kumimoji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defRPr kumimoji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defRPr kumimoji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65000"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400" b="0" i="0" u="none" strike="noStrike" cap="none" normalizeH="0" baseline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0</a:t>
                      </a:r>
                      <a:endParaRPr kumimoji="1" lang="en-US" altLang="zh-CN" sz="2400" b="0" i="0" u="none" strike="noStrike" cap="none" normalizeH="0" baseline="0">
                        <a:ln>
                          <a:noFill/>
                        </a:ln>
                        <a:solidFill>
                          <a:srgbClr val="FF0000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91393" marR="91393" marT="45727" marB="45727" horzOverflow="overflow">
                    <a:lnL w="38100" cap="flat" cmpd="sng" algn="ctr">
                      <a:solidFill>
                        <a:srgbClr val="0000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0" cap="flat" cmpd="sng" algn="ctr">
                      <a:solidFill>
                        <a:srgbClr val="0000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defRPr kumimoji="1"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defRPr kumimoji="1"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defRPr kumimoji="1"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defRPr kumimoji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defRPr kumimoji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defRPr kumimoji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defRPr kumimoji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defRPr kumimoji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defRPr kumimoji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65000"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400" b="0" i="0" u="none" strike="noStrike" cap="none" normalizeH="0" baseline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0</a:t>
                      </a:r>
                      <a:endParaRPr kumimoji="1" lang="en-US" altLang="zh-CN" sz="2400" b="0" i="0" u="none" strike="noStrike" cap="none" normalizeH="0" baseline="0">
                        <a:ln>
                          <a:noFill/>
                        </a:ln>
                        <a:solidFill>
                          <a:srgbClr val="FF0000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91393" marR="91393" marT="45727" marB="4572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0" cap="flat" cmpd="sng" algn="ctr">
                      <a:solidFill>
                        <a:srgbClr val="0000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defRPr kumimoji="1"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defRPr kumimoji="1"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defRPr kumimoji="1"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defRPr kumimoji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defRPr kumimoji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defRPr kumimoji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defRPr kumimoji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defRPr kumimoji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defRPr kumimoji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65000"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1</a:t>
                      </a:r>
                      <a:endParaRPr kumimoji="1" lang="en-US" altLang="zh-CN" sz="2400" b="0" i="0" u="none" strike="noStrike" cap="none" normalizeH="0" baseline="0" dirty="0">
                        <a:ln>
                          <a:noFill/>
                        </a:ln>
                        <a:solidFill>
                          <a:srgbClr val="FF0000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91393" marR="91393" marT="45727" marB="45727" horzOverflow="overflow">
                    <a:lnL w="12700" cap="flat" cmpd="sng" algn="ctr">
                      <a:solidFill>
                        <a:srgbClr val="0000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57150" cap="flat" cmpd="sng" algn="ctr">
                      <a:solidFill>
                        <a:srgbClr val="0000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</a:tr>
              <a:tr h="457268">
                <a:tc>
                  <a:txBody>
                    <a:bodyPr/>
                    <a:lstStyle>
                      <a:lvl1pPr eaLnBrk="0" hangingPunct="0">
                        <a:defRPr kumimoji="1"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defRPr kumimoji="1"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defRPr kumimoji="1"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defRPr kumimoji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defRPr kumimoji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defRPr kumimoji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defRPr kumimoji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defRPr kumimoji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defRPr kumimoji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65000"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400" b="0" i="0" u="none" strike="noStrike" cap="none" normalizeH="0" baseline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0</a:t>
                      </a:r>
                      <a:endParaRPr kumimoji="1" lang="en-US" altLang="zh-CN" sz="2400" b="0" i="0" u="none" strike="noStrike" cap="none" normalizeH="0" baseline="0">
                        <a:ln>
                          <a:noFill/>
                        </a:ln>
                        <a:solidFill>
                          <a:srgbClr val="FF0000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91393" marR="91393" marT="45727" marB="45727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defRPr kumimoji="1"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defRPr kumimoji="1"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defRPr kumimoji="1"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defRPr kumimoji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defRPr kumimoji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defRPr kumimoji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defRPr kumimoji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defRPr kumimoji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defRPr kumimoji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65000"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0</a:t>
                      </a:r>
                      <a:endParaRPr kumimoji="1" lang="en-US" altLang="zh-CN" sz="2400" b="0" i="0" u="none" strike="noStrike" cap="none" normalizeH="0" baseline="0" dirty="0">
                        <a:ln>
                          <a:noFill/>
                        </a:ln>
                        <a:solidFill>
                          <a:srgbClr val="FF0000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91393" marR="91393" marT="45727" marB="4572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defRPr kumimoji="1"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defRPr kumimoji="1"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defRPr kumimoji="1"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defRPr kumimoji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defRPr kumimoji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defRPr kumimoji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defRPr kumimoji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defRPr kumimoji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defRPr kumimoji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65000"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1</a:t>
                      </a:r>
                      <a:endParaRPr kumimoji="1" lang="en-US" altLang="zh-CN" sz="2400" b="0" i="0" u="none" strike="noStrike" cap="none" normalizeH="0" baseline="0" dirty="0">
                        <a:ln>
                          <a:noFill/>
                        </a:ln>
                        <a:solidFill>
                          <a:srgbClr val="FF0000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91393" marR="91393" marT="45727" marB="4572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defRPr kumimoji="1"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defRPr kumimoji="1"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defRPr kumimoji="1"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defRPr kumimoji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defRPr kumimoji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defRPr kumimoji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defRPr kumimoji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defRPr kumimoji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defRPr kumimoji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65000"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0</a:t>
                      </a:r>
                      <a:endParaRPr kumimoji="1" lang="en-US" altLang="zh-CN" sz="2400" b="0" i="0" u="none" strike="noStrike" cap="none" normalizeH="0" baseline="0" dirty="0">
                        <a:ln>
                          <a:noFill/>
                        </a:ln>
                        <a:solidFill>
                          <a:srgbClr val="FF0000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91393" marR="91393" marT="45727" marB="45727" horzOverflow="overflow">
                    <a:lnL w="38100" cap="flat" cmpd="sng" algn="ctr">
                      <a:solidFill>
                        <a:srgbClr val="0000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defRPr kumimoji="1"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defRPr kumimoji="1"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defRPr kumimoji="1"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defRPr kumimoji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defRPr kumimoji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defRPr kumimoji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defRPr kumimoji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defRPr kumimoji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defRPr kumimoji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65000"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400" b="0" i="0" u="none" strike="noStrike" cap="none" normalizeH="0" baseline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1</a:t>
                      </a:r>
                      <a:endParaRPr kumimoji="1" lang="en-US" altLang="zh-CN" sz="2400" b="0" i="0" u="none" strike="noStrike" cap="none" normalizeH="0" baseline="0">
                        <a:ln>
                          <a:noFill/>
                        </a:ln>
                        <a:solidFill>
                          <a:srgbClr val="FF0000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91393" marR="91393" marT="45727" marB="4572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defRPr kumimoji="1"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defRPr kumimoji="1"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defRPr kumimoji="1"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defRPr kumimoji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defRPr kumimoji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defRPr kumimoji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defRPr kumimoji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defRPr kumimoji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defRPr kumimoji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65000"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400" b="0" i="0" u="none" strike="noStrike" cap="none" normalizeH="0" baseline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0</a:t>
                      </a:r>
                      <a:endParaRPr kumimoji="1" lang="en-US" altLang="zh-CN" sz="2400" b="0" i="0" u="none" strike="noStrike" cap="none" normalizeH="0" baseline="0">
                        <a:ln>
                          <a:noFill/>
                        </a:ln>
                        <a:solidFill>
                          <a:srgbClr val="FF0000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91393" marR="91393" marT="45727" marB="45727" horzOverflow="overflow">
                    <a:lnL w="12700" cap="flat" cmpd="sng" algn="ctr">
                      <a:solidFill>
                        <a:srgbClr val="0000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</a:tr>
              <a:tr h="457268">
                <a:tc>
                  <a:txBody>
                    <a:bodyPr/>
                    <a:lstStyle>
                      <a:lvl1pPr eaLnBrk="0" hangingPunct="0">
                        <a:defRPr kumimoji="1"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defRPr kumimoji="1"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defRPr kumimoji="1"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defRPr kumimoji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defRPr kumimoji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defRPr kumimoji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defRPr kumimoji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defRPr kumimoji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defRPr kumimoji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65000"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400" b="0" i="0" u="none" strike="noStrike" cap="none" normalizeH="0" baseline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0</a:t>
                      </a:r>
                      <a:endParaRPr kumimoji="1" lang="en-US" altLang="zh-CN" sz="2400" b="0" i="0" u="none" strike="noStrike" cap="none" normalizeH="0" baseline="0">
                        <a:ln>
                          <a:noFill/>
                        </a:ln>
                        <a:solidFill>
                          <a:srgbClr val="FF0000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91393" marR="91393" marT="45727" marB="45727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defRPr kumimoji="1"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defRPr kumimoji="1"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defRPr kumimoji="1"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defRPr kumimoji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defRPr kumimoji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defRPr kumimoji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defRPr kumimoji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defRPr kumimoji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defRPr kumimoji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65000"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400" b="0" i="0" u="none" strike="noStrike" cap="none" normalizeH="0" baseline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1</a:t>
                      </a:r>
                      <a:endParaRPr kumimoji="1" lang="en-US" altLang="zh-CN" sz="2400" b="0" i="0" u="none" strike="noStrike" cap="none" normalizeH="0" baseline="0">
                        <a:ln>
                          <a:noFill/>
                        </a:ln>
                        <a:solidFill>
                          <a:srgbClr val="FF0000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91393" marR="91393" marT="45727" marB="4572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defRPr kumimoji="1"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defRPr kumimoji="1"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defRPr kumimoji="1"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defRPr kumimoji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defRPr kumimoji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defRPr kumimoji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defRPr kumimoji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defRPr kumimoji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defRPr kumimoji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65000"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0</a:t>
                      </a:r>
                      <a:endParaRPr kumimoji="1" lang="en-US" altLang="zh-CN" sz="2400" b="0" i="0" u="none" strike="noStrike" cap="none" normalizeH="0" baseline="0" dirty="0">
                        <a:ln>
                          <a:noFill/>
                        </a:ln>
                        <a:solidFill>
                          <a:srgbClr val="FF0000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91393" marR="91393" marT="45727" marB="4572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defRPr kumimoji="1"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defRPr kumimoji="1"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defRPr kumimoji="1"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defRPr kumimoji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defRPr kumimoji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defRPr kumimoji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defRPr kumimoji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defRPr kumimoji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defRPr kumimoji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65000"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1</a:t>
                      </a:r>
                      <a:endParaRPr kumimoji="1" lang="en-US" altLang="zh-CN" sz="2400" b="0" i="0" u="none" strike="noStrike" cap="none" normalizeH="0" baseline="0" dirty="0">
                        <a:ln>
                          <a:noFill/>
                        </a:ln>
                        <a:solidFill>
                          <a:srgbClr val="FF0000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91393" marR="91393" marT="45727" marB="45727" horzOverflow="overflow">
                    <a:lnL w="38100" cap="flat" cmpd="sng" algn="ctr">
                      <a:solidFill>
                        <a:srgbClr val="0000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defRPr kumimoji="1"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defRPr kumimoji="1"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defRPr kumimoji="1"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defRPr kumimoji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defRPr kumimoji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defRPr kumimoji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defRPr kumimoji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defRPr kumimoji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defRPr kumimoji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65000"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400" b="0" i="0" u="none" strike="noStrike" cap="none" normalizeH="0" baseline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0</a:t>
                      </a:r>
                      <a:endParaRPr kumimoji="1" lang="en-US" altLang="zh-CN" sz="2400" b="0" i="0" u="none" strike="noStrike" cap="none" normalizeH="0" baseline="0">
                        <a:ln>
                          <a:noFill/>
                        </a:ln>
                        <a:solidFill>
                          <a:srgbClr val="FF0000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91393" marR="91393" marT="45727" marB="4572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defRPr kumimoji="1"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defRPr kumimoji="1"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defRPr kumimoji="1"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defRPr kumimoji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defRPr kumimoji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defRPr kumimoji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defRPr kumimoji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defRPr kumimoji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defRPr kumimoji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65000"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400" b="0" i="0" u="none" strike="noStrike" cap="none" normalizeH="0" baseline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0</a:t>
                      </a:r>
                      <a:endParaRPr kumimoji="1" lang="en-US" altLang="zh-CN" sz="2400" b="0" i="0" u="none" strike="noStrike" cap="none" normalizeH="0" baseline="0">
                        <a:ln>
                          <a:noFill/>
                        </a:ln>
                        <a:solidFill>
                          <a:srgbClr val="FF0000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91393" marR="91393" marT="45727" marB="45727" horzOverflow="overflow">
                    <a:lnL w="12700" cap="flat" cmpd="sng" algn="ctr">
                      <a:solidFill>
                        <a:srgbClr val="0000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</a:tr>
              <a:tr h="457268">
                <a:tc>
                  <a:txBody>
                    <a:bodyPr/>
                    <a:lstStyle>
                      <a:lvl1pPr eaLnBrk="0" hangingPunct="0">
                        <a:defRPr kumimoji="1"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defRPr kumimoji="1"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defRPr kumimoji="1"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defRPr kumimoji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defRPr kumimoji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defRPr kumimoji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defRPr kumimoji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defRPr kumimoji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defRPr kumimoji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65000"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400" b="0" i="0" u="none" strike="noStrike" cap="none" normalizeH="0" baseline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1</a:t>
                      </a:r>
                      <a:endParaRPr kumimoji="1" lang="en-US" altLang="zh-CN" sz="2400" b="0" i="0" u="none" strike="noStrike" cap="none" normalizeH="0" baseline="0">
                        <a:ln>
                          <a:noFill/>
                        </a:ln>
                        <a:solidFill>
                          <a:srgbClr val="FF0000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91393" marR="91393" marT="45727" marB="45727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00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defRPr kumimoji="1"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defRPr kumimoji="1"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defRPr kumimoji="1"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defRPr kumimoji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defRPr kumimoji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defRPr kumimoji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defRPr kumimoji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defRPr kumimoji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defRPr kumimoji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65000"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400" b="0" i="0" u="none" strike="noStrike" cap="none" normalizeH="0" baseline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0</a:t>
                      </a:r>
                      <a:endParaRPr kumimoji="1" lang="en-US" altLang="zh-CN" sz="2400" b="0" i="0" u="none" strike="noStrike" cap="none" normalizeH="0" baseline="0">
                        <a:ln>
                          <a:noFill/>
                        </a:ln>
                        <a:solidFill>
                          <a:srgbClr val="FF0000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91393" marR="91393" marT="45727" marB="4572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00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defRPr kumimoji="1"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defRPr kumimoji="1"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defRPr kumimoji="1"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defRPr kumimoji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defRPr kumimoji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defRPr kumimoji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defRPr kumimoji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defRPr kumimoji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defRPr kumimoji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65000"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0</a:t>
                      </a:r>
                      <a:endParaRPr kumimoji="1" lang="en-US" altLang="zh-CN" sz="2400" b="0" i="0" u="none" strike="noStrike" cap="none" normalizeH="0" baseline="0" dirty="0">
                        <a:ln>
                          <a:noFill/>
                        </a:ln>
                        <a:solidFill>
                          <a:srgbClr val="FF0000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91393" marR="91393" marT="45727" marB="4572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00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defRPr kumimoji="1"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defRPr kumimoji="1"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defRPr kumimoji="1"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defRPr kumimoji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defRPr kumimoji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defRPr kumimoji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defRPr kumimoji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defRPr kumimoji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defRPr kumimoji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65000"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0</a:t>
                      </a:r>
                      <a:endParaRPr kumimoji="1" lang="en-US" altLang="zh-CN" sz="2400" b="0" i="0" u="none" strike="noStrike" cap="none" normalizeH="0" baseline="0" dirty="0">
                        <a:ln>
                          <a:noFill/>
                        </a:ln>
                        <a:solidFill>
                          <a:srgbClr val="FF0000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91393" marR="91393" marT="45727" marB="45727" horzOverflow="overflow">
                    <a:lnL w="38100" cap="flat" cmpd="sng" algn="ctr">
                      <a:solidFill>
                        <a:srgbClr val="0000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00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defRPr kumimoji="1"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defRPr kumimoji="1"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defRPr kumimoji="1"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defRPr kumimoji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defRPr kumimoji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defRPr kumimoji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defRPr kumimoji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defRPr kumimoji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defRPr kumimoji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65000"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0</a:t>
                      </a:r>
                      <a:endParaRPr kumimoji="1" lang="en-US" altLang="zh-CN" sz="2400" b="0" i="0" u="none" strike="noStrike" cap="none" normalizeH="0" baseline="0" dirty="0">
                        <a:ln>
                          <a:noFill/>
                        </a:ln>
                        <a:solidFill>
                          <a:srgbClr val="FF0000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91393" marR="91393" marT="45727" marB="4572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00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defRPr kumimoji="1"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defRPr kumimoji="1"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defRPr kumimoji="1"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defRPr kumimoji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defRPr kumimoji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defRPr kumimoji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defRPr kumimoji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defRPr kumimoji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defRPr kumimoji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65000"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400" b="0" i="0" u="none" strike="noStrike" cap="none" normalizeH="0" baseline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1</a:t>
                      </a:r>
                      <a:endParaRPr kumimoji="1" lang="en-US" altLang="zh-CN" sz="2400" b="0" i="0" u="none" strike="noStrike" cap="none" normalizeH="0" baseline="0">
                        <a:ln>
                          <a:noFill/>
                        </a:ln>
                        <a:solidFill>
                          <a:srgbClr val="FF0000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91393" marR="91393" marT="45727" marB="45727" horzOverflow="overflow">
                    <a:lnL w="12700" cap="flat" cmpd="sng" algn="ctr">
                      <a:solidFill>
                        <a:srgbClr val="0000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00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</a:tr>
              <a:tr h="457268">
                <a:tc>
                  <a:txBody>
                    <a:bodyPr/>
                    <a:lstStyle>
                      <a:lvl1pPr eaLnBrk="0" hangingPunct="0">
                        <a:defRPr kumimoji="1"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defRPr kumimoji="1"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defRPr kumimoji="1"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defRPr kumimoji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defRPr kumimoji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defRPr kumimoji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defRPr kumimoji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defRPr kumimoji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defRPr kumimoji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65000"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400" b="0" i="0" u="none" strike="noStrike" cap="none" normalizeH="0" baseline="0">
                          <a:ln>
                            <a:noFill/>
                          </a:ln>
                          <a:solidFill>
                            <a:srgbClr val="000099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0</a:t>
                      </a:r>
                      <a:endParaRPr kumimoji="1" lang="en-US" altLang="zh-CN" sz="2400" b="0" i="0" u="none" strike="noStrike" cap="none" normalizeH="0" baseline="0">
                        <a:ln>
                          <a:noFill/>
                        </a:ln>
                        <a:solidFill>
                          <a:srgbClr val="000099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91393" marR="91393" marT="45727" marB="45727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00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defRPr kumimoji="1"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defRPr kumimoji="1"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defRPr kumimoji="1"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defRPr kumimoji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defRPr kumimoji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defRPr kumimoji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defRPr kumimoji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defRPr kumimoji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defRPr kumimoji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65000"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400" b="0" i="0" u="none" strike="noStrike" cap="none" normalizeH="0" baseline="0">
                          <a:ln>
                            <a:noFill/>
                          </a:ln>
                          <a:solidFill>
                            <a:srgbClr val="000099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1</a:t>
                      </a:r>
                      <a:endParaRPr kumimoji="1" lang="en-US" altLang="zh-CN" sz="2400" b="0" i="0" u="none" strike="noStrike" cap="none" normalizeH="0" baseline="0">
                        <a:ln>
                          <a:noFill/>
                        </a:ln>
                        <a:solidFill>
                          <a:srgbClr val="000099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91393" marR="91393" marT="45727" marB="4572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00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defRPr kumimoji="1"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defRPr kumimoji="1"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defRPr kumimoji="1"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defRPr kumimoji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defRPr kumimoji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defRPr kumimoji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defRPr kumimoji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defRPr kumimoji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defRPr kumimoji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65000"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99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1</a:t>
                      </a:r>
                      <a:endParaRPr kumimoji="1" lang="en-US" altLang="zh-CN" sz="2400" b="0" i="0" u="none" strike="noStrike" cap="none" normalizeH="0" baseline="0" dirty="0">
                        <a:ln>
                          <a:noFill/>
                        </a:ln>
                        <a:solidFill>
                          <a:srgbClr val="000099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91393" marR="91393" marT="45727" marB="4572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00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defRPr kumimoji="1"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defRPr kumimoji="1"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defRPr kumimoji="1"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defRPr kumimoji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defRPr kumimoji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defRPr kumimoji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defRPr kumimoji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defRPr kumimoji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defRPr kumimoji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65000"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99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1</a:t>
                      </a:r>
                      <a:endParaRPr kumimoji="1" lang="en-US" altLang="zh-CN" sz="2400" b="0" i="0" u="none" strike="noStrike" cap="none" normalizeH="0" baseline="0" dirty="0">
                        <a:ln>
                          <a:noFill/>
                        </a:ln>
                        <a:solidFill>
                          <a:srgbClr val="000099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91393" marR="91393" marT="45727" marB="45727" horzOverflow="overflow">
                    <a:lnL w="38100" cap="flat" cmpd="sng" algn="ctr">
                      <a:solidFill>
                        <a:srgbClr val="0000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00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defRPr kumimoji="1"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defRPr kumimoji="1"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defRPr kumimoji="1"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defRPr kumimoji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defRPr kumimoji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defRPr kumimoji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defRPr kumimoji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defRPr kumimoji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defRPr kumimoji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65000"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99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1</a:t>
                      </a:r>
                      <a:endParaRPr kumimoji="1" lang="en-US" altLang="zh-CN" sz="2400" b="0" i="0" u="none" strike="noStrike" cap="none" normalizeH="0" baseline="0" dirty="0">
                        <a:ln>
                          <a:noFill/>
                        </a:ln>
                        <a:solidFill>
                          <a:srgbClr val="000099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91393" marR="91393" marT="45727" marB="4572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00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defRPr kumimoji="1"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defRPr kumimoji="1"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defRPr kumimoji="1"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defRPr kumimoji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defRPr kumimoji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defRPr kumimoji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defRPr kumimoji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defRPr kumimoji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defRPr kumimoji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65000"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400" b="0" i="0" u="none" strike="noStrike" cap="none" normalizeH="0" baseline="0">
                          <a:ln>
                            <a:noFill/>
                          </a:ln>
                          <a:solidFill>
                            <a:srgbClr val="000099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0</a:t>
                      </a:r>
                      <a:endParaRPr kumimoji="1" lang="en-US" altLang="zh-CN" sz="2400" b="0" i="0" u="none" strike="noStrike" cap="none" normalizeH="0" baseline="0">
                        <a:ln>
                          <a:noFill/>
                        </a:ln>
                        <a:solidFill>
                          <a:srgbClr val="000099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91393" marR="91393" marT="45727" marB="45727" horzOverflow="overflow">
                    <a:lnL w="12700" cap="flat" cmpd="sng" algn="ctr">
                      <a:solidFill>
                        <a:srgbClr val="0000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38100" cap="flat" cmpd="sng" algn="ctr">
                      <a:solidFill>
                        <a:srgbClr val="0000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</a:tr>
              <a:tr h="457268">
                <a:tc>
                  <a:txBody>
                    <a:bodyPr/>
                    <a:lstStyle>
                      <a:lvl1pPr eaLnBrk="0" hangingPunct="0">
                        <a:defRPr kumimoji="1"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defRPr kumimoji="1"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defRPr kumimoji="1"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defRPr kumimoji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defRPr kumimoji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defRPr kumimoji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defRPr kumimoji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defRPr kumimoji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defRPr kumimoji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65000"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400" b="0" i="0" u="none" strike="noStrike" cap="none" normalizeH="0" baseline="0">
                          <a:ln>
                            <a:noFill/>
                          </a:ln>
                          <a:solidFill>
                            <a:srgbClr val="000099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1</a:t>
                      </a:r>
                      <a:endParaRPr kumimoji="1" lang="en-US" altLang="zh-CN" sz="2400" b="0" i="0" u="none" strike="noStrike" cap="none" normalizeH="0" baseline="0">
                        <a:ln>
                          <a:noFill/>
                        </a:ln>
                        <a:solidFill>
                          <a:srgbClr val="000099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91393" marR="91393" marT="45727" marB="45727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CC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defRPr kumimoji="1"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defRPr kumimoji="1"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defRPr kumimoji="1"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defRPr kumimoji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defRPr kumimoji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defRPr kumimoji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defRPr kumimoji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defRPr kumimoji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defRPr kumimoji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65000"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400" b="0" i="0" u="none" strike="noStrike" cap="none" normalizeH="0" baseline="0">
                          <a:ln>
                            <a:noFill/>
                          </a:ln>
                          <a:solidFill>
                            <a:srgbClr val="000099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1</a:t>
                      </a:r>
                      <a:endParaRPr kumimoji="1" lang="en-US" altLang="zh-CN" sz="2400" b="0" i="0" u="none" strike="noStrike" cap="none" normalizeH="0" baseline="0">
                        <a:ln>
                          <a:noFill/>
                        </a:ln>
                        <a:solidFill>
                          <a:srgbClr val="000099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91393" marR="91393" marT="45727" marB="4572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CC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defRPr kumimoji="1"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defRPr kumimoji="1"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defRPr kumimoji="1"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defRPr kumimoji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defRPr kumimoji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defRPr kumimoji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defRPr kumimoji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defRPr kumimoji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defRPr kumimoji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65000"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400" b="0" i="0" u="none" strike="noStrike" cap="none" normalizeH="0" baseline="0">
                          <a:ln>
                            <a:noFill/>
                          </a:ln>
                          <a:solidFill>
                            <a:srgbClr val="000099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0</a:t>
                      </a:r>
                      <a:endParaRPr kumimoji="1" lang="en-US" altLang="zh-CN" sz="2400" b="0" i="0" u="none" strike="noStrike" cap="none" normalizeH="0" baseline="0">
                        <a:ln>
                          <a:noFill/>
                        </a:ln>
                        <a:solidFill>
                          <a:srgbClr val="000099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91393" marR="91393" marT="45727" marB="4572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CC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defRPr kumimoji="1"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defRPr kumimoji="1"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defRPr kumimoji="1"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defRPr kumimoji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defRPr kumimoji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defRPr kumimoji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defRPr kumimoji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defRPr kumimoji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defRPr kumimoji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65000"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99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1</a:t>
                      </a:r>
                      <a:endParaRPr kumimoji="1" lang="en-US" altLang="zh-CN" sz="2400" b="0" i="0" u="none" strike="noStrike" cap="none" normalizeH="0" baseline="0" dirty="0">
                        <a:ln>
                          <a:noFill/>
                        </a:ln>
                        <a:solidFill>
                          <a:srgbClr val="000099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91393" marR="91393" marT="45727" marB="45727" horzOverflow="overflow">
                    <a:lnL w="38100" cap="flat" cmpd="sng" algn="ctr">
                      <a:solidFill>
                        <a:srgbClr val="0000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CC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defRPr kumimoji="1"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defRPr kumimoji="1"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defRPr kumimoji="1"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defRPr kumimoji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defRPr kumimoji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defRPr kumimoji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defRPr kumimoji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defRPr kumimoji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defRPr kumimoji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65000"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99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0</a:t>
                      </a:r>
                      <a:endParaRPr kumimoji="1" lang="en-US" altLang="zh-CN" sz="2400" b="0" i="0" u="none" strike="noStrike" cap="none" normalizeH="0" baseline="0" dirty="0">
                        <a:ln>
                          <a:noFill/>
                        </a:ln>
                        <a:solidFill>
                          <a:srgbClr val="000099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91393" marR="91393" marT="45727" marB="4572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CC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defRPr kumimoji="1"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defRPr kumimoji="1"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defRPr kumimoji="1"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defRPr kumimoji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defRPr kumimoji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defRPr kumimoji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defRPr kumimoji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defRPr kumimoji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defRPr kumimoji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65000"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99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0</a:t>
                      </a:r>
                      <a:endParaRPr kumimoji="1" lang="en-US" altLang="zh-CN" sz="2400" b="0" i="0" u="none" strike="noStrike" cap="none" normalizeH="0" baseline="0" dirty="0">
                        <a:ln>
                          <a:noFill/>
                        </a:ln>
                        <a:solidFill>
                          <a:srgbClr val="000099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91393" marR="91393" marT="45727" marB="45727" horzOverflow="overflow">
                    <a:lnL w="12700" cap="flat" cmpd="sng" algn="ctr">
                      <a:solidFill>
                        <a:srgbClr val="0000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CC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</a:tr>
              <a:tr h="457268">
                <a:tc>
                  <a:txBody>
                    <a:bodyPr/>
                    <a:lstStyle>
                      <a:lvl1pPr eaLnBrk="0" hangingPunct="0">
                        <a:defRPr kumimoji="1"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defRPr kumimoji="1"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defRPr kumimoji="1"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defRPr kumimoji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defRPr kumimoji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defRPr kumimoji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defRPr kumimoji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defRPr kumimoji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defRPr kumimoji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65000"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400" b="0" i="0" u="none" strike="noStrike" cap="none" normalizeH="0" baseline="0">
                          <a:ln>
                            <a:noFill/>
                          </a:ln>
                          <a:solidFill>
                            <a:srgbClr val="8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1</a:t>
                      </a:r>
                      <a:endParaRPr kumimoji="1" lang="en-US" altLang="zh-CN" sz="2400" b="0" i="0" u="none" strike="noStrike" cap="none" normalizeH="0" baseline="0">
                        <a:ln>
                          <a:noFill/>
                        </a:ln>
                        <a:solidFill>
                          <a:srgbClr val="800000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91393" marR="91393" marT="45727" marB="45727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CC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CC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defRPr kumimoji="1"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defRPr kumimoji="1"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defRPr kumimoji="1"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defRPr kumimoji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defRPr kumimoji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defRPr kumimoji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defRPr kumimoji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defRPr kumimoji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defRPr kumimoji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65000"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400" b="0" i="0" u="none" strike="noStrike" cap="none" normalizeH="0" baseline="0">
                          <a:ln>
                            <a:noFill/>
                          </a:ln>
                          <a:solidFill>
                            <a:srgbClr val="8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0</a:t>
                      </a:r>
                      <a:endParaRPr kumimoji="1" lang="en-US" altLang="zh-CN" sz="2400" b="0" i="0" u="none" strike="noStrike" cap="none" normalizeH="0" baseline="0">
                        <a:ln>
                          <a:noFill/>
                        </a:ln>
                        <a:solidFill>
                          <a:srgbClr val="800000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91393" marR="91393" marT="45727" marB="4572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CC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CC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defRPr kumimoji="1"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defRPr kumimoji="1"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defRPr kumimoji="1"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defRPr kumimoji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defRPr kumimoji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defRPr kumimoji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defRPr kumimoji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defRPr kumimoji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defRPr kumimoji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65000"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400" b="0" i="0" u="none" strike="noStrike" cap="none" normalizeH="0" baseline="0">
                          <a:ln>
                            <a:noFill/>
                          </a:ln>
                          <a:solidFill>
                            <a:srgbClr val="8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1</a:t>
                      </a:r>
                      <a:endParaRPr kumimoji="1" lang="en-US" altLang="zh-CN" sz="2400" b="0" i="0" u="none" strike="noStrike" cap="none" normalizeH="0" baseline="0">
                        <a:ln>
                          <a:noFill/>
                        </a:ln>
                        <a:solidFill>
                          <a:srgbClr val="800000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91393" marR="91393" marT="45727" marB="4572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CC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CC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defRPr kumimoji="1"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defRPr kumimoji="1"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defRPr kumimoji="1"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defRPr kumimoji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defRPr kumimoji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defRPr kumimoji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defRPr kumimoji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defRPr kumimoji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defRPr kumimoji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65000"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8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0</a:t>
                      </a:r>
                      <a:endParaRPr kumimoji="1" lang="en-US" altLang="zh-CN" sz="2400" b="0" i="0" u="none" strike="noStrike" cap="none" normalizeH="0" baseline="0" dirty="0">
                        <a:ln>
                          <a:noFill/>
                        </a:ln>
                        <a:solidFill>
                          <a:srgbClr val="800000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91393" marR="91393" marT="45727" marB="45727" horzOverflow="overflow">
                    <a:lnL w="38100" cap="flat" cmpd="sng" algn="ctr">
                      <a:solidFill>
                        <a:srgbClr val="0000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CC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CC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defRPr kumimoji="1"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defRPr kumimoji="1"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defRPr kumimoji="1"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defRPr kumimoji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defRPr kumimoji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defRPr kumimoji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defRPr kumimoji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defRPr kumimoji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defRPr kumimoji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65000"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8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1</a:t>
                      </a:r>
                      <a:endParaRPr kumimoji="1" lang="en-US" altLang="zh-CN" sz="2400" b="0" i="0" u="none" strike="noStrike" cap="none" normalizeH="0" baseline="0" dirty="0">
                        <a:ln>
                          <a:noFill/>
                        </a:ln>
                        <a:solidFill>
                          <a:srgbClr val="800000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91393" marR="91393" marT="45727" marB="4572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CC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CC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defRPr kumimoji="1"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defRPr kumimoji="1"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defRPr kumimoji="1"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defRPr kumimoji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defRPr kumimoji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defRPr kumimoji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defRPr kumimoji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defRPr kumimoji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defRPr kumimoji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65000"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8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0</a:t>
                      </a:r>
                      <a:endParaRPr kumimoji="1" lang="en-US" altLang="zh-CN" sz="2400" b="0" i="0" u="none" strike="noStrike" cap="none" normalizeH="0" baseline="0" dirty="0">
                        <a:ln>
                          <a:noFill/>
                        </a:ln>
                        <a:solidFill>
                          <a:srgbClr val="800000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91393" marR="91393" marT="45727" marB="45727" horzOverflow="overflow">
                    <a:lnL w="12700" cap="flat" cmpd="sng" algn="ctr">
                      <a:solidFill>
                        <a:srgbClr val="0000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38100" cap="flat" cmpd="sng" algn="ctr">
                      <a:solidFill>
                        <a:srgbClr val="CC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CC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</a:tr>
              <a:tr h="457268">
                <a:tc>
                  <a:txBody>
                    <a:bodyPr/>
                    <a:lstStyle>
                      <a:lvl1pPr eaLnBrk="0" hangingPunct="0">
                        <a:defRPr kumimoji="1"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defRPr kumimoji="1"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defRPr kumimoji="1"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defRPr kumimoji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defRPr kumimoji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defRPr kumimoji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defRPr kumimoji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defRPr kumimoji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defRPr kumimoji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65000"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4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1</a:t>
                      </a:r>
                      <a:endParaRPr kumimoji="1" lang="en-US" altLang="zh-CN" sz="2400" b="0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91393" marR="91393" marT="45727" marB="45727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CC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0" cap="flat" cmpd="sng" algn="ctr">
                      <a:solidFill>
                        <a:srgbClr val="0000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defRPr kumimoji="1"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defRPr kumimoji="1"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defRPr kumimoji="1"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defRPr kumimoji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defRPr kumimoji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defRPr kumimoji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defRPr kumimoji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defRPr kumimoji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defRPr kumimoji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65000"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4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1</a:t>
                      </a:r>
                      <a:endParaRPr kumimoji="1" lang="en-US" altLang="zh-CN" sz="2400" b="0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91393" marR="91393" marT="45727" marB="4572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CC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0" cap="flat" cmpd="sng" algn="ctr">
                      <a:solidFill>
                        <a:srgbClr val="0000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defRPr kumimoji="1"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defRPr kumimoji="1"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defRPr kumimoji="1"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defRPr kumimoji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defRPr kumimoji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defRPr kumimoji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defRPr kumimoji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defRPr kumimoji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defRPr kumimoji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65000"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4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1</a:t>
                      </a:r>
                      <a:endParaRPr kumimoji="1" lang="en-US" altLang="zh-CN" sz="2400" b="0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91393" marR="91393" marT="45727" marB="4572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CC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0" cap="flat" cmpd="sng" algn="ctr">
                      <a:solidFill>
                        <a:srgbClr val="0000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defRPr kumimoji="1"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defRPr kumimoji="1"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defRPr kumimoji="1"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defRPr kumimoji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defRPr kumimoji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defRPr kumimoji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defRPr kumimoji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defRPr kumimoji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defRPr kumimoji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65000"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4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1</a:t>
                      </a:r>
                      <a:endParaRPr kumimoji="1" lang="en-US" altLang="zh-CN" sz="2400" b="0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91393" marR="91393" marT="45727" marB="45727" horzOverflow="overflow">
                    <a:lnL w="38100" cap="flat" cmpd="sng" algn="ctr">
                      <a:solidFill>
                        <a:srgbClr val="0000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CC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0" cap="flat" cmpd="sng" algn="ctr">
                      <a:solidFill>
                        <a:srgbClr val="0000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defRPr kumimoji="1"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defRPr kumimoji="1"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defRPr kumimoji="1"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defRPr kumimoji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defRPr kumimoji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defRPr kumimoji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defRPr kumimoji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defRPr kumimoji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defRPr kumimoji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65000"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1</a:t>
                      </a:r>
                      <a:endParaRPr kumimoji="1" lang="en-US" altLang="zh-CN" sz="2400" b="0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91393" marR="91393" marT="45727" marB="4572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CC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0" cap="flat" cmpd="sng" algn="ctr">
                      <a:solidFill>
                        <a:srgbClr val="0000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defRPr kumimoji="1"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defRPr kumimoji="1"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defRPr kumimoji="1"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defRPr kumimoji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defRPr kumimoji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defRPr kumimoji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defRPr kumimoji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defRPr kumimoji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defRPr kumimoji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65000"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0</a:t>
                      </a:r>
                      <a:endParaRPr kumimoji="1" lang="en-US" altLang="zh-CN" sz="2400" b="0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91393" marR="91393" marT="45727" marB="45727" horzOverflow="overflow">
                    <a:lnL w="12700" cap="flat" cmpd="sng" algn="ctr">
                      <a:solidFill>
                        <a:srgbClr val="0000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38100" cap="flat" cmpd="sng" algn="ctr">
                      <a:solidFill>
                        <a:srgbClr val="CC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0" cap="flat" cmpd="sng" algn="ctr">
                      <a:solidFill>
                        <a:srgbClr val="0000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</a:tr>
            </a:tbl>
          </a:graphicData>
        </a:graphic>
      </p:graphicFrame>
      <p:sp>
        <p:nvSpPr>
          <p:cNvPr id="216136" name="TextBox 1"/>
          <p:cNvSpPr txBox="1"/>
          <p:nvPr/>
        </p:nvSpPr>
        <p:spPr>
          <a:xfrm>
            <a:off x="381000" y="1192213"/>
            <a:ext cx="8382000" cy="52070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lnSpc>
                <a:spcPct val="130000"/>
              </a:lnSpc>
              <a:spcBef>
                <a:spcPct val="20000"/>
              </a:spcBef>
              <a:spcAft>
                <a:spcPct val="0"/>
              </a:spcAft>
              <a:defRPr sz="2400">
                <a:solidFill>
                  <a:srgbClr val="0000FF"/>
                </a:solidFill>
                <a:latin typeface="Times New Roman" panose="02020603050405020304" pitchFamily="18" charset="0"/>
                <a:ea typeface="+mn-ea"/>
                <a:cs typeface="+mn-cs"/>
              </a:defRPr>
            </a:lvl1pPr>
            <a:lvl2pPr marL="742950" indent="-285750" algn="l" rtl="0" eaLnBrk="0" fontAlgn="base" hangingPunct="0">
              <a:lnSpc>
                <a:spcPct val="130000"/>
              </a:lnSpc>
              <a:spcBef>
                <a:spcPct val="20000"/>
              </a:spcBef>
              <a:spcAft>
                <a:spcPct val="0"/>
              </a:spcAft>
              <a:buClr>
                <a:srgbClr val="0000CC"/>
              </a:buClr>
              <a:buSzPct val="80000"/>
              <a:buFont typeface="Wingdings" panose="05000000000000000000" pitchFamily="2" charset="2"/>
              <a:buChar char="o"/>
              <a:defRPr sz="3000" b="1">
                <a:solidFill>
                  <a:srgbClr val="0000FF"/>
                </a:solidFill>
                <a:latin typeface="Arial Narrow" panose="020B0606020202030204" pitchFamily="34" charset="0"/>
                <a:ea typeface="楷体_GB2312" charset="-122"/>
                <a:cs typeface="楷体_GB2312" charset="-122"/>
              </a:defRPr>
            </a:lvl2pPr>
            <a:lvl3pPr marL="1143000" indent="-228600" algn="l" rtl="0" eaLnBrk="0" fontAlgn="base" hangingPunct="0">
              <a:lnSpc>
                <a:spcPct val="130000"/>
              </a:lnSpc>
              <a:spcBef>
                <a:spcPct val="20000"/>
              </a:spcBef>
              <a:spcAft>
                <a:spcPct val="0"/>
              </a:spcAft>
              <a:buClr>
                <a:srgbClr val="0000CC"/>
              </a:buClr>
              <a:buSzPct val="80000"/>
              <a:buFont typeface="Wingdings" panose="05000000000000000000" pitchFamily="2" charset="2"/>
              <a:buChar char="n"/>
              <a:defRPr sz="3000" b="1">
                <a:solidFill>
                  <a:srgbClr val="0000FF"/>
                </a:solidFill>
                <a:latin typeface="Arial Narrow" panose="020B0606020202030204" pitchFamily="34" charset="0"/>
                <a:ea typeface="楷体_GB2312" charset="-122"/>
                <a:cs typeface="楷体_GB2312" charset="-122"/>
              </a:defRPr>
            </a:lvl3pPr>
            <a:lvl4pPr marL="1600200" indent="-228600" algn="l" rtl="0" eaLnBrk="0" fontAlgn="base" hangingPunct="0">
              <a:lnSpc>
                <a:spcPct val="130000"/>
              </a:lnSpc>
              <a:spcBef>
                <a:spcPct val="20000"/>
              </a:spcBef>
              <a:spcAft>
                <a:spcPct val="0"/>
              </a:spcAft>
              <a:buClr>
                <a:srgbClr val="0000CC"/>
              </a:buClr>
              <a:buSzPct val="80000"/>
              <a:buFont typeface="Wingdings" panose="05000000000000000000" pitchFamily="2" charset="2"/>
              <a:buChar char="o"/>
              <a:defRPr sz="2800" b="1">
                <a:solidFill>
                  <a:srgbClr val="0000FF"/>
                </a:solidFill>
                <a:latin typeface="Arial Narrow" panose="020B0606020202030204" pitchFamily="34" charset="0"/>
                <a:ea typeface="楷体_GB2312" charset="-122"/>
                <a:cs typeface="楷体_GB2312" charset="-122"/>
              </a:defRPr>
            </a:lvl4pPr>
            <a:lvl5pPr marL="2057400" indent="-228600" algn="l" rtl="0" eaLnBrk="0" fontAlgn="base" hangingPunct="0">
              <a:lnSpc>
                <a:spcPct val="130000"/>
              </a:lnSpc>
              <a:spcBef>
                <a:spcPct val="20000"/>
              </a:spcBef>
              <a:spcAft>
                <a:spcPct val="0"/>
              </a:spcAft>
              <a:buClr>
                <a:srgbClr val="0000CC"/>
              </a:buClr>
              <a:buSzPct val="80000"/>
              <a:buFont typeface="Wingdings" panose="05000000000000000000" pitchFamily="2" charset="2"/>
              <a:buChar char="o"/>
              <a:defRPr sz="2800" b="1">
                <a:solidFill>
                  <a:srgbClr val="0000FF"/>
                </a:solidFill>
                <a:latin typeface="Arial Narrow" panose="020B0606020202030204" pitchFamily="34" charset="0"/>
                <a:ea typeface="楷体_GB2312" charset="-122"/>
                <a:cs typeface="楷体_GB2312" charset="-122"/>
              </a:defRPr>
            </a:lvl5pPr>
          </a:lstStyle>
          <a:p>
            <a:pPr marL="0" lvl="0" indent="0">
              <a:spcBef>
                <a:spcPct val="0"/>
              </a:spcBef>
            </a:pPr>
            <a:r>
              <a:rPr lang="zh-CN" altLang="en-US" b="1" dirty="0">
                <a:solidFill>
                  <a:srgbClr val="000000"/>
                </a:solidFill>
              </a:rPr>
              <a:t>（</a:t>
            </a:r>
            <a:r>
              <a:rPr lang="en-US" altLang="zh-CN" b="1" dirty="0">
                <a:solidFill>
                  <a:srgbClr val="000000"/>
                </a:solidFill>
              </a:rPr>
              <a:t>2</a:t>
            </a:r>
            <a:r>
              <a:rPr lang="zh-CN" altLang="en-US" b="1" dirty="0">
                <a:solidFill>
                  <a:srgbClr val="000000"/>
                </a:solidFill>
              </a:rPr>
              <a:t>）状态表和状态图：设初态为</a:t>
            </a:r>
            <a:r>
              <a:rPr lang="en-US" altLang="zh-CN" b="1" i="1" dirty="0">
                <a:solidFill>
                  <a:srgbClr val="000000"/>
                </a:solidFill>
              </a:rPr>
              <a:t>q</a:t>
            </a:r>
            <a:r>
              <a:rPr lang="en-US" altLang="zh-CN" b="1" baseline="-25000" dirty="0">
                <a:solidFill>
                  <a:srgbClr val="000000"/>
                </a:solidFill>
              </a:rPr>
              <a:t>3</a:t>
            </a:r>
            <a:r>
              <a:rPr lang="en-US" altLang="zh-CN" b="1" i="1" dirty="0">
                <a:solidFill>
                  <a:srgbClr val="000000"/>
                </a:solidFill>
              </a:rPr>
              <a:t>q</a:t>
            </a:r>
            <a:r>
              <a:rPr lang="en-US" altLang="zh-CN" b="1" baseline="-25000" dirty="0">
                <a:solidFill>
                  <a:srgbClr val="000000"/>
                </a:solidFill>
              </a:rPr>
              <a:t>2</a:t>
            </a:r>
            <a:r>
              <a:rPr lang="en-US" altLang="zh-CN" b="1" i="1" dirty="0">
                <a:solidFill>
                  <a:srgbClr val="000000"/>
                </a:solidFill>
              </a:rPr>
              <a:t>q</a:t>
            </a:r>
            <a:r>
              <a:rPr lang="en-US" altLang="zh-CN" b="1" baseline="-25000" dirty="0">
                <a:solidFill>
                  <a:srgbClr val="000000"/>
                </a:solidFill>
              </a:rPr>
              <a:t>1</a:t>
            </a:r>
            <a:r>
              <a:rPr lang="en-US" altLang="zh-CN" b="1" dirty="0">
                <a:solidFill>
                  <a:srgbClr val="000000"/>
                </a:solidFill>
              </a:rPr>
              <a:t>=000</a:t>
            </a:r>
            <a:r>
              <a:rPr lang="zh-CN" altLang="en-US" b="1" dirty="0">
                <a:solidFill>
                  <a:srgbClr val="000000"/>
                </a:solidFill>
              </a:rPr>
              <a:t>，代入状态方程</a:t>
            </a:r>
            <a:endParaRPr lang="en-US" altLang="zh-CN" b="1" dirty="0">
              <a:solidFill>
                <a:srgbClr val="000000"/>
              </a:solidFill>
              <a:ea typeface="Times New Roman" panose="02020603050405020304" pitchFamily="18" charset="0"/>
            </a:endParaRPr>
          </a:p>
        </p:txBody>
      </p:sp>
      <p:grpSp>
        <p:nvGrpSpPr>
          <p:cNvPr id="216137" name="组合 36"/>
          <p:cNvGrpSpPr/>
          <p:nvPr/>
        </p:nvGrpSpPr>
        <p:grpSpPr>
          <a:xfrm>
            <a:off x="1109663" y="1941513"/>
            <a:ext cx="1970087" cy="1343025"/>
            <a:chOff x="2339975" y="3933825"/>
            <a:chExt cx="1970195" cy="1343275"/>
          </a:xfrm>
        </p:grpSpPr>
        <p:sp>
          <p:nvSpPr>
            <p:cNvPr id="216197" name="Rectangle 69"/>
            <p:cNvSpPr/>
            <p:nvPr/>
          </p:nvSpPr>
          <p:spPr>
            <a:xfrm>
              <a:off x="2339975" y="4435950"/>
              <a:ext cx="1070806" cy="359010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lIns="92075" tIns="46038" rIns="92075" bIns="46038">
              <a:spAutoFit/>
            </a:bodyPr>
            <a:lstStyle>
              <a:lvl1pPr marL="342900" indent="-342900" algn="l" rtl="0" eaLnBrk="0" fontAlgn="base" hangingPunct="0">
                <a:lnSpc>
                  <a:spcPct val="130000"/>
                </a:lnSpc>
                <a:spcBef>
                  <a:spcPct val="20000"/>
                </a:spcBef>
                <a:spcAft>
                  <a:spcPct val="0"/>
                </a:spcAft>
                <a:defRPr sz="2400">
                  <a:solidFill>
                    <a:srgbClr val="0000FF"/>
                  </a:solidFill>
                  <a:latin typeface="Times New Roman" panose="02020603050405020304" pitchFamily="18" charset="0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lnSpc>
                  <a:spcPct val="13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0000CC"/>
                </a:buClr>
                <a:buSzPct val="80000"/>
                <a:buFont typeface="Wingdings" panose="05000000000000000000" pitchFamily="2" charset="2"/>
                <a:buChar char="o"/>
                <a:defRPr sz="3000" b="1">
                  <a:solidFill>
                    <a:srgbClr val="0000FF"/>
                  </a:solidFill>
                  <a:latin typeface="Arial Narrow" panose="020B0606020202030204" pitchFamily="34" charset="0"/>
                  <a:ea typeface="楷体_GB2312" charset="-122"/>
                  <a:cs typeface="楷体_GB2312" charset="-122"/>
                </a:defRPr>
              </a:lvl2pPr>
              <a:lvl3pPr marL="1143000" indent="-228600" algn="l" rtl="0" eaLnBrk="0" fontAlgn="base" hangingPunct="0">
                <a:lnSpc>
                  <a:spcPct val="13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0000CC"/>
                </a:buClr>
                <a:buSzPct val="80000"/>
                <a:buFont typeface="Wingdings" panose="05000000000000000000" pitchFamily="2" charset="2"/>
                <a:buChar char="n"/>
                <a:defRPr sz="3000" b="1">
                  <a:solidFill>
                    <a:srgbClr val="0000FF"/>
                  </a:solidFill>
                  <a:latin typeface="Arial Narrow" panose="020B0606020202030204" pitchFamily="34" charset="0"/>
                  <a:ea typeface="楷体_GB2312" charset="-122"/>
                  <a:cs typeface="楷体_GB2312" charset="-122"/>
                </a:defRPr>
              </a:lvl3pPr>
              <a:lvl4pPr marL="1600200" indent="-228600" algn="l" rtl="0" eaLnBrk="0" fontAlgn="base" hangingPunct="0">
                <a:lnSpc>
                  <a:spcPct val="13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0000CC"/>
                </a:buClr>
                <a:buSzPct val="80000"/>
                <a:buFont typeface="Wingdings" panose="05000000000000000000" pitchFamily="2" charset="2"/>
                <a:buChar char="o"/>
                <a:defRPr sz="2800" b="1">
                  <a:solidFill>
                    <a:srgbClr val="0000FF"/>
                  </a:solidFill>
                  <a:latin typeface="Arial Narrow" panose="020B0606020202030204" pitchFamily="34" charset="0"/>
                  <a:ea typeface="楷体_GB2312" charset="-122"/>
                  <a:cs typeface="楷体_GB2312" charset="-122"/>
                </a:defRPr>
              </a:lvl4pPr>
              <a:lvl5pPr marL="2057400" indent="-228600" algn="l" rtl="0" eaLnBrk="0" fontAlgn="base" hangingPunct="0">
                <a:lnSpc>
                  <a:spcPct val="13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0000CC"/>
                </a:buClr>
                <a:buSzPct val="80000"/>
                <a:buFont typeface="Wingdings" panose="05000000000000000000" pitchFamily="2" charset="2"/>
                <a:buChar char="o"/>
                <a:defRPr sz="2800" b="1">
                  <a:solidFill>
                    <a:srgbClr val="0000FF"/>
                  </a:solidFill>
                  <a:latin typeface="Arial Narrow" panose="020B0606020202030204" pitchFamily="34" charset="0"/>
                  <a:ea typeface="楷体_GB2312" charset="-122"/>
                  <a:cs typeface="楷体_GB2312" charset="-122"/>
                </a:defRPr>
              </a:lvl5pPr>
            </a:lstStyle>
            <a:p>
              <a:pPr marL="0" lvl="0" indent="0">
                <a:lnSpc>
                  <a:spcPct val="70000"/>
                </a:lnSpc>
                <a:spcBef>
                  <a:spcPct val="0"/>
                </a:spcBef>
              </a:pPr>
              <a:r>
                <a:rPr lang="en-US" altLang="zh-CN" b="1" i="1" dirty="0">
                  <a:solidFill>
                    <a:srgbClr val="000066"/>
                  </a:solidFill>
                  <a:ea typeface="楷体_GB2312" charset="-122"/>
                </a:rPr>
                <a:t>Q</a:t>
              </a:r>
              <a:r>
                <a:rPr lang="en-US" altLang="zh-CN" b="1" baseline="-25000" dirty="0">
                  <a:solidFill>
                    <a:srgbClr val="000066"/>
                  </a:solidFill>
                  <a:ea typeface="楷体_GB2312" charset="-122"/>
                </a:rPr>
                <a:t>2 </a:t>
              </a:r>
              <a:r>
                <a:rPr lang="en-US" altLang="zh-CN" b="1" dirty="0">
                  <a:solidFill>
                    <a:srgbClr val="000066"/>
                  </a:solidFill>
                  <a:ea typeface="楷体_GB2312" charset="-122"/>
                </a:rPr>
                <a:t>= </a:t>
              </a:r>
              <a:r>
                <a:rPr lang="en-US" altLang="zh-CN" b="1" i="1" dirty="0">
                  <a:solidFill>
                    <a:srgbClr val="000066"/>
                  </a:solidFill>
                  <a:ea typeface="楷体_GB2312" charset="-122"/>
                </a:rPr>
                <a:t>q</a:t>
              </a:r>
              <a:r>
                <a:rPr lang="en-US" altLang="zh-CN" b="1" baseline="-25000" dirty="0">
                  <a:solidFill>
                    <a:srgbClr val="000066"/>
                  </a:solidFill>
                  <a:ea typeface="楷体_GB2312" charset="-122"/>
                </a:rPr>
                <a:t>1</a:t>
              </a:r>
              <a:endParaRPr lang="en-US" altLang="zh-CN" b="1" dirty="0">
                <a:solidFill>
                  <a:srgbClr val="FFFFFF"/>
                </a:solidFill>
                <a:ea typeface="楷体_GB2312" charset="-122"/>
              </a:endParaRPr>
            </a:p>
          </p:txBody>
        </p:sp>
        <p:sp>
          <p:nvSpPr>
            <p:cNvPr id="216198" name="Rectangle 70"/>
            <p:cNvSpPr/>
            <p:nvPr/>
          </p:nvSpPr>
          <p:spPr>
            <a:xfrm>
              <a:off x="2339975" y="3933825"/>
              <a:ext cx="1970195" cy="359010"/>
            </a:xfrm>
            <a:prstGeom prst="rect">
              <a:avLst/>
            </a:prstGeom>
            <a:noFill/>
            <a:ln w="9525">
              <a:noFill/>
            </a:ln>
          </p:spPr>
          <p:txBody>
            <a:bodyPr lIns="92075" tIns="46038" rIns="92075" bIns="46038">
              <a:spAutoFit/>
            </a:bodyPr>
            <a:lstStyle>
              <a:lvl1pPr marL="342900" indent="-342900" algn="l" rtl="0" eaLnBrk="0" fontAlgn="base" hangingPunct="0">
                <a:lnSpc>
                  <a:spcPct val="130000"/>
                </a:lnSpc>
                <a:spcBef>
                  <a:spcPct val="20000"/>
                </a:spcBef>
                <a:spcAft>
                  <a:spcPct val="0"/>
                </a:spcAft>
                <a:defRPr sz="2400">
                  <a:solidFill>
                    <a:srgbClr val="0000FF"/>
                  </a:solidFill>
                  <a:latin typeface="Times New Roman" panose="02020603050405020304" pitchFamily="18" charset="0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lnSpc>
                  <a:spcPct val="13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0000CC"/>
                </a:buClr>
                <a:buSzPct val="80000"/>
                <a:buFont typeface="Wingdings" panose="05000000000000000000" pitchFamily="2" charset="2"/>
                <a:buChar char="o"/>
                <a:defRPr sz="3000" b="1">
                  <a:solidFill>
                    <a:srgbClr val="0000FF"/>
                  </a:solidFill>
                  <a:latin typeface="Arial Narrow" panose="020B0606020202030204" pitchFamily="34" charset="0"/>
                  <a:ea typeface="楷体_GB2312" charset="-122"/>
                  <a:cs typeface="楷体_GB2312" charset="-122"/>
                </a:defRPr>
              </a:lvl2pPr>
              <a:lvl3pPr marL="1143000" indent="-228600" algn="l" rtl="0" eaLnBrk="0" fontAlgn="base" hangingPunct="0">
                <a:lnSpc>
                  <a:spcPct val="13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0000CC"/>
                </a:buClr>
                <a:buSzPct val="80000"/>
                <a:buFont typeface="Wingdings" panose="05000000000000000000" pitchFamily="2" charset="2"/>
                <a:buChar char="n"/>
                <a:defRPr sz="3000" b="1">
                  <a:solidFill>
                    <a:srgbClr val="0000FF"/>
                  </a:solidFill>
                  <a:latin typeface="Arial Narrow" panose="020B0606020202030204" pitchFamily="34" charset="0"/>
                  <a:ea typeface="楷体_GB2312" charset="-122"/>
                  <a:cs typeface="楷体_GB2312" charset="-122"/>
                </a:defRPr>
              </a:lvl3pPr>
              <a:lvl4pPr marL="1600200" indent="-228600" algn="l" rtl="0" eaLnBrk="0" fontAlgn="base" hangingPunct="0">
                <a:lnSpc>
                  <a:spcPct val="13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0000CC"/>
                </a:buClr>
                <a:buSzPct val="80000"/>
                <a:buFont typeface="Wingdings" panose="05000000000000000000" pitchFamily="2" charset="2"/>
                <a:buChar char="o"/>
                <a:defRPr sz="2800" b="1">
                  <a:solidFill>
                    <a:srgbClr val="0000FF"/>
                  </a:solidFill>
                  <a:latin typeface="Arial Narrow" panose="020B0606020202030204" pitchFamily="34" charset="0"/>
                  <a:ea typeface="楷体_GB2312" charset="-122"/>
                  <a:cs typeface="楷体_GB2312" charset="-122"/>
                </a:defRPr>
              </a:lvl4pPr>
              <a:lvl5pPr marL="2057400" indent="-228600" algn="l" rtl="0" eaLnBrk="0" fontAlgn="base" hangingPunct="0">
                <a:lnSpc>
                  <a:spcPct val="13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0000CC"/>
                </a:buClr>
                <a:buSzPct val="80000"/>
                <a:buFont typeface="Wingdings" panose="05000000000000000000" pitchFamily="2" charset="2"/>
                <a:buChar char="o"/>
                <a:defRPr sz="2800" b="1">
                  <a:solidFill>
                    <a:srgbClr val="0000FF"/>
                  </a:solidFill>
                  <a:latin typeface="Arial Narrow" panose="020B0606020202030204" pitchFamily="34" charset="0"/>
                  <a:ea typeface="楷体_GB2312" charset="-122"/>
                  <a:cs typeface="楷体_GB2312" charset="-122"/>
                </a:defRPr>
              </a:lvl5pPr>
            </a:lstStyle>
            <a:p>
              <a:pPr marL="0" lvl="0" indent="0">
                <a:lnSpc>
                  <a:spcPct val="70000"/>
                </a:lnSpc>
                <a:spcBef>
                  <a:spcPct val="0"/>
                </a:spcBef>
              </a:pPr>
              <a:r>
                <a:rPr lang="en-US" altLang="zh-CN" b="1" i="1" dirty="0">
                  <a:solidFill>
                    <a:srgbClr val="000066"/>
                  </a:solidFill>
                  <a:ea typeface="楷体_GB2312" charset="-122"/>
                </a:rPr>
                <a:t>Q</a:t>
              </a:r>
              <a:r>
                <a:rPr lang="en-US" altLang="zh-CN" b="1" baseline="-25000" dirty="0">
                  <a:solidFill>
                    <a:srgbClr val="000066"/>
                  </a:solidFill>
                  <a:ea typeface="楷体_GB2312" charset="-122"/>
                </a:rPr>
                <a:t>1 </a:t>
              </a:r>
              <a:r>
                <a:rPr lang="en-US" altLang="zh-CN" b="1" i="1" dirty="0">
                  <a:solidFill>
                    <a:srgbClr val="000066"/>
                  </a:solidFill>
                  <a:ea typeface="楷体_GB2312" charset="-122"/>
                </a:rPr>
                <a:t>= q'</a:t>
              </a:r>
              <a:r>
                <a:rPr lang="en-US" altLang="zh-CN" b="1" baseline="-25000" dirty="0">
                  <a:solidFill>
                    <a:srgbClr val="000066"/>
                  </a:solidFill>
                  <a:ea typeface="楷体_GB2312" charset="-122"/>
                </a:rPr>
                <a:t>2</a:t>
              </a:r>
              <a:r>
                <a:rPr lang="en-US" altLang="zh-CN" b="1" i="1" dirty="0">
                  <a:solidFill>
                    <a:srgbClr val="000066"/>
                  </a:solidFill>
                  <a:ea typeface="楷体_GB2312" charset="-122"/>
                </a:rPr>
                <a:t>q'</a:t>
              </a:r>
              <a:r>
                <a:rPr lang="en-US" altLang="zh-CN" b="1" baseline="-25000" dirty="0">
                  <a:solidFill>
                    <a:srgbClr val="000066"/>
                  </a:solidFill>
                  <a:ea typeface="楷体_GB2312" charset="-122"/>
                </a:rPr>
                <a:t>1</a:t>
              </a:r>
              <a:endParaRPr lang="en-US" altLang="zh-CN" b="1" baseline="-25000" dirty="0">
                <a:solidFill>
                  <a:srgbClr val="000066"/>
                </a:solidFill>
                <a:ea typeface="楷体_GB2312" charset="-122"/>
              </a:endParaRPr>
            </a:p>
          </p:txBody>
        </p:sp>
        <p:sp>
          <p:nvSpPr>
            <p:cNvPr id="216199" name="Rectangle 71"/>
            <p:cNvSpPr/>
            <p:nvPr/>
          </p:nvSpPr>
          <p:spPr>
            <a:xfrm>
              <a:off x="2339975" y="4918090"/>
              <a:ext cx="1070806" cy="359010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lIns="92075" tIns="46038" rIns="92075" bIns="46038">
              <a:spAutoFit/>
            </a:bodyPr>
            <a:lstStyle>
              <a:lvl1pPr marL="342900" indent="-342900" algn="l" rtl="0" eaLnBrk="0" fontAlgn="base" hangingPunct="0">
                <a:lnSpc>
                  <a:spcPct val="130000"/>
                </a:lnSpc>
                <a:spcBef>
                  <a:spcPct val="20000"/>
                </a:spcBef>
                <a:spcAft>
                  <a:spcPct val="0"/>
                </a:spcAft>
                <a:defRPr sz="2400">
                  <a:solidFill>
                    <a:srgbClr val="0000FF"/>
                  </a:solidFill>
                  <a:latin typeface="Times New Roman" panose="02020603050405020304" pitchFamily="18" charset="0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lnSpc>
                  <a:spcPct val="13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0000CC"/>
                </a:buClr>
                <a:buSzPct val="80000"/>
                <a:buFont typeface="Wingdings" panose="05000000000000000000" pitchFamily="2" charset="2"/>
                <a:buChar char="o"/>
                <a:defRPr sz="3000" b="1">
                  <a:solidFill>
                    <a:srgbClr val="0000FF"/>
                  </a:solidFill>
                  <a:latin typeface="Arial Narrow" panose="020B0606020202030204" pitchFamily="34" charset="0"/>
                  <a:ea typeface="楷体_GB2312" charset="-122"/>
                  <a:cs typeface="楷体_GB2312" charset="-122"/>
                </a:defRPr>
              </a:lvl2pPr>
              <a:lvl3pPr marL="1143000" indent="-228600" algn="l" rtl="0" eaLnBrk="0" fontAlgn="base" hangingPunct="0">
                <a:lnSpc>
                  <a:spcPct val="13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0000CC"/>
                </a:buClr>
                <a:buSzPct val="80000"/>
                <a:buFont typeface="Wingdings" panose="05000000000000000000" pitchFamily="2" charset="2"/>
                <a:buChar char="n"/>
                <a:defRPr sz="3000" b="1">
                  <a:solidFill>
                    <a:srgbClr val="0000FF"/>
                  </a:solidFill>
                  <a:latin typeface="Arial Narrow" panose="020B0606020202030204" pitchFamily="34" charset="0"/>
                  <a:ea typeface="楷体_GB2312" charset="-122"/>
                  <a:cs typeface="楷体_GB2312" charset="-122"/>
                </a:defRPr>
              </a:lvl3pPr>
              <a:lvl4pPr marL="1600200" indent="-228600" algn="l" rtl="0" eaLnBrk="0" fontAlgn="base" hangingPunct="0">
                <a:lnSpc>
                  <a:spcPct val="13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0000CC"/>
                </a:buClr>
                <a:buSzPct val="80000"/>
                <a:buFont typeface="Wingdings" panose="05000000000000000000" pitchFamily="2" charset="2"/>
                <a:buChar char="o"/>
                <a:defRPr sz="2800" b="1">
                  <a:solidFill>
                    <a:srgbClr val="0000FF"/>
                  </a:solidFill>
                  <a:latin typeface="Arial Narrow" panose="020B0606020202030204" pitchFamily="34" charset="0"/>
                  <a:ea typeface="楷体_GB2312" charset="-122"/>
                  <a:cs typeface="楷体_GB2312" charset="-122"/>
                </a:defRPr>
              </a:lvl4pPr>
              <a:lvl5pPr marL="2057400" indent="-228600" algn="l" rtl="0" eaLnBrk="0" fontAlgn="base" hangingPunct="0">
                <a:lnSpc>
                  <a:spcPct val="13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0000CC"/>
                </a:buClr>
                <a:buSzPct val="80000"/>
                <a:buFont typeface="Wingdings" panose="05000000000000000000" pitchFamily="2" charset="2"/>
                <a:buChar char="o"/>
                <a:defRPr sz="2800" b="1">
                  <a:solidFill>
                    <a:srgbClr val="0000FF"/>
                  </a:solidFill>
                  <a:latin typeface="Arial Narrow" panose="020B0606020202030204" pitchFamily="34" charset="0"/>
                  <a:ea typeface="楷体_GB2312" charset="-122"/>
                  <a:cs typeface="楷体_GB2312" charset="-122"/>
                </a:defRPr>
              </a:lvl5pPr>
            </a:lstStyle>
            <a:p>
              <a:pPr marL="0" lvl="0" indent="0">
                <a:lnSpc>
                  <a:spcPct val="70000"/>
                </a:lnSpc>
                <a:spcBef>
                  <a:spcPct val="0"/>
                </a:spcBef>
              </a:pPr>
              <a:r>
                <a:rPr lang="en-US" altLang="zh-CN" b="1" i="1" dirty="0">
                  <a:solidFill>
                    <a:srgbClr val="000066"/>
                  </a:solidFill>
                  <a:ea typeface="楷体_GB2312" charset="-122"/>
                </a:rPr>
                <a:t>Q</a:t>
              </a:r>
              <a:r>
                <a:rPr lang="en-US" altLang="zh-CN" b="1" baseline="-25000" dirty="0">
                  <a:solidFill>
                    <a:srgbClr val="000066"/>
                  </a:solidFill>
                  <a:ea typeface="楷体_GB2312" charset="-122"/>
                </a:rPr>
                <a:t>3 </a:t>
              </a:r>
              <a:r>
                <a:rPr lang="en-US" altLang="zh-CN" b="1" dirty="0">
                  <a:solidFill>
                    <a:srgbClr val="000066"/>
                  </a:solidFill>
                  <a:ea typeface="楷体_GB2312" charset="-122"/>
                </a:rPr>
                <a:t>= </a:t>
              </a:r>
              <a:r>
                <a:rPr lang="en-US" altLang="zh-CN" b="1" i="1" dirty="0">
                  <a:solidFill>
                    <a:srgbClr val="000066"/>
                  </a:solidFill>
                  <a:ea typeface="楷体_GB2312" charset="-122"/>
                </a:rPr>
                <a:t>q</a:t>
              </a:r>
              <a:r>
                <a:rPr lang="en-US" altLang="zh-CN" b="1" baseline="-25000" dirty="0">
                  <a:solidFill>
                    <a:srgbClr val="000066"/>
                  </a:solidFill>
                  <a:ea typeface="楷体_GB2312" charset="-122"/>
                </a:rPr>
                <a:t>2</a:t>
              </a:r>
              <a:endParaRPr lang="en-US" altLang="zh-CN" b="1" dirty="0">
                <a:solidFill>
                  <a:srgbClr val="FFFFFF"/>
                </a:solidFill>
                <a:ea typeface="楷体_GB2312" charset="-122"/>
              </a:endParaRPr>
            </a:p>
          </p:txBody>
        </p:sp>
      </p:grpSp>
      <p:sp>
        <p:nvSpPr>
          <p:cNvPr id="41" name="标题 2"/>
          <p:cNvSpPr>
            <a:spLocks noGrp="1"/>
          </p:cNvSpPr>
          <p:nvPr>
            <p:ph type="title"/>
          </p:nvPr>
        </p:nvSpPr>
        <p:spPr>
          <a:xfrm>
            <a:off x="498475" y="417513"/>
            <a:ext cx="6746875" cy="725488"/>
          </a:xfrm>
        </p:spPr>
        <p:txBody>
          <a:bodyPr vert="horz" wrap="square" lIns="91440" tIns="45720" rIns="91440" bIns="45720" numCol="1" anchor="ctr" anchorCtr="0" compatLnSpc="1"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+mj-lt"/>
                <a:ea typeface="楷体_GB2312" charset="-122"/>
                <a:cs typeface="+mj-cs"/>
                <a:sym typeface="+mn-ea"/>
              </a:rPr>
              <a:t>6.10 </a:t>
            </a:r>
            <a:r>
              <a:rPr kumimoji="0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+mj-lt"/>
                <a:ea typeface="楷体_GB2312" charset="-122"/>
                <a:cs typeface="+mj-cs"/>
              </a:rPr>
              <a:t>同步时序电路分析</a:t>
            </a:r>
            <a:endParaRPr kumimoji="0" lang="zh-CN" altLang="en-US" sz="2800" b="1" i="0" u="none" strike="noStrike" kern="1200" cap="none" spc="0" normalizeH="0" baseline="0" noProof="0" dirty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+mj-lt"/>
              <a:ea typeface="楷体_GB2312" charset="-122"/>
              <a:cs typeface="+mj-cs"/>
            </a:endParaRPr>
          </a:p>
        </p:txBody>
      </p:sp>
      <p:sp>
        <p:nvSpPr>
          <p:cNvPr id="42" name="箭头: 虚尾 41"/>
          <p:cNvSpPr/>
          <p:nvPr/>
        </p:nvSpPr>
        <p:spPr bwMode="auto">
          <a:xfrm>
            <a:off x="3148013" y="2309813"/>
            <a:ext cx="790575" cy="549275"/>
          </a:xfrm>
          <a:prstGeom prst="stripedRightArrow">
            <a:avLst>
              <a:gd name="adj1" fmla="val 49412"/>
              <a:gd name="adj2" fmla="val 43463"/>
            </a:avLst>
          </a:prstGeom>
          <a:solidFill>
            <a:schemeClr val="accent1"/>
          </a:solidFill>
          <a:ln w="12700" cap="flat" cmpd="sng" algn="ctr">
            <a:solidFill>
              <a:srgbClr val="C00000"/>
            </a:solidFill>
            <a:prstDash val="solid"/>
            <a:round/>
            <a:headEnd type="none" w="med" len="med"/>
            <a:tailEnd type="none" w="med" len="med"/>
          </a:ln>
        </p:spPr>
        <p:txBody>
          <a:bodyPr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007A77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grpSp>
        <p:nvGrpSpPr>
          <p:cNvPr id="216140" name="组合 7"/>
          <p:cNvGrpSpPr/>
          <p:nvPr/>
        </p:nvGrpSpPr>
        <p:grpSpPr>
          <a:xfrm>
            <a:off x="635000" y="3575050"/>
            <a:ext cx="3816350" cy="2557463"/>
            <a:chOff x="698500" y="3838454"/>
            <a:chExt cx="3816350" cy="2557463"/>
          </a:xfrm>
        </p:grpSpPr>
        <p:grpSp>
          <p:nvGrpSpPr>
            <p:cNvPr id="216143" name="组合 135"/>
            <p:cNvGrpSpPr/>
            <p:nvPr/>
          </p:nvGrpSpPr>
          <p:grpSpPr>
            <a:xfrm>
              <a:off x="698500" y="3838454"/>
              <a:ext cx="3816350" cy="2557463"/>
              <a:chOff x="539750" y="2781300"/>
              <a:chExt cx="3816350" cy="2557463"/>
            </a:xfrm>
          </p:grpSpPr>
          <p:grpSp>
            <p:nvGrpSpPr>
              <p:cNvPr id="216147" name="Group 329"/>
              <p:cNvGrpSpPr/>
              <p:nvPr/>
            </p:nvGrpSpPr>
            <p:grpSpPr>
              <a:xfrm>
                <a:off x="539750" y="2781300"/>
                <a:ext cx="611188" cy="609600"/>
                <a:chOff x="340" y="1752"/>
                <a:chExt cx="385" cy="384"/>
              </a:xfrm>
            </p:grpSpPr>
            <p:sp>
              <p:nvSpPr>
                <p:cNvPr id="216195" name="Freeform 293"/>
                <p:cNvSpPr/>
                <p:nvPr/>
              </p:nvSpPr>
              <p:spPr>
                <a:xfrm>
                  <a:off x="340" y="1752"/>
                  <a:ext cx="385" cy="384"/>
                </a:xfrm>
                <a:custGeom>
                  <a:avLst/>
                  <a:gdLst/>
                  <a:ahLst/>
                  <a:cxnLst>
                    <a:cxn ang="0">
                      <a:pos x="0" y="191"/>
                    </a:cxn>
                    <a:cxn ang="0">
                      <a:pos x="4" y="155"/>
                    </a:cxn>
                    <a:cxn ang="0">
                      <a:pos x="15" y="118"/>
                    </a:cxn>
                    <a:cxn ang="0">
                      <a:pos x="33" y="86"/>
                    </a:cxn>
                    <a:cxn ang="0">
                      <a:pos x="57" y="57"/>
                    </a:cxn>
                    <a:cxn ang="0">
                      <a:pos x="86" y="33"/>
                    </a:cxn>
                    <a:cxn ang="0">
                      <a:pos x="118" y="15"/>
                    </a:cxn>
                    <a:cxn ang="0">
                      <a:pos x="155" y="4"/>
                    </a:cxn>
                    <a:cxn ang="0">
                      <a:pos x="192" y="0"/>
                    </a:cxn>
                    <a:cxn ang="0">
                      <a:pos x="230" y="4"/>
                    </a:cxn>
                    <a:cxn ang="0">
                      <a:pos x="267" y="15"/>
                    </a:cxn>
                    <a:cxn ang="0">
                      <a:pos x="300" y="33"/>
                    </a:cxn>
                    <a:cxn ang="0">
                      <a:pos x="328" y="57"/>
                    </a:cxn>
                    <a:cxn ang="0">
                      <a:pos x="352" y="86"/>
                    </a:cxn>
                    <a:cxn ang="0">
                      <a:pos x="371" y="118"/>
                    </a:cxn>
                    <a:cxn ang="0">
                      <a:pos x="381" y="155"/>
                    </a:cxn>
                    <a:cxn ang="0">
                      <a:pos x="385" y="191"/>
                    </a:cxn>
                    <a:cxn ang="0">
                      <a:pos x="381" y="230"/>
                    </a:cxn>
                    <a:cxn ang="0">
                      <a:pos x="371" y="267"/>
                    </a:cxn>
                    <a:cxn ang="0">
                      <a:pos x="352" y="299"/>
                    </a:cxn>
                    <a:cxn ang="0">
                      <a:pos x="328" y="328"/>
                    </a:cxn>
                    <a:cxn ang="0">
                      <a:pos x="300" y="352"/>
                    </a:cxn>
                    <a:cxn ang="0">
                      <a:pos x="267" y="370"/>
                    </a:cxn>
                    <a:cxn ang="0">
                      <a:pos x="230" y="380"/>
                    </a:cxn>
                    <a:cxn ang="0">
                      <a:pos x="192" y="384"/>
                    </a:cxn>
                    <a:cxn ang="0">
                      <a:pos x="155" y="380"/>
                    </a:cxn>
                    <a:cxn ang="0">
                      <a:pos x="118" y="370"/>
                    </a:cxn>
                    <a:cxn ang="0">
                      <a:pos x="86" y="352"/>
                    </a:cxn>
                    <a:cxn ang="0">
                      <a:pos x="57" y="328"/>
                    </a:cxn>
                    <a:cxn ang="0">
                      <a:pos x="33" y="299"/>
                    </a:cxn>
                    <a:cxn ang="0">
                      <a:pos x="15" y="267"/>
                    </a:cxn>
                    <a:cxn ang="0">
                      <a:pos x="4" y="230"/>
                    </a:cxn>
                    <a:cxn ang="0">
                      <a:pos x="0" y="191"/>
                    </a:cxn>
                  </a:cxnLst>
                  <a:pathLst>
                    <a:path w="385" h="384">
                      <a:moveTo>
                        <a:pt x="0" y="191"/>
                      </a:moveTo>
                      <a:lnTo>
                        <a:pt x="4" y="155"/>
                      </a:lnTo>
                      <a:lnTo>
                        <a:pt x="15" y="118"/>
                      </a:lnTo>
                      <a:lnTo>
                        <a:pt x="33" y="86"/>
                      </a:lnTo>
                      <a:lnTo>
                        <a:pt x="57" y="57"/>
                      </a:lnTo>
                      <a:lnTo>
                        <a:pt x="86" y="33"/>
                      </a:lnTo>
                      <a:lnTo>
                        <a:pt x="118" y="15"/>
                      </a:lnTo>
                      <a:lnTo>
                        <a:pt x="155" y="4"/>
                      </a:lnTo>
                      <a:lnTo>
                        <a:pt x="192" y="0"/>
                      </a:lnTo>
                      <a:lnTo>
                        <a:pt x="230" y="4"/>
                      </a:lnTo>
                      <a:lnTo>
                        <a:pt x="267" y="15"/>
                      </a:lnTo>
                      <a:lnTo>
                        <a:pt x="300" y="33"/>
                      </a:lnTo>
                      <a:lnTo>
                        <a:pt x="328" y="57"/>
                      </a:lnTo>
                      <a:lnTo>
                        <a:pt x="352" y="86"/>
                      </a:lnTo>
                      <a:lnTo>
                        <a:pt x="371" y="118"/>
                      </a:lnTo>
                      <a:lnTo>
                        <a:pt x="381" y="155"/>
                      </a:lnTo>
                      <a:lnTo>
                        <a:pt x="385" y="191"/>
                      </a:lnTo>
                      <a:lnTo>
                        <a:pt x="381" y="230"/>
                      </a:lnTo>
                      <a:lnTo>
                        <a:pt x="371" y="267"/>
                      </a:lnTo>
                      <a:lnTo>
                        <a:pt x="352" y="299"/>
                      </a:lnTo>
                      <a:lnTo>
                        <a:pt x="328" y="328"/>
                      </a:lnTo>
                      <a:lnTo>
                        <a:pt x="300" y="352"/>
                      </a:lnTo>
                      <a:lnTo>
                        <a:pt x="267" y="370"/>
                      </a:lnTo>
                      <a:lnTo>
                        <a:pt x="230" y="380"/>
                      </a:lnTo>
                      <a:lnTo>
                        <a:pt x="192" y="384"/>
                      </a:lnTo>
                      <a:lnTo>
                        <a:pt x="155" y="380"/>
                      </a:lnTo>
                      <a:lnTo>
                        <a:pt x="118" y="370"/>
                      </a:lnTo>
                      <a:lnTo>
                        <a:pt x="86" y="352"/>
                      </a:lnTo>
                      <a:lnTo>
                        <a:pt x="57" y="328"/>
                      </a:lnTo>
                      <a:lnTo>
                        <a:pt x="33" y="299"/>
                      </a:lnTo>
                      <a:lnTo>
                        <a:pt x="15" y="267"/>
                      </a:lnTo>
                      <a:lnTo>
                        <a:pt x="4" y="230"/>
                      </a:lnTo>
                      <a:lnTo>
                        <a:pt x="0" y="191"/>
                      </a:lnTo>
                      <a:close/>
                    </a:path>
                  </a:pathLst>
                </a:custGeom>
                <a:noFill/>
                <a:ln w="19050" cap="flat" cmpd="sng">
                  <a:solidFill>
                    <a:srgbClr val="6A3535">
                      <a:alpha val="100000"/>
                    </a:srgbClr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  <p:txBody>
                <a:bodyPr/>
                <a:p>
                  <a:endParaRPr lang="zh-CN" altLang="en-US"/>
                </a:p>
              </p:txBody>
            </p:sp>
            <p:sp>
              <p:nvSpPr>
                <p:cNvPr id="216196" name="Rectangle 294"/>
                <p:cNvSpPr/>
                <p:nvPr/>
              </p:nvSpPr>
              <p:spPr>
                <a:xfrm>
                  <a:off x="420" y="1898"/>
                  <a:ext cx="216" cy="121"/>
                </a:xfrm>
                <a:prstGeom prst="rect">
                  <a:avLst/>
                </a:prstGeom>
                <a:noFill/>
                <a:ln w="9525">
                  <a:noFill/>
                </a:ln>
              </p:spPr>
              <p:txBody>
                <a:bodyPr wrap="none" lIns="0" tIns="0" rIns="0" bIns="0">
                  <a:spAutoFit/>
                </a:bodyPr>
                <a:lstStyle>
                  <a:lvl1pPr marL="342900" indent="-342900" algn="l" rtl="0" eaLnBrk="0" fontAlgn="base" hangingPunct="0">
                    <a:lnSpc>
                      <a:spcPct val="130000"/>
                    </a:lnSpc>
                    <a:spcBef>
                      <a:spcPct val="20000"/>
                    </a:spcBef>
                    <a:spcAft>
                      <a:spcPct val="0"/>
                    </a:spcAft>
                    <a:defRPr sz="2400">
                      <a:solidFill>
                        <a:srgbClr val="0000FF"/>
                      </a:solidFill>
                      <a:latin typeface="Times New Roman" panose="02020603050405020304" pitchFamily="18" charset="0"/>
                      <a:ea typeface="+mn-ea"/>
                      <a:cs typeface="+mn-cs"/>
                    </a:defRPr>
                  </a:lvl1pPr>
                  <a:lvl2pPr marL="742950" indent="-285750" algn="l" rtl="0" eaLnBrk="0" fontAlgn="base" hangingPunct="0">
                    <a:lnSpc>
                      <a:spcPct val="130000"/>
                    </a:lnSpc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0000CC"/>
                    </a:buClr>
                    <a:buSzPct val="80000"/>
                    <a:buFont typeface="Wingdings" panose="05000000000000000000" pitchFamily="2" charset="2"/>
                    <a:buChar char="o"/>
                    <a:defRPr sz="3000" b="1">
                      <a:solidFill>
                        <a:srgbClr val="0000FF"/>
                      </a:solidFill>
                      <a:latin typeface="Arial Narrow" panose="020B0606020202030204" pitchFamily="34" charset="0"/>
                      <a:ea typeface="楷体_GB2312" charset="-122"/>
                      <a:cs typeface="楷体_GB2312" charset="-122"/>
                    </a:defRPr>
                  </a:lvl2pPr>
                  <a:lvl3pPr marL="1143000" indent="-228600" algn="l" rtl="0" eaLnBrk="0" fontAlgn="base" hangingPunct="0">
                    <a:lnSpc>
                      <a:spcPct val="130000"/>
                    </a:lnSpc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0000CC"/>
                    </a:buClr>
                    <a:buSzPct val="80000"/>
                    <a:buFont typeface="Wingdings" panose="05000000000000000000" pitchFamily="2" charset="2"/>
                    <a:buChar char="n"/>
                    <a:defRPr sz="3000" b="1">
                      <a:solidFill>
                        <a:srgbClr val="0000FF"/>
                      </a:solidFill>
                      <a:latin typeface="Arial Narrow" panose="020B0606020202030204" pitchFamily="34" charset="0"/>
                      <a:ea typeface="楷体_GB2312" charset="-122"/>
                      <a:cs typeface="楷体_GB2312" charset="-122"/>
                    </a:defRPr>
                  </a:lvl3pPr>
                  <a:lvl4pPr marL="1600200" indent="-228600" algn="l" rtl="0" eaLnBrk="0" fontAlgn="base" hangingPunct="0">
                    <a:lnSpc>
                      <a:spcPct val="130000"/>
                    </a:lnSpc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0000CC"/>
                    </a:buClr>
                    <a:buSzPct val="80000"/>
                    <a:buFont typeface="Wingdings" panose="05000000000000000000" pitchFamily="2" charset="2"/>
                    <a:buChar char="o"/>
                    <a:defRPr sz="2800" b="1">
                      <a:solidFill>
                        <a:srgbClr val="0000FF"/>
                      </a:solidFill>
                      <a:latin typeface="Arial Narrow" panose="020B0606020202030204" pitchFamily="34" charset="0"/>
                      <a:ea typeface="楷体_GB2312" charset="-122"/>
                      <a:cs typeface="楷体_GB2312" charset="-122"/>
                    </a:defRPr>
                  </a:lvl4pPr>
                  <a:lvl5pPr marL="2057400" indent="-228600" algn="l" rtl="0" eaLnBrk="0" fontAlgn="base" hangingPunct="0">
                    <a:lnSpc>
                      <a:spcPct val="130000"/>
                    </a:lnSpc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0000CC"/>
                    </a:buClr>
                    <a:buSzPct val="80000"/>
                    <a:buFont typeface="Wingdings" panose="05000000000000000000" pitchFamily="2" charset="2"/>
                    <a:buChar char="o"/>
                    <a:defRPr sz="2800" b="1">
                      <a:solidFill>
                        <a:srgbClr val="0000FF"/>
                      </a:solidFill>
                      <a:latin typeface="Arial Narrow" panose="020B0606020202030204" pitchFamily="34" charset="0"/>
                      <a:ea typeface="楷体_GB2312" charset="-122"/>
                      <a:cs typeface="楷体_GB2312" charset="-122"/>
                    </a:defRPr>
                  </a:lvl5pPr>
                </a:lstStyle>
                <a:p>
                  <a:pPr marL="0" lvl="0" indent="0">
                    <a:lnSpc>
                      <a:spcPct val="70000"/>
                    </a:lnSpc>
                    <a:spcBef>
                      <a:spcPct val="0"/>
                    </a:spcBef>
                  </a:pPr>
                  <a:r>
                    <a:rPr lang="en-US" altLang="zh-CN" sz="1800" b="1" dirty="0">
                      <a:solidFill>
                        <a:srgbClr val="000000"/>
                      </a:solidFill>
                    </a:rPr>
                    <a:t>000</a:t>
                  </a:r>
                  <a:endParaRPr lang="en-US" altLang="zh-CN" sz="1800" b="1" dirty="0">
                    <a:solidFill>
                      <a:srgbClr val="FFFFFF"/>
                    </a:solidFill>
                    <a:ea typeface="楷体_GB2312" charset="-122"/>
                  </a:endParaRPr>
                </a:p>
              </p:txBody>
            </p:sp>
          </p:grpSp>
          <p:grpSp>
            <p:nvGrpSpPr>
              <p:cNvPr id="216148" name="Group 337"/>
              <p:cNvGrpSpPr/>
              <p:nvPr/>
            </p:nvGrpSpPr>
            <p:grpSpPr>
              <a:xfrm>
                <a:off x="3211513" y="4729163"/>
                <a:ext cx="611187" cy="609600"/>
                <a:chOff x="2023" y="2979"/>
                <a:chExt cx="385" cy="384"/>
              </a:xfrm>
            </p:grpSpPr>
            <p:sp>
              <p:nvSpPr>
                <p:cNvPr id="216193" name="Freeform 297"/>
                <p:cNvSpPr/>
                <p:nvPr/>
              </p:nvSpPr>
              <p:spPr>
                <a:xfrm>
                  <a:off x="2023" y="2979"/>
                  <a:ext cx="385" cy="384"/>
                </a:xfrm>
                <a:custGeom>
                  <a:avLst/>
                  <a:gdLst/>
                  <a:ahLst/>
                  <a:cxnLst>
                    <a:cxn ang="0">
                      <a:pos x="0" y="191"/>
                    </a:cxn>
                    <a:cxn ang="0">
                      <a:pos x="4" y="154"/>
                    </a:cxn>
                    <a:cxn ang="0">
                      <a:pos x="15" y="118"/>
                    </a:cxn>
                    <a:cxn ang="0">
                      <a:pos x="33" y="85"/>
                    </a:cxn>
                    <a:cxn ang="0">
                      <a:pos x="55" y="57"/>
                    </a:cxn>
                    <a:cxn ang="0">
                      <a:pos x="86" y="32"/>
                    </a:cxn>
                    <a:cxn ang="0">
                      <a:pos x="118" y="14"/>
                    </a:cxn>
                    <a:cxn ang="0">
                      <a:pos x="155" y="4"/>
                    </a:cxn>
                    <a:cxn ang="0">
                      <a:pos x="192" y="0"/>
                    </a:cxn>
                    <a:cxn ang="0">
                      <a:pos x="230" y="4"/>
                    </a:cxn>
                    <a:cxn ang="0">
                      <a:pos x="265" y="14"/>
                    </a:cxn>
                    <a:cxn ang="0">
                      <a:pos x="299" y="32"/>
                    </a:cxn>
                    <a:cxn ang="0">
                      <a:pos x="328" y="57"/>
                    </a:cxn>
                    <a:cxn ang="0">
                      <a:pos x="352" y="85"/>
                    </a:cxn>
                    <a:cxn ang="0">
                      <a:pos x="371" y="118"/>
                    </a:cxn>
                    <a:cxn ang="0">
                      <a:pos x="381" y="154"/>
                    </a:cxn>
                    <a:cxn ang="0">
                      <a:pos x="385" y="191"/>
                    </a:cxn>
                    <a:cxn ang="0">
                      <a:pos x="381" y="229"/>
                    </a:cxn>
                    <a:cxn ang="0">
                      <a:pos x="371" y="266"/>
                    </a:cxn>
                    <a:cxn ang="0">
                      <a:pos x="352" y="298"/>
                    </a:cxn>
                    <a:cxn ang="0">
                      <a:pos x="328" y="327"/>
                    </a:cxn>
                    <a:cxn ang="0">
                      <a:pos x="299" y="351"/>
                    </a:cxn>
                    <a:cxn ang="0">
                      <a:pos x="265" y="370"/>
                    </a:cxn>
                    <a:cxn ang="0">
                      <a:pos x="230" y="380"/>
                    </a:cxn>
                    <a:cxn ang="0">
                      <a:pos x="192" y="384"/>
                    </a:cxn>
                    <a:cxn ang="0">
                      <a:pos x="155" y="380"/>
                    </a:cxn>
                    <a:cxn ang="0">
                      <a:pos x="118" y="370"/>
                    </a:cxn>
                    <a:cxn ang="0">
                      <a:pos x="86" y="351"/>
                    </a:cxn>
                    <a:cxn ang="0">
                      <a:pos x="55" y="327"/>
                    </a:cxn>
                    <a:cxn ang="0">
                      <a:pos x="33" y="298"/>
                    </a:cxn>
                    <a:cxn ang="0">
                      <a:pos x="15" y="266"/>
                    </a:cxn>
                    <a:cxn ang="0">
                      <a:pos x="4" y="229"/>
                    </a:cxn>
                    <a:cxn ang="0">
                      <a:pos x="0" y="191"/>
                    </a:cxn>
                  </a:cxnLst>
                  <a:pathLst>
                    <a:path w="385" h="384">
                      <a:moveTo>
                        <a:pt x="0" y="191"/>
                      </a:moveTo>
                      <a:lnTo>
                        <a:pt x="4" y="154"/>
                      </a:lnTo>
                      <a:lnTo>
                        <a:pt x="15" y="118"/>
                      </a:lnTo>
                      <a:lnTo>
                        <a:pt x="33" y="85"/>
                      </a:lnTo>
                      <a:lnTo>
                        <a:pt x="55" y="57"/>
                      </a:lnTo>
                      <a:lnTo>
                        <a:pt x="86" y="32"/>
                      </a:lnTo>
                      <a:lnTo>
                        <a:pt x="118" y="14"/>
                      </a:lnTo>
                      <a:lnTo>
                        <a:pt x="155" y="4"/>
                      </a:lnTo>
                      <a:lnTo>
                        <a:pt x="192" y="0"/>
                      </a:lnTo>
                      <a:lnTo>
                        <a:pt x="230" y="4"/>
                      </a:lnTo>
                      <a:lnTo>
                        <a:pt x="265" y="14"/>
                      </a:lnTo>
                      <a:lnTo>
                        <a:pt x="299" y="32"/>
                      </a:lnTo>
                      <a:lnTo>
                        <a:pt x="328" y="57"/>
                      </a:lnTo>
                      <a:lnTo>
                        <a:pt x="352" y="85"/>
                      </a:lnTo>
                      <a:lnTo>
                        <a:pt x="371" y="118"/>
                      </a:lnTo>
                      <a:lnTo>
                        <a:pt x="381" y="154"/>
                      </a:lnTo>
                      <a:lnTo>
                        <a:pt x="385" y="191"/>
                      </a:lnTo>
                      <a:lnTo>
                        <a:pt x="381" y="229"/>
                      </a:lnTo>
                      <a:lnTo>
                        <a:pt x="371" y="266"/>
                      </a:lnTo>
                      <a:lnTo>
                        <a:pt x="352" y="298"/>
                      </a:lnTo>
                      <a:lnTo>
                        <a:pt x="328" y="327"/>
                      </a:lnTo>
                      <a:lnTo>
                        <a:pt x="299" y="351"/>
                      </a:lnTo>
                      <a:lnTo>
                        <a:pt x="265" y="370"/>
                      </a:lnTo>
                      <a:lnTo>
                        <a:pt x="230" y="380"/>
                      </a:lnTo>
                      <a:lnTo>
                        <a:pt x="192" y="384"/>
                      </a:lnTo>
                      <a:lnTo>
                        <a:pt x="155" y="380"/>
                      </a:lnTo>
                      <a:lnTo>
                        <a:pt x="118" y="370"/>
                      </a:lnTo>
                      <a:lnTo>
                        <a:pt x="86" y="351"/>
                      </a:lnTo>
                      <a:lnTo>
                        <a:pt x="55" y="327"/>
                      </a:lnTo>
                      <a:lnTo>
                        <a:pt x="33" y="298"/>
                      </a:lnTo>
                      <a:lnTo>
                        <a:pt x="15" y="266"/>
                      </a:lnTo>
                      <a:lnTo>
                        <a:pt x="4" y="229"/>
                      </a:lnTo>
                      <a:lnTo>
                        <a:pt x="0" y="191"/>
                      </a:lnTo>
                      <a:close/>
                    </a:path>
                  </a:pathLst>
                </a:custGeom>
                <a:noFill/>
                <a:ln w="19050" cap="flat" cmpd="sng">
                  <a:solidFill>
                    <a:srgbClr val="6A3535">
                      <a:alpha val="100000"/>
                    </a:srgbClr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  <p:txBody>
                <a:bodyPr/>
                <a:p>
                  <a:endParaRPr lang="zh-CN" altLang="en-US"/>
                </a:p>
              </p:txBody>
            </p:sp>
            <p:sp>
              <p:nvSpPr>
                <p:cNvPr id="216194" name="Rectangle 298"/>
                <p:cNvSpPr/>
                <p:nvPr/>
              </p:nvSpPr>
              <p:spPr>
                <a:xfrm>
                  <a:off x="2111" y="3120"/>
                  <a:ext cx="216" cy="121"/>
                </a:xfrm>
                <a:prstGeom prst="rect">
                  <a:avLst/>
                </a:prstGeom>
                <a:noFill/>
                <a:ln w="9525">
                  <a:noFill/>
                </a:ln>
              </p:spPr>
              <p:txBody>
                <a:bodyPr wrap="none" lIns="0" tIns="0" rIns="0" bIns="0">
                  <a:spAutoFit/>
                </a:bodyPr>
                <a:lstStyle>
                  <a:lvl1pPr marL="342900" indent="-342900" algn="l" rtl="0" eaLnBrk="0" fontAlgn="base" hangingPunct="0">
                    <a:lnSpc>
                      <a:spcPct val="130000"/>
                    </a:lnSpc>
                    <a:spcBef>
                      <a:spcPct val="20000"/>
                    </a:spcBef>
                    <a:spcAft>
                      <a:spcPct val="0"/>
                    </a:spcAft>
                    <a:defRPr sz="2400">
                      <a:solidFill>
                        <a:srgbClr val="0000FF"/>
                      </a:solidFill>
                      <a:latin typeface="Times New Roman" panose="02020603050405020304" pitchFamily="18" charset="0"/>
                      <a:ea typeface="+mn-ea"/>
                      <a:cs typeface="+mn-cs"/>
                    </a:defRPr>
                  </a:lvl1pPr>
                  <a:lvl2pPr marL="742950" indent="-285750" algn="l" rtl="0" eaLnBrk="0" fontAlgn="base" hangingPunct="0">
                    <a:lnSpc>
                      <a:spcPct val="130000"/>
                    </a:lnSpc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0000CC"/>
                    </a:buClr>
                    <a:buSzPct val="80000"/>
                    <a:buFont typeface="Wingdings" panose="05000000000000000000" pitchFamily="2" charset="2"/>
                    <a:buChar char="o"/>
                    <a:defRPr sz="3000" b="1">
                      <a:solidFill>
                        <a:srgbClr val="0000FF"/>
                      </a:solidFill>
                      <a:latin typeface="Arial Narrow" panose="020B0606020202030204" pitchFamily="34" charset="0"/>
                      <a:ea typeface="楷体_GB2312" charset="-122"/>
                      <a:cs typeface="楷体_GB2312" charset="-122"/>
                    </a:defRPr>
                  </a:lvl2pPr>
                  <a:lvl3pPr marL="1143000" indent="-228600" algn="l" rtl="0" eaLnBrk="0" fontAlgn="base" hangingPunct="0">
                    <a:lnSpc>
                      <a:spcPct val="130000"/>
                    </a:lnSpc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0000CC"/>
                    </a:buClr>
                    <a:buSzPct val="80000"/>
                    <a:buFont typeface="Wingdings" panose="05000000000000000000" pitchFamily="2" charset="2"/>
                    <a:buChar char="n"/>
                    <a:defRPr sz="3000" b="1">
                      <a:solidFill>
                        <a:srgbClr val="0000FF"/>
                      </a:solidFill>
                      <a:latin typeface="Arial Narrow" panose="020B0606020202030204" pitchFamily="34" charset="0"/>
                      <a:ea typeface="楷体_GB2312" charset="-122"/>
                      <a:cs typeface="楷体_GB2312" charset="-122"/>
                    </a:defRPr>
                  </a:lvl3pPr>
                  <a:lvl4pPr marL="1600200" indent="-228600" algn="l" rtl="0" eaLnBrk="0" fontAlgn="base" hangingPunct="0">
                    <a:lnSpc>
                      <a:spcPct val="130000"/>
                    </a:lnSpc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0000CC"/>
                    </a:buClr>
                    <a:buSzPct val="80000"/>
                    <a:buFont typeface="Wingdings" panose="05000000000000000000" pitchFamily="2" charset="2"/>
                    <a:buChar char="o"/>
                    <a:defRPr sz="2800" b="1">
                      <a:solidFill>
                        <a:srgbClr val="0000FF"/>
                      </a:solidFill>
                      <a:latin typeface="Arial Narrow" panose="020B0606020202030204" pitchFamily="34" charset="0"/>
                      <a:ea typeface="楷体_GB2312" charset="-122"/>
                      <a:cs typeface="楷体_GB2312" charset="-122"/>
                    </a:defRPr>
                  </a:lvl4pPr>
                  <a:lvl5pPr marL="2057400" indent="-228600" algn="l" rtl="0" eaLnBrk="0" fontAlgn="base" hangingPunct="0">
                    <a:lnSpc>
                      <a:spcPct val="130000"/>
                    </a:lnSpc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0000CC"/>
                    </a:buClr>
                    <a:buSzPct val="80000"/>
                    <a:buFont typeface="Wingdings" panose="05000000000000000000" pitchFamily="2" charset="2"/>
                    <a:buChar char="o"/>
                    <a:defRPr sz="2800" b="1">
                      <a:solidFill>
                        <a:srgbClr val="0000FF"/>
                      </a:solidFill>
                      <a:latin typeface="Arial Narrow" panose="020B0606020202030204" pitchFamily="34" charset="0"/>
                      <a:ea typeface="楷体_GB2312" charset="-122"/>
                      <a:cs typeface="楷体_GB2312" charset="-122"/>
                    </a:defRPr>
                  </a:lvl5pPr>
                </a:lstStyle>
                <a:p>
                  <a:pPr marL="0" lvl="0" indent="0">
                    <a:lnSpc>
                      <a:spcPct val="70000"/>
                    </a:lnSpc>
                    <a:spcBef>
                      <a:spcPct val="0"/>
                    </a:spcBef>
                  </a:pPr>
                  <a:r>
                    <a:rPr lang="en-US" altLang="zh-CN" sz="1800" b="1" dirty="0">
                      <a:solidFill>
                        <a:srgbClr val="000000"/>
                      </a:solidFill>
                    </a:rPr>
                    <a:t>011</a:t>
                  </a:r>
                  <a:endParaRPr lang="en-US" altLang="zh-CN" sz="1800" b="1" dirty="0">
                    <a:solidFill>
                      <a:srgbClr val="FFFFFF"/>
                    </a:solidFill>
                    <a:ea typeface="楷体_GB2312" charset="-122"/>
                  </a:endParaRPr>
                </a:p>
              </p:txBody>
            </p:sp>
          </p:grpSp>
          <p:grpSp>
            <p:nvGrpSpPr>
              <p:cNvPr id="216149" name="Group 344"/>
              <p:cNvGrpSpPr/>
              <p:nvPr/>
            </p:nvGrpSpPr>
            <p:grpSpPr>
              <a:xfrm>
                <a:off x="1073150" y="4729163"/>
                <a:ext cx="611188" cy="609600"/>
                <a:chOff x="676" y="2979"/>
                <a:chExt cx="385" cy="384"/>
              </a:xfrm>
            </p:grpSpPr>
            <p:sp>
              <p:nvSpPr>
                <p:cNvPr id="216191" name="Freeform 299"/>
                <p:cNvSpPr/>
                <p:nvPr/>
              </p:nvSpPr>
              <p:spPr>
                <a:xfrm>
                  <a:off x="676" y="2979"/>
                  <a:ext cx="385" cy="384"/>
                </a:xfrm>
                <a:custGeom>
                  <a:avLst/>
                  <a:gdLst/>
                  <a:ahLst/>
                  <a:cxnLst>
                    <a:cxn ang="0">
                      <a:pos x="0" y="191"/>
                    </a:cxn>
                    <a:cxn ang="0">
                      <a:pos x="4" y="154"/>
                    </a:cxn>
                    <a:cxn ang="0">
                      <a:pos x="16" y="118"/>
                    </a:cxn>
                    <a:cxn ang="0">
                      <a:pos x="33" y="85"/>
                    </a:cxn>
                    <a:cxn ang="0">
                      <a:pos x="57" y="57"/>
                    </a:cxn>
                    <a:cxn ang="0">
                      <a:pos x="86" y="32"/>
                    </a:cxn>
                    <a:cxn ang="0">
                      <a:pos x="120" y="14"/>
                    </a:cxn>
                    <a:cxn ang="0">
                      <a:pos x="155" y="4"/>
                    </a:cxn>
                    <a:cxn ang="0">
                      <a:pos x="194" y="0"/>
                    </a:cxn>
                    <a:cxn ang="0">
                      <a:pos x="230" y="4"/>
                    </a:cxn>
                    <a:cxn ang="0">
                      <a:pos x="267" y="14"/>
                    </a:cxn>
                    <a:cxn ang="0">
                      <a:pos x="299" y="32"/>
                    </a:cxn>
                    <a:cxn ang="0">
                      <a:pos x="330" y="57"/>
                    </a:cxn>
                    <a:cxn ang="0">
                      <a:pos x="352" y="85"/>
                    </a:cxn>
                    <a:cxn ang="0">
                      <a:pos x="371" y="118"/>
                    </a:cxn>
                    <a:cxn ang="0">
                      <a:pos x="383" y="154"/>
                    </a:cxn>
                    <a:cxn ang="0">
                      <a:pos x="385" y="191"/>
                    </a:cxn>
                    <a:cxn ang="0">
                      <a:pos x="383" y="229"/>
                    </a:cxn>
                    <a:cxn ang="0">
                      <a:pos x="371" y="266"/>
                    </a:cxn>
                    <a:cxn ang="0">
                      <a:pos x="352" y="298"/>
                    </a:cxn>
                    <a:cxn ang="0">
                      <a:pos x="330" y="327"/>
                    </a:cxn>
                    <a:cxn ang="0">
                      <a:pos x="299" y="351"/>
                    </a:cxn>
                    <a:cxn ang="0">
                      <a:pos x="267" y="370"/>
                    </a:cxn>
                    <a:cxn ang="0">
                      <a:pos x="230" y="380"/>
                    </a:cxn>
                    <a:cxn ang="0">
                      <a:pos x="194" y="384"/>
                    </a:cxn>
                    <a:cxn ang="0">
                      <a:pos x="155" y="380"/>
                    </a:cxn>
                    <a:cxn ang="0">
                      <a:pos x="120" y="370"/>
                    </a:cxn>
                    <a:cxn ang="0">
                      <a:pos x="86" y="351"/>
                    </a:cxn>
                    <a:cxn ang="0">
                      <a:pos x="57" y="327"/>
                    </a:cxn>
                    <a:cxn ang="0">
                      <a:pos x="33" y="298"/>
                    </a:cxn>
                    <a:cxn ang="0">
                      <a:pos x="16" y="266"/>
                    </a:cxn>
                    <a:cxn ang="0">
                      <a:pos x="4" y="229"/>
                    </a:cxn>
                    <a:cxn ang="0">
                      <a:pos x="0" y="191"/>
                    </a:cxn>
                  </a:cxnLst>
                  <a:pathLst>
                    <a:path w="385" h="384">
                      <a:moveTo>
                        <a:pt x="0" y="191"/>
                      </a:moveTo>
                      <a:lnTo>
                        <a:pt x="4" y="154"/>
                      </a:lnTo>
                      <a:lnTo>
                        <a:pt x="16" y="118"/>
                      </a:lnTo>
                      <a:lnTo>
                        <a:pt x="33" y="85"/>
                      </a:lnTo>
                      <a:lnTo>
                        <a:pt x="57" y="57"/>
                      </a:lnTo>
                      <a:lnTo>
                        <a:pt x="86" y="32"/>
                      </a:lnTo>
                      <a:lnTo>
                        <a:pt x="120" y="14"/>
                      </a:lnTo>
                      <a:lnTo>
                        <a:pt x="155" y="4"/>
                      </a:lnTo>
                      <a:lnTo>
                        <a:pt x="194" y="0"/>
                      </a:lnTo>
                      <a:lnTo>
                        <a:pt x="230" y="4"/>
                      </a:lnTo>
                      <a:lnTo>
                        <a:pt x="267" y="14"/>
                      </a:lnTo>
                      <a:lnTo>
                        <a:pt x="299" y="32"/>
                      </a:lnTo>
                      <a:lnTo>
                        <a:pt x="330" y="57"/>
                      </a:lnTo>
                      <a:lnTo>
                        <a:pt x="352" y="85"/>
                      </a:lnTo>
                      <a:lnTo>
                        <a:pt x="371" y="118"/>
                      </a:lnTo>
                      <a:lnTo>
                        <a:pt x="383" y="154"/>
                      </a:lnTo>
                      <a:lnTo>
                        <a:pt x="385" y="191"/>
                      </a:lnTo>
                      <a:lnTo>
                        <a:pt x="383" y="229"/>
                      </a:lnTo>
                      <a:lnTo>
                        <a:pt x="371" y="266"/>
                      </a:lnTo>
                      <a:lnTo>
                        <a:pt x="352" y="298"/>
                      </a:lnTo>
                      <a:lnTo>
                        <a:pt x="330" y="327"/>
                      </a:lnTo>
                      <a:lnTo>
                        <a:pt x="299" y="351"/>
                      </a:lnTo>
                      <a:lnTo>
                        <a:pt x="267" y="370"/>
                      </a:lnTo>
                      <a:lnTo>
                        <a:pt x="230" y="380"/>
                      </a:lnTo>
                      <a:lnTo>
                        <a:pt x="194" y="384"/>
                      </a:lnTo>
                      <a:lnTo>
                        <a:pt x="155" y="380"/>
                      </a:lnTo>
                      <a:lnTo>
                        <a:pt x="120" y="370"/>
                      </a:lnTo>
                      <a:lnTo>
                        <a:pt x="86" y="351"/>
                      </a:lnTo>
                      <a:lnTo>
                        <a:pt x="57" y="327"/>
                      </a:lnTo>
                      <a:lnTo>
                        <a:pt x="33" y="298"/>
                      </a:lnTo>
                      <a:lnTo>
                        <a:pt x="16" y="266"/>
                      </a:lnTo>
                      <a:lnTo>
                        <a:pt x="4" y="229"/>
                      </a:lnTo>
                      <a:lnTo>
                        <a:pt x="0" y="191"/>
                      </a:lnTo>
                      <a:close/>
                    </a:path>
                  </a:pathLst>
                </a:custGeom>
                <a:noFill/>
                <a:ln w="19050" cap="flat" cmpd="sng">
                  <a:solidFill>
                    <a:srgbClr val="6A3535">
                      <a:alpha val="100000"/>
                    </a:srgbClr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  <p:txBody>
                <a:bodyPr/>
                <a:p>
                  <a:endParaRPr lang="zh-CN" altLang="en-US"/>
                </a:p>
              </p:txBody>
            </p:sp>
            <p:sp>
              <p:nvSpPr>
                <p:cNvPr id="216192" name="Rectangle 300"/>
                <p:cNvSpPr/>
                <p:nvPr/>
              </p:nvSpPr>
              <p:spPr>
                <a:xfrm>
                  <a:off x="766" y="3127"/>
                  <a:ext cx="216" cy="121"/>
                </a:xfrm>
                <a:prstGeom prst="rect">
                  <a:avLst/>
                </a:prstGeom>
                <a:noFill/>
                <a:ln w="9525">
                  <a:noFill/>
                </a:ln>
              </p:spPr>
              <p:txBody>
                <a:bodyPr wrap="none" lIns="0" tIns="0" rIns="0" bIns="0">
                  <a:spAutoFit/>
                </a:bodyPr>
                <a:lstStyle>
                  <a:lvl1pPr marL="342900" indent="-342900" algn="l" rtl="0" eaLnBrk="0" fontAlgn="base" hangingPunct="0">
                    <a:lnSpc>
                      <a:spcPct val="130000"/>
                    </a:lnSpc>
                    <a:spcBef>
                      <a:spcPct val="20000"/>
                    </a:spcBef>
                    <a:spcAft>
                      <a:spcPct val="0"/>
                    </a:spcAft>
                    <a:defRPr sz="2400">
                      <a:solidFill>
                        <a:srgbClr val="0000FF"/>
                      </a:solidFill>
                      <a:latin typeface="Times New Roman" panose="02020603050405020304" pitchFamily="18" charset="0"/>
                      <a:ea typeface="+mn-ea"/>
                      <a:cs typeface="+mn-cs"/>
                    </a:defRPr>
                  </a:lvl1pPr>
                  <a:lvl2pPr marL="742950" indent="-285750" algn="l" rtl="0" eaLnBrk="0" fontAlgn="base" hangingPunct="0">
                    <a:lnSpc>
                      <a:spcPct val="130000"/>
                    </a:lnSpc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0000CC"/>
                    </a:buClr>
                    <a:buSzPct val="80000"/>
                    <a:buFont typeface="Wingdings" panose="05000000000000000000" pitchFamily="2" charset="2"/>
                    <a:buChar char="o"/>
                    <a:defRPr sz="3000" b="1">
                      <a:solidFill>
                        <a:srgbClr val="0000FF"/>
                      </a:solidFill>
                      <a:latin typeface="Arial Narrow" panose="020B0606020202030204" pitchFamily="34" charset="0"/>
                      <a:ea typeface="楷体_GB2312" charset="-122"/>
                      <a:cs typeface="楷体_GB2312" charset="-122"/>
                    </a:defRPr>
                  </a:lvl2pPr>
                  <a:lvl3pPr marL="1143000" indent="-228600" algn="l" rtl="0" eaLnBrk="0" fontAlgn="base" hangingPunct="0">
                    <a:lnSpc>
                      <a:spcPct val="130000"/>
                    </a:lnSpc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0000CC"/>
                    </a:buClr>
                    <a:buSzPct val="80000"/>
                    <a:buFont typeface="Wingdings" panose="05000000000000000000" pitchFamily="2" charset="2"/>
                    <a:buChar char="n"/>
                    <a:defRPr sz="3000" b="1">
                      <a:solidFill>
                        <a:srgbClr val="0000FF"/>
                      </a:solidFill>
                      <a:latin typeface="Arial Narrow" panose="020B0606020202030204" pitchFamily="34" charset="0"/>
                      <a:ea typeface="楷体_GB2312" charset="-122"/>
                      <a:cs typeface="楷体_GB2312" charset="-122"/>
                    </a:defRPr>
                  </a:lvl3pPr>
                  <a:lvl4pPr marL="1600200" indent="-228600" algn="l" rtl="0" eaLnBrk="0" fontAlgn="base" hangingPunct="0">
                    <a:lnSpc>
                      <a:spcPct val="130000"/>
                    </a:lnSpc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0000CC"/>
                    </a:buClr>
                    <a:buSzPct val="80000"/>
                    <a:buFont typeface="Wingdings" panose="05000000000000000000" pitchFamily="2" charset="2"/>
                    <a:buChar char="o"/>
                    <a:defRPr sz="2800" b="1">
                      <a:solidFill>
                        <a:srgbClr val="0000FF"/>
                      </a:solidFill>
                      <a:latin typeface="Arial Narrow" panose="020B0606020202030204" pitchFamily="34" charset="0"/>
                      <a:ea typeface="楷体_GB2312" charset="-122"/>
                      <a:cs typeface="楷体_GB2312" charset="-122"/>
                    </a:defRPr>
                  </a:lvl4pPr>
                  <a:lvl5pPr marL="2057400" indent="-228600" algn="l" rtl="0" eaLnBrk="0" fontAlgn="base" hangingPunct="0">
                    <a:lnSpc>
                      <a:spcPct val="130000"/>
                    </a:lnSpc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0000CC"/>
                    </a:buClr>
                    <a:buSzPct val="80000"/>
                    <a:buFont typeface="Wingdings" panose="05000000000000000000" pitchFamily="2" charset="2"/>
                    <a:buChar char="o"/>
                    <a:defRPr sz="2800" b="1">
                      <a:solidFill>
                        <a:srgbClr val="0000FF"/>
                      </a:solidFill>
                      <a:latin typeface="Arial Narrow" panose="020B0606020202030204" pitchFamily="34" charset="0"/>
                      <a:ea typeface="楷体_GB2312" charset="-122"/>
                      <a:cs typeface="楷体_GB2312" charset="-122"/>
                    </a:defRPr>
                  </a:lvl5pPr>
                </a:lstStyle>
                <a:p>
                  <a:pPr marL="0" lvl="0" indent="0">
                    <a:lnSpc>
                      <a:spcPct val="70000"/>
                    </a:lnSpc>
                    <a:spcBef>
                      <a:spcPct val="0"/>
                    </a:spcBef>
                  </a:pPr>
                  <a:r>
                    <a:rPr lang="en-US" altLang="zh-CN" sz="1800" b="1" dirty="0">
                      <a:solidFill>
                        <a:srgbClr val="000000"/>
                      </a:solidFill>
                    </a:rPr>
                    <a:t>111</a:t>
                  </a:r>
                  <a:endParaRPr lang="en-US" altLang="zh-CN" sz="1800" b="1" dirty="0">
                    <a:solidFill>
                      <a:srgbClr val="FFFFFF"/>
                    </a:solidFill>
                    <a:ea typeface="楷体_GB2312" charset="-122"/>
                  </a:endParaRPr>
                </a:p>
              </p:txBody>
            </p:sp>
          </p:grpSp>
          <p:grpSp>
            <p:nvGrpSpPr>
              <p:cNvPr id="216150" name="Group 332"/>
              <p:cNvGrpSpPr/>
              <p:nvPr/>
            </p:nvGrpSpPr>
            <p:grpSpPr>
              <a:xfrm>
                <a:off x="1144588" y="2789178"/>
                <a:ext cx="1069975" cy="609600"/>
                <a:chOff x="725" y="1752"/>
                <a:chExt cx="674" cy="384"/>
              </a:xfrm>
            </p:grpSpPr>
            <p:grpSp>
              <p:nvGrpSpPr>
                <p:cNvPr id="216185" name="Group 331"/>
                <p:cNvGrpSpPr/>
                <p:nvPr/>
              </p:nvGrpSpPr>
              <p:grpSpPr>
                <a:xfrm>
                  <a:off x="1014" y="1752"/>
                  <a:ext cx="385" cy="384"/>
                  <a:chOff x="1014" y="1752"/>
                  <a:chExt cx="385" cy="384"/>
                </a:xfrm>
              </p:grpSpPr>
              <p:sp>
                <p:nvSpPr>
                  <p:cNvPr id="216189" name="Freeform 301"/>
                  <p:cNvSpPr/>
                  <p:nvPr/>
                </p:nvSpPr>
                <p:spPr>
                  <a:xfrm>
                    <a:off x="1014" y="1752"/>
                    <a:ext cx="385" cy="384"/>
                  </a:xfrm>
                  <a:custGeom>
                    <a:avLst/>
                    <a:gdLst/>
                    <a:ahLst/>
                    <a:cxnLst>
                      <a:cxn ang="0">
                        <a:pos x="0" y="191"/>
                      </a:cxn>
                      <a:cxn ang="0">
                        <a:pos x="4" y="155"/>
                      </a:cxn>
                      <a:cxn ang="0">
                        <a:pos x="14" y="118"/>
                      </a:cxn>
                      <a:cxn ang="0">
                        <a:pos x="33" y="86"/>
                      </a:cxn>
                      <a:cxn ang="0">
                        <a:pos x="55" y="57"/>
                      </a:cxn>
                      <a:cxn ang="0">
                        <a:pos x="85" y="33"/>
                      </a:cxn>
                      <a:cxn ang="0">
                        <a:pos x="118" y="15"/>
                      </a:cxn>
                      <a:cxn ang="0">
                        <a:pos x="155" y="4"/>
                      </a:cxn>
                      <a:cxn ang="0">
                        <a:pos x="191" y="0"/>
                      </a:cxn>
                      <a:cxn ang="0">
                        <a:pos x="230" y="4"/>
                      </a:cxn>
                      <a:cxn ang="0">
                        <a:pos x="265" y="15"/>
                      </a:cxn>
                      <a:cxn ang="0">
                        <a:pos x="299" y="33"/>
                      </a:cxn>
                      <a:cxn ang="0">
                        <a:pos x="328" y="57"/>
                      </a:cxn>
                      <a:cxn ang="0">
                        <a:pos x="352" y="86"/>
                      </a:cxn>
                      <a:cxn ang="0">
                        <a:pos x="368" y="118"/>
                      </a:cxn>
                      <a:cxn ang="0">
                        <a:pos x="381" y="155"/>
                      </a:cxn>
                      <a:cxn ang="0">
                        <a:pos x="385" y="191"/>
                      </a:cxn>
                      <a:cxn ang="0">
                        <a:pos x="381" y="230"/>
                      </a:cxn>
                      <a:cxn ang="0">
                        <a:pos x="368" y="267"/>
                      </a:cxn>
                      <a:cxn ang="0">
                        <a:pos x="352" y="299"/>
                      </a:cxn>
                      <a:cxn ang="0">
                        <a:pos x="328" y="328"/>
                      </a:cxn>
                      <a:cxn ang="0">
                        <a:pos x="299" y="352"/>
                      </a:cxn>
                      <a:cxn ang="0">
                        <a:pos x="265" y="370"/>
                      </a:cxn>
                      <a:cxn ang="0">
                        <a:pos x="230" y="380"/>
                      </a:cxn>
                      <a:cxn ang="0">
                        <a:pos x="191" y="384"/>
                      </a:cxn>
                      <a:cxn ang="0">
                        <a:pos x="155" y="380"/>
                      </a:cxn>
                      <a:cxn ang="0">
                        <a:pos x="118" y="370"/>
                      </a:cxn>
                      <a:cxn ang="0">
                        <a:pos x="85" y="352"/>
                      </a:cxn>
                      <a:cxn ang="0">
                        <a:pos x="55" y="328"/>
                      </a:cxn>
                      <a:cxn ang="0">
                        <a:pos x="33" y="299"/>
                      </a:cxn>
                      <a:cxn ang="0">
                        <a:pos x="14" y="267"/>
                      </a:cxn>
                      <a:cxn ang="0">
                        <a:pos x="4" y="230"/>
                      </a:cxn>
                      <a:cxn ang="0">
                        <a:pos x="0" y="191"/>
                      </a:cxn>
                    </a:cxnLst>
                    <a:pathLst>
                      <a:path w="385" h="384">
                        <a:moveTo>
                          <a:pt x="0" y="191"/>
                        </a:moveTo>
                        <a:lnTo>
                          <a:pt x="4" y="155"/>
                        </a:lnTo>
                        <a:lnTo>
                          <a:pt x="14" y="118"/>
                        </a:lnTo>
                        <a:lnTo>
                          <a:pt x="33" y="86"/>
                        </a:lnTo>
                        <a:lnTo>
                          <a:pt x="55" y="57"/>
                        </a:lnTo>
                        <a:lnTo>
                          <a:pt x="85" y="33"/>
                        </a:lnTo>
                        <a:lnTo>
                          <a:pt x="118" y="15"/>
                        </a:lnTo>
                        <a:lnTo>
                          <a:pt x="155" y="4"/>
                        </a:lnTo>
                        <a:lnTo>
                          <a:pt x="191" y="0"/>
                        </a:lnTo>
                        <a:lnTo>
                          <a:pt x="230" y="4"/>
                        </a:lnTo>
                        <a:lnTo>
                          <a:pt x="265" y="15"/>
                        </a:lnTo>
                        <a:lnTo>
                          <a:pt x="299" y="33"/>
                        </a:lnTo>
                        <a:lnTo>
                          <a:pt x="328" y="57"/>
                        </a:lnTo>
                        <a:lnTo>
                          <a:pt x="352" y="86"/>
                        </a:lnTo>
                        <a:lnTo>
                          <a:pt x="368" y="118"/>
                        </a:lnTo>
                        <a:lnTo>
                          <a:pt x="381" y="155"/>
                        </a:lnTo>
                        <a:lnTo>
                          <a:pt x="385" y="191"/>
                        </a:lnTo>
                        <a:lnTo>
                          <a:pt x="381" y="230"/>
                        </a:lnTo>
                        <a:lnTo>
                          <a:pt x="368" y="267"/>
                        </a:lnTo>
                        <a:lnTo>
                          <a:pt x="352" y="299"/>
                        </a:lnTo>
                        <a:lnTo>
                          <a:pt x="328" y="328"/>
                        </a:lnTo>
                        <a:lnTo>
                          <a:pt x="299" y="352"/>
                        </a:lnTo>
                        <a:lnTo>
                          <a:pt x="265" y="370"/>
                        </a:lnTo>
                        <a:lnTo>
                          <a:pt x="230" y="380"/>
                        </a:lnTo>
                        <a:lnTo>
                          <a:pt x="191" y="384"/>
                        </a:lnTo>
                        <a:lnTo>
                          <a:pt x="155" y="380"/>
                        </a:lnTo>
                        <a:lnTo>
                          <a:pt x="118" y="370"/>
                        </a:lnTo>
                        <a:lnTo>
                          <a:pt x="85" y="352"/>
                        </a:lnTo>
                        <a:lnTo>
                          <a:pt x="55" y="328"/>
                        </a:lnTo>
                        <a:lnTo>
                          <a:pt x="33" y="299"/>
                        </a:lnTo>
                        <a:lnTo>
                          <a:pt x="14" y="267"/>
                        </a:lnTo>
                        <a:lnTo>
                          <a:pt x="4" y="230"/>
                        </a:lnTo>
                        <a:lnTo>
                          <a:pt x="0" y="191"/>
                        </a:lnTo>
                        <a:close/>
                      </a:path>
                    </a:pathLst>
                  </a:custGeom>
                  <a:noFill/>
                  <a:ln w="19050" cap="flat" cmpd="sng">
                    <a:solidFill>
                      <a:srgbClr val="6A3535">
                        <a:alpha val="100000"/>
                      </a:srgbClr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</p:spPr>
                <p:txBody>
                  <a:bodyPr/>
                  <a:p>
                    <a:endParaRPr lang="zh-CN" altLang="en-US"/>
                  </a:p>
                </p:txBody>
              </p:sp>
              <p:sp>
                <p:nvSpPr>
                  <p:cNvPr id="216190" name="Rectangle 302"/>
                  <p:cNvSpPr/>
                  <p:nvPr/>
                </p:nvSpPr>
                <p:spPr>
                  <a:xfrm>
                    <a:off x="1097" y="1896"/>
                    <a:ext cx="216" cy="121"/>
                  </a:xfrm>
                  <a:prstGeom prst="rect">
                    <a:avLst/>
                  </a:prstGeom>
                  <a:noFill/>
                  <a:ln w="9525">
                    <a:noFill/>
                  </a:ln>
                </p:spPr>
                <p:txBody>
                  <a:bodyPr wrap="none" lIns="0" tIns="0" rIns="0" bIns="0">
                    <a:spAutoFit/>
                  </a:bodyPr>
                  <a:lstStyle>
                    <a:lvl1pPr marL="342900" indent="-342900" algn="l" rtl="0" eaLnBrk="0" fontAlgn="base" hangingPunct="0">
                      <a:lnSpc>
                        <a:spcPct val="130000"/>
                      </a:lnSpc>
                      <a:spcBef>
                        <a:spcPct val="20000"/>
                      </a:spcBef>
                      <a:spcAft>
                        <a:spcPct val="0"/>
                      </a:spcAft>
                      <a:defRPr sz="2400">
                        <a:solidFill>
                          <a:srgbClr val="0000FF"/>
                        </a:solidFill>
                        <a:latin typeface="Times New Roman" panose="02020603050405020304" pitchFamily="18" charset="0"/>
                        <a:ea typeface="+mn-ea"/>
                        <a:cs typeface="+mn-cs"/>
                      </a:defRPr>
                    </a:lvl1pPr>
                    <a:lvl2pPr marL="742950" indent="-285750" algn="l" rtl="0" eaLnBrk="0" fontAlgn="base" hangingPunct="0">
                      <a:lnSpc>
                        <a:spcPct val="130000"/>
                      </a:lnSpc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0000CC"/>
                      </a:buClr>
                      <a:buSzPct val="80000"/>
                      <a:buFont typeface="Wingdings" panose="05000000000000000000" pitchFamily="2" charset="2"/>
                      <a:buChar char="o"/>
                      <a:defRPr sz="3000" b="1">
                        <a:solidFill>
                          <a:srgbClr val="0000FF"/>
                        </a:solidFill>
                        <a:latin typeface="Arial Narrow" panose="020B0606020202030204" pitchFamily="34" charset="0"/>
                        <a:ea typeface="楷体_GB2312" charset="-122"/>
                        <a:cs typeface="楷体_GB2312" charset="-122"/>
                      </a:defRPr>
                    </a:lvl2pPr>
                    <a:lvl3pPr marL="1143000" indent="-228600" algn="l" rtl="0" eaLnBrk="0" fontAlgn="base" hangingPunct="0">
                      <a:lnSpc>
                        <a:spcPct val="130000"/>
                      </a:lnSpc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0000CC"/>
                      </a:buClr>
                      <a:buSzPct val="80000"/>
                      <a:buFont typeface="Wingdings" panose="05000000000000000000" pitchFamily="2" charset="2"/>
                      <a:buChar char="n"/>
                      <a:defRPr sz="3000" b="1">
                        <a:solidFill>
                          <a:srgbClr val="0000FF"/>
                        </a:solidFill>
                        <a:latin typeface="Arial Narrow" panose="020B0606020202030204" pitchFamily="34" charset="0"/>
                        <a:ea typeface="楷体_GB2312" charset="-122"/>
                        <a:cs typeface="楷体_GB2312" charset="-122"/>
                      </a:defRPr>
                    </a:lvl3pPr>
                    <a:lvl4pPr marL="1600200" indent="-228600" algn="l" rtl="0" eaLnBrk="0" fontAlgn="base" hangingPunct="0">
                      <a:lnSpc>
                        <a:spcPct val="130000"/>
                      </a:lnSpc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0000CC"/>
                      </a:buClr>
                      <a:buSzPct val="80000"/>
                      <a:buFont typeface="Wingdings" panose="05000000000000000000" pitchFamily="2" charset="2"/>
                      <a:buChar char="o"/>
                      <a:defRPr sz="2800" b="1">
                        <a:solidFill>
                          <a:srgbClr val="0000FF"/>
                        </a:solidFill>
                        <a:latin typeface="Arial Narrow" panose="020B0606020202030204" pitchFamily="34" charset="0"/>
                        <a:ea typeface="楷体_GB2312" charset="-122"/>
                        <a:cs typeface="楷体_GB2312" charset="-122"/>
                      </a:defRPr>
                    </a:lvl4pPr>
                    <a:lvl5pPr marL="2057400" indent="-228600" algn="l" rtl="0" eaLnBrk="0" fontAlgn="base" hangingPunct="0">
                      <a:lnSpc>
                        <a:spcPct val="130000"/>
                      </a:lnSpc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0000CC"/>
                      </a:buClr>
                      <a:buSzPct val="80000"/>
                      <a:buFont typeface="Wingdings" panose="05000000000000000000" pitchFamily="2" charset="2"/>
                      <a:buChar char="o"/>
                      <a:defRPr sz="2800" b="1">
                        <a:solidFill>
                          <a:srgbClr val="0000FF"/>
                        </a:solidFill>
                        <a:latin typeface="Arial Narrow" panose="020B0606020202030204" pitchFamily="34" charset="0"/>
                        <a:ea typeface="楷体_GB2312" charset="-122"/>
                        <a:cs typeface="楷体_GB2312" charset="-122"/>
                      </a:defRPr>
                    </a:lvl5pPr>
                  </a:lstStyle>
                  <a:p>
                    <a:pPr marL="0" lvl="0" indent="0">
                      <a:lnSpc>
                        <a:spcPct val="70000"/>
                      </a:lnSpc>
                      <a:spcBef>
                        <a:spcPct val="0"/>
                      </a:spcBef>
                    </a:pPr>
                    <a:r>
                      <a:rPr lang="en-US" altLang="zh-CN" sz="1800" b="1" dirty="0">
                        <a:solidFill>
                          <a:srgbClr val="000000"/>
                        </a:solidFill>
                      </a:rPr>
                      <a:t>001</a:t>
                    </a:r>
                    <a:endParaRPr lang="en-US" altLang="zh-CN" sz="1800" b="1" dirty="0">
                      <a:solidFill>
                        <a:srgbClr val="FFFFFF"/>
                      </a:solidFill>
                      <a:ea typeface="楷体_GB2312" charset="-122"/>
                    </a:endParaRPr>
                  </a:p>
                </p:txBody>
              </p:sp>
            </p:grpSp>
            <p:grpSp>
              <p:nvGrpSpPr>
                <p:cNvPr id="216186" name="Group 303"/>
                <p:cNvGrpSpPr/>
                <p:nvPr/>
              </p:nvGrpSpPr>
              <p:grpSpPr>
                <a:xfrm>
                  <a:off x="725" y="1921"/>
                  <a:ext cx="289" cy="47"/>
                  <a:chOff x="3391" y="2273"/>
                  <a:chExt cx="289" cy="47"/>
                </a:xfrm>
              </p:grpSpPr>
              <p:sp>
                <p:nvSpPr>
                  <p:cNvPr id="216187" name="Line 304"/>
                  <p:cNvSpPr/>
                  <p:nvPr/>
                </p:nvSpPr>
                <p:spPr>
                  <a:xfrm flipH="1">
                    <a:off x="3391" y="2295"/>
                    <a:ext cx="289" cy="0"/>
                  </a:xfrm>
                  <a:prstGeom prst="line">
                    <a:avLst/>
                  </a:prstGeom>
                  <a:ln w="6350" cap="flat" cmpd="sng">
                    <a:solidFill>
                      <a:srgbClr val="000000"/>
                    </a:solidFill>
                    <a:prstDash val="solid"/>
                    <a:headEnd type="none" w="med" len="med"/>
                    <a:tailEnd type="none" w="med" len="med"/>
                  </a:ln>
                </p:spPr>
              </p:sp>
              <p:sp>
                <p:nvSpPr>
                  <p:cNvPr id="216188" name="Freeform 305"/>
                  <p:cNvSpPr/>
                  <p:nvPr/>
                </p:nvSpPr>
                <p:spPr>
                  <a:xfrm>
                    <a:off x="3554" y="2273"/>
                    <a:ext cx="126" cy="47"/>
                  </a:xfrm>
                  <a:custGeom>
                    <a:avLst/>
                    <a:gdLst/>
                    <a:ahLst/>
                    <a:cxnLst>
                      <a:cxn ang="0">
                        <a:pos x="0" y="47"/>
                      </a:cxn>
                      <a:cxn ang="0">
                        <a:pos x="22" y="22"/>
                      </a:cxn>
                      <a:cxn ang="0">
                        <a:pos x="0" y="0"/>
                      </a:cxn>
                      <a:cxn ang="0">
                        <a:pos x="126" y="22"/>
                      </a:cxn>
                      <a:cxn ang="0">
                        <a:pos x="0" y="47"/>
                      </a:cxn>
                    </a:cxnLst>
                    <a:pathLst>
                      <a:path w="126" h="47">
                        <a:moveTo>
                          <a:pt x="0" y="47"/>
                        </a:moveTo>
                        <a:lnTo>
                          <a:pt x="22" y="22"/>
                        </a:lnTo>
                        <a:lnTo>
                          <a:pt x="0" y="0"/>
                        </a:lnTo>
                        <a:lnTo>
                          <a:pt x="126" y="22"/>
                        </a:lnTo>
                        <a:lnTo>
                          <a:pt x="0" y="47"/>
                        </a:lnTo>
                        <a:close/>
                      </a:path>
                    </a:pathLst>
                  </a:custGeom>
                  <a:solidFill>
                    <a:srgbClr val="000000">
                      <a:alpha val="100000"/>
                    </a:srgbClr>
                  </a:solidFill>
                  <a:ln w="6350" cap="flat" cmpd="sng">
                    <a:solidFill>
                      <a:srgbClr val="000000">
                        <a:alpha val="100000"/>
                      </a:srgbClr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</p:spPr>
                <p:txBody>
                  <a:bodyPr/>
                  <a:p>
                    <a:endParaRPr lang="zh-CN" altLang="en-US"/>
                  </a:p>
                </p:txBody>
              </p:sp>
            </p:grpSp>
          </p:grpSp>
          <p:grpSp>
            <p:nvGrpSpPr>
              <p:cNvPr id="216151" name="Group 334"/>
              <p:cNvGrpSpPr/>
              <p:nvPr/>
            </p:nvGrpSpPr>
            <p:grpSpPr>
              <a:xfrm>
                <a:off x="2220913" y="2781300"/>
                <a:ext cx="1065212" cy="609600"/>
                <a:chOff x="1399" y="1752"/>
                <a:chExt cx="671" cy="384"/>
              </a:xfrm>
            </p:grpSpPr>
            <p:grpSp>
              <p:nvGrpSpPr>
                <p:cNvPr id="216179" name="Group 333"/>
                <p:cNvGrpSpPr/>
                <p:nvPr/>
              </p:nvGrpSpPr>
              <p:grpSpPr>
                <a:xfrm>
                  <a:off x="1686" y="1752"/>
                  <a:ext cx="384" cy="384"/>
                  <a:chOff x="1686" y="1752"/>
                  <a:chExt cx="384" cy="384"/>
                </a:xfrm>
              </p:grpSpPr>
              <p:sp>
                <p:nvSpPr>
                  <p:cNvPr id="216183" name="Freeform 306"/>
                  <p:cNvSpPr/>
                  <p:nvPr/>
                </p:nvSpPr>
                <p:spPr>
                  <a:xfrm>
                    <a:off x="1686" y="1752"/>
                    <a:ext cx="384" cy="384"/>
                  </a:xfrm>
                  <a:custGeom>
                    <a:avLst/>
                    <a:gdLst/>
                    <a:ahLst/>
                    <a:cxnLst>
                      <a:cxn ang="0">
                        <a:pos x="0" y="191"/>
                      </a:cxn>
                      <a:cxn ang="0">
                        <a:pos x="4" y="155"/>
                      </a:cxn>
                      <a:cxn ang="0">
                        <a:pos x="16" y="118"/>
                      </a:cxn>
                      <a:cxn ang="0">
                        <a:pos x="32" y="86"/>
                      </a:cxn>
                      <a:cxn ang="0">
                        <a:pos x="56" y="57"/>
                      </a:cxn>
                      <a:cxn ang="0">
                        <a:pos x="85" y="33"/>
                      </a:cxn>
                      <a:cxn ang="0">
                        <a:pos x="120" y="15"/>
                      </a:cxn>
                      <a:cxn ang="0">
                        <a:pos x="154" y="4"/>
                      </a:cxn>
                      <a:cxn ang="0">
                        <a:pos x="193" y="0"/>
                      </a:cxn>
                      <a:cxn ang="0">
                        <a:pos x="229" y="4"/>
                      </a:cxn>
                      <a:cxn ang="0">
                        <a:pos x="266" y="15"/>
                      </a:cxn>
                      <a:cxn ang="0">
                        <a:pos x="299" y="33"/>
                      </a:cxn>
                      <a:cxn ang="0">
                        <a:pos x="329" y="57"/>
                      </a:cxn>
                      <a:cxn ang="0">
                        <a:pos x="352" y="86"/>
                      </a:cxn>
                      <a:cxn ang="0">
                        <a:pos x="370" y="118"/>
                      </a:cxn>
                      <a:cxn ang="0">
                        <a:pos x="382" y="155"/>
                      </a:cxn>
                      <a:cxn ang="0">
                        <a:pos x="384" y="191"/>
                      </a:cxn>
                      <a:cxn ang="0">
                        <a:pos x="382" y="230"/>
                      </a:cxn>
                      <a:cxn ang="0">
                        <a:pos x="370" y="267"/>
                      </a:cxn>
                      <a:cxn ang="0">
                        <a:pos x="352" y="299"/>
                      </a:cxn>
                      <a:cxn ang="0">
                        <a:pos x="329" y="328"/>
                      </a:cxn>
                      <a:cxn ang="0">
                        <a:pos x="299" y="352"/>
                      </a:cxn>
                      <a:cxn ang="0">
                        <a:pos x="266" y="370"/>
                      </a:cxn>
                      <a:cxn ang="0">
                        <a:pos x="229" y="380"/>
                      </a:cxn>
                      <a:cxn ang="0">
                        <a:pos x="193" y="384"/>
                      </a:cxn>
                      <a:cxn ang="0">
                        <a:pos x="154" y="380"/>
                      </a:cxn>
                      <a:cxn ang="0">
                        <a:pos x="120" y="370"/>
                      </a:cxn>
                      <a:cxn ang="0">
                        <a:pos x="85" y="352"/>
                      </a:cxn>
                      <a:cxn ang="0">
                        <a:pos x="56" y="328"/>
                      </a:cxn>
                      <a:cxn ang="0">
                        <a:pos x="32" y="299"/>
                      </a:cxn>
                      <a:cxn ang="0">
                        <a:pos x="16" y="267"/>
                      </a:cxn>
                      <a:cxn ang="0">
                        <a:pos x="4" y="230"/>
                      </a:cxn>
                      <a:cxn ang="0">
                        <a:pos x="0" y="191"/>
                      </a:cxn>
                    </a:cxnLst>
                    <a:pathLst>
                      <a:path w="384" h="384">
                        <a:moveTo>
                          <a:pt x="0" y="191"/>
                        </a:moveTo>
                        <a:lnTo>
                          <a:pt x="4" y="155"/>
                        </a:lnTo>
                        <a:lnTo>
                          <a:pt x="16" y="118"/>
                        </a:lnTo>
                        <a:lnTo>
                          <a:pt x="32" y="86"/>
                        </a:lnTo>
                        <a:lnTo>
                          <a:pt x="56" y="57"/>
                        </a:lnTo>
                        <a:lnTo>
                          <a:pt x="85" y="33"/>
                        </a:lnTo>
                        <a:lnTo>
                          <a:pt x="120" y="15"/>
                        </a:lnTo>
                        <a:lnTo>
                          <a:pt x="154" y="4"/>
                        </a:lnTo>
                        <a:lnTo>
                          <a:pt x="193" y="0"/>
                        </a:lnTo>
                        <a:lnTo>
                          <a:pt x="229" y="4"/>
                        </a:lnTo>
                        <a:lnTo>
                          <a:pt x="266" y="15"/>
                        </a:lnTo>
                        <a:lnTo>
                          <a:pt x="299" y="33"/>
                        </a:lnTo>
                        <a:lnTo>
                          <a:pt x="329" y="57"/>
                        </a:lnTo>
                        <a:lnTo>
                          <a:pt x="352" y="86"/>
                        </a:lnTo>
                        <a:lnTo>
                          <a:pt x="370" y="118"/>
                        </a:lnTo>
                        <a:lnTo>
                          <a:pt x="382" y="155"/>
                        </a:lnTo>
                        <a:lnTo>
                          <a:pt x="384" y="191"/>
                        </a:lnTo>
                        <a:lnTo>
                          <a:pt x="382" y="230"/>
                        </a:lnTo>
                        <a:lnTo>
                          <a:pt x="370" y="267"/>
                        </a:lnTo>
                        <a:lnTo>
                          <a:pt x="352" y="299"/>
                        </a:lnTo>
                        <a:lnTo>
                          <a:pt x="329" y="328"/>
                        </a:lnTo>
                        <a:lnTo>
                          <a:pt x="299" y="352"/>
                        </a:lnTo>
                        <a:lnTo>
                          <a:pt x="266" y="370"/>
                        </a:lnTo>
                        <a:lnTo>
                          <a:pt x="229" y="380"/>
                        </a:lnTo>
                        <a:lnTo>
                          <a:pt x="193" y="384"/>
                        </a:lnTo>
                        <a:lnTo>
                          <a:pt x="154" y="380"/>
                        </a:lnTo>
                        <a:lnTo>
                          <a:pt x="120" y="370"/>
                        </a:lnTo>
                        <a:lnTo>
                          <a:pt x="85" y="352"/>
                        </a:lnTo>
                        <a:lnTo>
                          <a:pt x="56" y="328"/>
                        </a:lnTo>
                        <a:lnTo>
                          <a:pt x="32" y="299"/>
                        </a:lnTo>
                        <a:lnTo>
                          <a:pt x="16" y="267"/>
                        </a:lnTo>
                        <a:lnTo>
                          <a:pt x="4" y="230"/>
                        </a:lnTo>
                        <a:lnTo>
                          <a:pt x="0" y="191"/>
                        </a:lnTo>
                        <a:close/>
                      </a:path>
                    </a:pathLst>
                  </a:custGeom>
                  <a:noFill/>
                  <a:ln w="19050" cap="flat" cmpd="sng">
                    <a:solidFill>
                      <a:srgbClr val="6A3535">
                        <a:alpha val="100000"/>
                      </a:srgbClr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</p:spPr>
                <p:txBody>
                  <a:bodyPr/>
                  <a:p>
                    <a:endParaRPr lang="zh-CN" altLang="en-US"/>
                  </a:p>
                </p:txBody>
              </p:sp>
              <p:sp>
                <p:nvSpPr>
                  <p:cNvPr id="216184" name="Rectangle 307"/>
                  <p:cNvSpPr/>
                  <p:nvPr/>
                </p:nvSpPr>
                <p:spPr>
                  <a:xfrm>
                    <a:off x="1773" y="1896"/>
                    <a:ext cx="216" cy="121"/>
                  </a:xfrm>
                  <a:prstGeom prst="rect">
                    <a:avLst/>
                  </a:prstGeom>
                  <a:noFill/>
                  <a:ln w="9525">
                    <a:noFill/>
                  </a:ln>
                </p:spPr>
                <p:txBody>
                  <a:bodyPr wrap="none" lIns="0" tIns="0" rIns="0" bIns="0">
                    <a:spAutoFit/>
                  </a:bodyPr>
                  <a:lstStyle>
                    <a:lvl1pPr marL="342900" indent="-342900" algn="l" rtl="0" eaLnBrk="0" fontAlgn="base" hangingPunct="0">
                      <a:lnSpc>
                        <a:spcPct val="130000"/>
                      </a:lnSpc>
                      <a:spcBef>
                        <a:spcPct val="20000"/>
                      </a:spcBef>
                      <a:spcAft>
                        <a:spcPct val="0"/>
                      </a:spcAft>
                      <a:defRPr sz="2400">
                        <a:solidFill>
                          <a:srgbClr val="0000FF"/>
                        </a:solidFill>
                        <a:latin typeface="Times New Roman" panose="02020603050405020304" pitchFamily="18" charset="0"/>
                        <a:ea typeface="+mn-ea"/>
                        <a:cs typeface="+mn-cs"/>
                      </a:defRPr>
                    </a:lvl1pPr>
                    <a:lvl2pPr marL="742950" indent="-285750" algn="l" rtl="0" eaLnBrk="0" fontAlgn="base" hangingPunct="0">
                      <a:lnSpc>
                        <a:spcPct val="130000"/>
                      </a:lnSpc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0000CC"/>
                      </a:buClr>
                      <a:buSzPct val="80000"/>
                      <a:buFont typeface="Wingdings" panose="05000000000000000000" pitchFamily="2" charset="2"/>
                      <a:buChar char="o"/>
                      <a:defRPr sz="3000" b="1">
                        <a:solidFill>
                          <a:srgbClr val="0000FF"/>
                        </a:solidFill>
                        <a:latin typeface="Arial Narrow" panose="020B0606020202030204" pitchFamily="34" charset="0"/>
                        <a:ea typeface="楷体_GB2312" charset="-122"/>
                        <a:cs typeface="楷体_GB2312" charset="-122"/>
                      </a:defRPr>
                    </a:lvl2pPr>
                    <a:lvl3pPr marL="1143000" indent="-228600" algn="l" rtl="0" eaLnBrk="0" fontAlgn="base" hangingPunct="0">
                      <a:lnSpc>
                        <a:spcPct val="130000"/>
                      </a:lnSpc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0000CC"/>
                      </a:buClr>
                      <a:buSzPct val="80000"/>
                      <a:buFont typeface="Wingdings" panose="05000000000000000000" pitchFamily="2" charset="2"/>
                      <a:buChar char="n"/>
                      <a:defRPr sz="3000" b="1">
                        <a:solidFill>
                          <a:srgbClr val="0000FF"/>
                        </a:solidFill>
                        <a:latin typeface="Arial Narrow" panose="020B0606020202030204" pitchFamily="34" charset="0"/>
                        <a:ea typeface="楷体_GB2312" charset="-122"/>
                        <a:cs typeface="楷体_GB2312" charset="-122"/>
                      </a:defRPr>
                    </a:lvl3pPr>
                    <a:lvl4pPr marL="1600200" indent="-228600" algn="l" rtl="0" eaLnBrk="0" fontAlgn="base" hangingPunct="0">
                      <a:lnSpc>
                        <a:spcPct val="130000"/>
                      </a:lnSpc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0000CC"/>
                      </a:buClr>
                      <a:buSzPct val="80000"/>
                      <a:buFont typeface="Wingdings" panose="05000000000000000000" pitchFamily="2" charset="2"/>
                      <a:buChar char="o"/>
                      <a:defRPr sz="2800" b="1">
                        <a:solidFill>
                          <a:srgbClr val="0000FF"/>
                        </a:solidFill>
                        <a:latin typeface="Arial Narrow" panose="020B0606020202030204" pitchFamily="34" charset="0"/>
                        <a:ea typeface="楷体_GB2312" charset="-122"/>
                        <a:cs typeface="楷体_GB2312" charset="-122"/>
                      </a:defRPr>
                    </a:lvl4pPr>
                    <a:lvl5pPr marL="2057400" indent="-228600" algn="l" rtl="0" eaLnBrk="0" fontAlgn="base" hangingPunct="0">
                      <a:lnSpc>
                        <a:spcPct val="130000"/>
                      </a:lnSpc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0000CC"/>
                      </a:buClr>
                      <a:buSzPct val="80000"/>
                      <a:buFont typeface="Wingdings" panose="05000000000000000000" pitchFamily="2" charset="2"/>
                      <a:buChar char="o"/>
                      <a:defRPr sz="2800" b="1">
                        <a:solidFill>
                          <a:srgbClr val="0000FF"/>
                        </a:solidFill>
                        <a:latin typeface="Arial Narrow" panose="020B0606020202030204" pitchFamily="34" charset="0"/>
                        <a:ea typeface="楷体_GB2312" charset="-122"/>
                        <a:cs typeface="楷体_GB2312" charset="-122"/>
                      </a:defRPr>
                    </a:lvl5pPr>
                  </a:lstStyle>
                  <a:p>
                    <a:pPr marL="0" lvl="0" indent="0">
                      <a:lnSpc>
                        <a:spcPct val="70000"/>
                      </a:lnSpc>
                      <a:spcBef>
                        <a:spcPct val="0"/>
                      </a:spcBef>
                    </a:pPr>
                    <a:r>
                      <a:rPr lang="en-US" altLang="zh-CN" sz="1800" b="1" dirty="0">
                        <a:solidFill>
                          <a:srgbClr val="000000"/>
                        </a:solidFill>
                      </a:rPr>
                      <a:t>010</a:t>
                    </a:r>
                    <a:endParaRPr lang="en-US" altLang="zh-CN" sz="1800" b="1" dirty="0">
                      <a:solidFill>
                        <a:srgbClr val="FFFFFF"/>
                      </a:solidFill>
                      <a:ea typeface="楷体_GB2312" charset="-122"/>
                    </a:endParaRPr>
                  </a:p>
                </p:txBody>
              </p:sp>
            </p:grpSp>
            <p:grpSp>
              <p:nvGrpSpPr>
                <p:cNvPr id="216180" name="Group 308"/>
                <p:cNvGrpSpPr/>
                <p:nvPr/>
              </p:nvGrpSpPr>
              <p:grpSpPr>
                <a:xfrm>
                  <a:off x="1399" y="1921"/>
                  <a:ext cx="293" cy="47"/>
                  <a:chOff x="4065" y="2273"/>
                  <a:chExt cx="293" cy="47"/>
                </a:xfrm>
              </p:grpSpPr>
              <p:sp>
                <p:nvSpPr>
                  <p:cNvPr id="216181" name="Line 309"/>
                  <p:cNvSpPr/>
                  <p:nvPr/>
                </p:nvSpPr>
                <p:spPr>
                  <a:xfrm flipH="1">
                    <a:off x="4065" y="2295"/>
                    <a:ext cx="287" cy="0"/>
                  </a:xfrm>
                  <a:prstGeom prst="line">
                    <a:avLst/>
                  </a:prstGeom>
                  <a:ln w="6350" cap="flat" cmpd="sng">
                    <a:solidFill>
                      <a:srgbClr val="000000"/>
                    </a:solidFill>
                    <a:prstDash val="solid"/>
                    <a:headEnd type="none" w="med" len="med"/>
                    <a:tailEnd type="none" w="med" len="med"/>
                  </a:ln>
                </p:spPr>
              </p:sp>
              <p:sp>
                <p:nvSpPr>
                  <p:cNvPr id="216182" name="Freeform 310"/>
                  <p:cNvSpPr/>
                  <p:nvPr/>
                </p:nvSpPr>
                <p:spPr>
                  <a:xfrm>
                    <a:off x="4231" y="2273"/>
                    <a:ext cx="127" cy="47"/>
                  </a:xfrm>
                  <a:custGeom>
                    <a:avLst/>
                    <a:gdLst/>
                    <a:ahLst/>
                    <a:cxnLst>
                      <a:cxn ang="0">
                        <a:pos x="0" y="47"/>
                      </a:cxn>
                      <a:cxn ang="0">
                        <a:pos x="25" y="22"/>
                      </a:cxn>
                      <a:cxn ang="0">
                        <a:pos x="0" y="0"/>
                      </a:cxn>
                      <a:cxn ang="0">
                        <a:pos x="127" y="22"/>
                      </a:cxn>
                      <a:cxn ang="0">
                        <a:pos x="0" y="47"/>
                      </a:cxn>
                    </a:cxnLst>
                    <a:pathLst>
                      <a:path w="127" h="47">
                        <a:moveTo>
                          <a:pt x="0" y="47"/>
                        </a:moveTo>
                        <a:lnTo>
                          <a:pt x="25" y="22"/>
                        </a:lnTo>
                        <a:lnTo>
                          <a:pt x="0" y="0"/>
                        </a:lnTo>
                        <a:lnTo>
                          <a:pt x="127" y="22"/>
                        </a:lnTo>
                        <a:lnTo>
                          <a:pt x="0" y="47"/>
                        </a:lnTo>
                        <a:close/>
                      </a:path>
                    </a:pathLst>
                  </a:custGeom>
                  <a:solidFill>
                    <a:srgbClr val="000000">
                      <a:alpha val="100000"/>
                    </a:srgbClr>
                  </a:solidFill>
                  <a:ln w="6350" cap="flat" cmpd="sng">
                    <a:solidFill>
                      <a:srgbClr val="000000">
                        <a:alpha val="100000"/>
                      </a:srgbClr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</p:spPr>
                <p:txBody>
                  <a:bodyPr/>
                  <a:p>
                    <a:endParaRPr lang="zh-CN" altLang="en-US"/>
                  </a:p>
                </p:txBody>
              </p:sp>
            </p:grpSp>
          </p:grpSp>
          <p:grpSp>
            <p:nvGrpSpPr>
              <p:cNvPr id="216152" name="Group 343"/>
              <p:cNvGrpSpPr/>
              <p:nvPr/>
            </p:nvGrpSpPr>
            <p:grpSpPr>
              <a:xfrm>
                <a:off x="3286125" y="2781300"/>
                <a:ext cx="1069975" cy="609600"/>
                <a:chOff x="2070" y="1752"/>
                <a:chExt cx="674" cy="384"/>
              </a:xfrm>
            </p:grpSpPr>
            <p:grpSp>
              <p:nvGrpSpPr>
                <p:cNvPr id="216174" name="Group 342"/>
                <p:cNvGrpSpPr/>
                <p:nvPr/>
              </p:nvGrpSpPr>
              <p:grpSpPr>
                <a:xfrm>
                  <a:off x="2359" y="1752"/>
                  <a:ext cx="385" cy="384"/>
                  <a:chOff x="2359" y="1752"/>
                  <a:chExt cx="385" cy="384"/>
                </a:xfrm>
              </p:grpSpPr>
              <p:sp>
                <p:nvSpPr>
                  <p:cNvPr id="216177" name="Freeform 295"/>
                  <p:cNvSpPr/>
                  <p:nvPr/>
                </p:nvSpPr>
                <p:spPr>
                  <a:xfrm>
                    <a:off x="2359" y="1752"/>
                    <a:ext cx="385" cy="384"/>
                  </a:xfrm>
                  <a:custGeom>
                    <a:avLst/>
                    <a:gdLst/>
                    <a:ahLst/>
                    <a:cxnLst>
                      <a:cxn ang="0">
                        <a:pos x="0" y="191"/>
                      </a:cxn>
                      <a:cxn ang="0">
                        <a:pos x="4" y="155"/>
                      </a:cxn>
                      <a:cxn ang="0">
                        <a:pos x="14" y="118"/>
                      </a:cxn>
                      <a:cxn ang="0">
                        <a:pos x="33" y="86"/>
                      </a:cxn>
                      <a:cxn ang="0">
                        <a:pos x="57" y="57"/>
                      </a:cxn>
                      <a:cxn ang="0">
                        <a:pos x="86" y="33"/>
                      </a:cxn>
                      <a:cxn ang="0">
                        <a:pos x="118" y="15"/>
                      </a:cxn>
                      <a:cxn ang="0">
                        <a:pos x="155" y="4"/>
                      </a:cxn>
                      <a:cxn ang="0">
                        <a:pos x="193" y="0"/>
                      </a:cxn>
                      <a:cxn ang="0">
                        <a:pos x="230" y="4"/>
                      </a:cxn>
                      <a:cxn ang="0">
                        <a:pos x="267" y="15"/>
                      </a:cxn>
                      <a:cxn ang="0">
                        <a:pos x="299" y="33"/>
                      </a:cxn>
                      <a:cxn ang="0">
                        <a:pos x="328" y="57"/>
                      </a:cxn>
                      <a:cxn ang="0">
                        <a:pos x="352" y="86"/>
                      </a:cxn>
                      <a:cxn ang="0">
                        <a:pos x="370" y="118"/>
                      </a:cxn>
                      <a:cxn ang="0">
                        <a:pos x="381" y="155"/>
                      </a:cxn>
                      <a:cxn ang="0">
                        <a:pos x="385" y="191"/>
                      </a:cxn>
                      <a:cxn ang="0">
                        <a:pos x="381" y="230"/>
                      </a:cxn>
                      <a:cxn ang="0">
                        <a:pos x="370" y="267"/>
                      </a:cxn>
                      <a:cxn ang="0">
                        <a:pos x="352" y="299"/>
                      </a:cxn>
                      <a:cxn ang="0">
                        <a:pos x="328" y="328"/>
                      </a:cxn>
                      <a:cxn ang="0">
                        <a:pos x="299" y="352"/>
                      </a:cxn>
                      <a:cxn ang="0">
                        <a:pos x="267" y="370"/>
                      </a:cxn>
                      <a:cxn ang="0">
                        <a:pos x="230" y="380"/>
                      </a:cxn>
                      <a:cxn ang="0">
                        <a:pos x="193" y="384"/>
                      </a:cxn>
                      <a:cxn ang="0">
                        <a:pos x="155" y="380"/>
                      </a:cxn>
                      <a:cxn ang="0">
                        <a:pos x="118" y="370"/>
                      </a:cxn>
                      <a:cxn ang="0">
                        <a:pos x="86" y="352"/>
                      </a:cxn>
                      <a:cxn ang="0">
                        <a:pos x="57" y="328"/>
                      </a:cxn>
                      <a:cxn ang="0">
                        <a:pos x="33" y="299"/>
                      </a:cxn>
                      <a:cxn ang="0">
                        <a:pos x="14" y="267"/>
                      </a:cxn>
                      <a:cxn ang="0">
                        <a:pos x="4" y="230"/>
                      </a:cxn>
                      <a:cxn ang="0">
                        <a:pos x="0" y="191"/>
                      </a:cxn>
                    </a:cxnLst>
                    <a:pathLst>
                      <a:path w="385" h="384">
                        <a:moveTo>
                          <a:pt x="0" y="191"/>
                        </a:moveTo>
                        <a:lnTo>
                          <a:pt x="4" y="155"/>
                        </a:lnTo>
                        <a:lnTo>
                          <a:pt x="14" y="118"/>
                        </a:lnTo>
                        <a:lnTo>
                          <a:pt x="33" y="86"/>
                        </a:lnTo>
                        <a:lnTo>
                          <a:pt x="57" y="57"/>
                        </a:lnTo>
                        <a:lnTo>
                          <a:pt x="86" y="33"/>
                        </a:lnTo>
                        <a:lnTo>
                          <a:pt x="118" y="15"/>
                        </a:lnTo>
                        <a:lnTo>
                          <a:pt x="155" y="4"/>
                        </a:lnTo>
                        <a:lnTo>
                          <a:pt x="193" y="0"/>
                        </a:lnTo>
                        <a:lnTo>
                          <a:pt x="230" y="4"/>
                        </a:lnTo>
                        <a:lnTo>
                          <a:pt x="267" y="15"/>
                        </a:lnTo>
                        <a:lnTo>
                          <a:pt x="299" y="33"/>
                        </a:lnTo>
                        <a:lnTo>
                          <a:pt x="328" y="57"/>
                        </a:lnTo>
                        <a:lnTo>
                          <a:pt x="352" y="86"/>
                        </a:lnTo>
                        <a:lnTo>
                          <a:pt x="370" y="118"/>
                        </a:lnTo>
                        <a:lnTo>
                          <a:pt x="381" y="155"/>
                        </a:lnTo>
                        <a:lnTo>
                          <a:pt x="385" y="191"/>
                        </a:lnTo>
                        <a:lnTo>
                          <a:pt x="381" y="230"/>
                        </a:lnTo>
                        <a:lnTo>
                          <a:pt x="370" y="267"/>
                        </a:lnTo>
                        <a:lnTo>
                          <a:pt x="352" y="299"/>
                        </a:lnTo>
                        <a:lnTo>
                          <a:pt x="328" y="328"/>
                        </a:lnTo>
                        <a:lnTo>
                          <a:pt x="299" y="352"/>
                        </a:lnTo>
                        <a:lnTo>
                          <a:pt x="267" y="370"/>
                        </a:lnTo>
                        <a:lnTo>
                          <a:pt x="230" y="380"/>
                        </a:lnTo>
                        <a:lnTo>
                          <a:pt x="193" y="384"/>
                        </a:lnTo>
                        <a:lnTo>
                          <a:pt x="155" y="380"/>
                        </a:lnTo>
                        <a:lnTo>
                          <a:pt x="118" y="370"/>
                        </a:lnTo>
                        <a:lnTo>
                          <a:pt x="86" y="352"/>
                        </a:lnTo>
                        <a:lnTo>
                          <a:pt x="57" y="328"/>
                        </a:lnTo>
                        <a:lnTo>
                          <a:pt x="33" y="299"/>
                        </a:lnTo>
                        <a:lnTo>
                          <a:pt x="14" y="267"/>
                        </a:lnTo>
                        <a:lnTo>
                          <a:pt x="4" y="230"/>
                        </a:lnTo>
                        <a:lnTo>
                          <a:pt x="0" y="191"/>
                        </a:lnTo>
                        <a:close/>
                      </a:path>
                    </a:pathLst>
                  </a:custGeom>
                  <a:noFill/>
                  <a:ln w="19050" cap="flat" cmpd="sng">
                    <a:solidFill>
                      <a:srgbClr val="6A3535">
                        <a:alpha val="100000"/>
                      </a:srgbClr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</p:spPr>
                <p:txBody>
                  <a:bodyPr/>
                  <a:p>
                    <a:endParaRPr lang="zh-CN" altLang="en-US"/>
                  </a:p>
                </p:txBody>
              </p:sp>
              <p:sp>
                <p:nvSpPr>
                  <p:cNvPr id="216178" name="Rectangle 296"/>
                  <p:cNvSpPr/>
                  <p:nvPr/>
                </p:nvSpPr>
                <p:spPr>
                  <a:xfrm>
                    <a:off x="2441" y="1890"/>
                    <a:ext cx="216" cy="121"/>
                  </a:xfrm>
                  <a:prstGeom prst="rect">
                    <a:avLst/>
                  </a:prstGeom>
                  <a:noFill/>
                  <a:ln w="9525">
                    <a:noFill/>
                  </a:ln>
                </p:spPr>
                <p:txBody>
                  <a:bodyPr wrap="none" lIns="0" tIns="0" rIns="0" bIns="0">
                    <a:spAutoFit/>
                  </a:bodyPr>
                  <a:lstStyle>
                    <a:lvl1pPr marL="342900" indent="-342900" algn="l" rtl="0" eaLnBrk="0" fontAlgn="base" hangingPunct="0">
                      <a:lnSpc>
                        <a:spcPct val="130000"/>
                      </a:lnSpc>
                      <a:spcBef>
                        <a:spcPct val="20000"/>
                      </a:spcBef>
                      <a:spcAft>
                        <a:spcPct val="0"/>
                      </a:spcAft>
                      <a:defRPr sz="2400">
                        <a:solidFill>
                          <a:srgbClr val="0000FF"/>
                        </a:solidFill>
                        <a:latin typeface="Times New Roman" panose="02020603050405020304" pitchFamily="18" charset="0"/>
                        <a:ea typeface="+mn-ea"/>
                        <a:cs typeface="+mn-cs"/>
                      </a:defRPr>
                    </a:lvl1pPr>
                    <a:lvl2pPr marL="742950" indent="-285750" algn="l" rtl="0" eaLnBrk="0" fontAlgn="base" hangingPunct="0">
                      <a:lnSpc>
                        <a:spcPct val="130000"/>
                      </a:lnSpc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0000CC"/>
                      </a:buClr>
                      <a:buSzPct val="80000"/>
                      <a:buFont typeface="Wingdings" panose="05000000000000000000" pitchFamily="2" charset="2"/>
                      <a:buChar char="o"/>
                      <a:defRPr sz="3000" b="1">
                        <a:solidFill>
                          <a:srgbClr val="0000FF"/>
                        </a:solidFill>
                        <a:latin typeface="Arial Narrow" panose="020B0606020202030204" pitchFamily="34" charset="0"/>
                        <a:ea typeface="楷体_GB2312" charset="-122"/>
                        <a:cs typeface="楷体_GB2312" charset="-122"/>
                      </a:defRPr>
                    </a:lvl2pPr>
                    <a:lvl3pPr marL="1143000" indent="-228600" algn="l" rtl="0" eaLnBrk="0" fontAlgn="base" hangingPunct="0">
                      <a:lnSpc>
                        <a:spcPct val="130000"/>
                      </a:lnSpc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0000CC"/>
                      </a:buClr>
                      <a:buSzPct val="80000"/>
                      <a:buFont typeface="Wingdings" panose="05000000000000000000" pitchFamily="2" charset="2"/>
                      <a:buChar char="n"/>
                      <a:defRPr sz="3000" b="1">
                        <a:solidFill>
                          <a:srgbClr val="0000FF"/>
                        </a:solidFill>
                        <a:latin typeface="Arial Narrow" panose="020B0606020202030204" pitchFamily="34" charset="0"/>
                        <a:ea typeface="楷体_GB2312" charset="-122"/>
                        <a:cs typeface="楷体_GB2312" charset="-122"/>
                      </a:defRPr>
                    </a:lvl3pPr>
                    <a:lvl4pPr marL="1600200" indent="-228600" algn="l" rtl="0" eaLnBrk="0" fontAlgn="base" hangingPunct="0">
                      <a:lnSpc>
                        <a:spcPct val="130000"/>
                      </a:lnSpc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0000CC"/>
                      </a:buClr>
                      <a:buSzPct val="80000"/>
                      <a:buFont typeface="Wingdings" panose="05000000000000000000" pitchFamily="2" charset="2"/>
                      <a:buChar char="o"/>
                      <a:defRPr sz="2800" b="1">
                        <a:solidFill>
                          <a:srgbClr val="0000FF"/>
                        </a:solidFill>
                        <a:latin typeface="Arial Narrow" panose="020B0606020202030204" pitchFamily="34" charset="0"/>
                        <a:ea typeface="楷体_GB2312" charset="-122"/>
                        <a:cs typeface="楷体_GB2312" charset="-122"/>
                      </a:defRPr>
                    </a:lvl4pPr>
                    <a:lvl5pPr marL="2057400" indent="-228600" algn="l" rtl="0" eaLnBrk="0" fontAlgn="base" hangingPunct="0">
                      <a:lnSpc>
                        <a:spcPct val="130000"/>
                      </a:lnSpc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0000CC"/>
                      </a:buClr>
                      <a:buSzPct val="80000"/>
                      <a:buFont typeface="Wingdings" panose="05000000000000000000" pitchFamily="2" charset="2"/>
                      <a:buChar char="o"/>
                      <a:defRPr sz="2800" b="1">
                        <a:solidFill>
                          <a:srgbClr val="0000FF"/>
                        </a:solidFill>
                        <a:latin typeface="Arial Narrow" panose="020B0606020202030204" pitchFamily="34" charset="0"/>
                        <a:ea typeface="楷体_GB2312" charset="-122"/>
                        <a:cs typeface="楷体_GB2312" charset="-122"/>
                      </a:defRPr>
                    </a:lvl5pPr>
                  </a:lstStyle>
                  <a:p>
                    <a:pPr marL="0" lvl="0" indent="0">
                      <a:lnSpc>
                        <a:spcPct val="70000"/>
                      </a:lnSpc>
                      <a:spcBef>
                        <a:spcPct val="0"/>
                      </a:spcBef>
                    </a:pPr>
                    <a:r>
                      <a:rPr lang="en-US" altLang="zh-CN" sz="1800" b="1" dirty="0">
                        <a:solidFill>
                          <a:srgbClr val="000000"/>
                        </a:solidFill>
                      </a:rPr>
                      <a:t>101</a:t>
                    </a:r>
                    <a:endParaRPr lang="en-US" altLang="zh-CN" sz="1800" b="1" dirty="0">
                      <a:solidFill>
                        <a:srgbClr val="FFFFFF"/>
                      </a:solidFill>
                      <a:ea typeface="楷体_GB2312" charset="-122"/>
                    </a:endParaRPr>
                  </a:p>
                </p:txBody>
              </p:sp>
            </p:grpSp>
            <p:sp>
              <p:nvSpPr>
                <p:cNvPr id="216175" name="Line 311"/>
                <p:cNvSpPr/>
                <p:nvPr/>
              </p:nvSpPr>
              <p:spPr>
                <a:xfrm flipH="1">
                  <a:off x="2070" y="1943"/>
                  <a:ext cx="289" cy="0"/>
                </a:xfrm>
                <a:prstGeom prst="line">
                  <a:avLst/>
                </a:prstGeom>
                <a:ln w="6350" cap="flat" cmpd="sng">
                  <a:solidFill>
                    <a:srgbClr val="000000"/>
                  </a:solidFill>
                  <a:prstDash val="solid"/>
                  <a:headEnd type="none" w="med" len="med"/>
                  <a:tailEnd type="none" w="med" len="med"/>
                </a:ln>
              </p:spPr>
            </p:sp>
            <p:sp>
              <p:nvSpPr>
                <p:cNvPr id="216176" name="Freeform 312"/>
                <p:cNvSpPr/>
                <p:nvPr/>
              </p:nvSpPr>
              <p:spPr>
                <a:xfrm>
                  <a:off x="2070" y="1921"/>
                  <a:ext cx="126" cy="47"/>
                </a:xfrm>
                <a:custGeom>
                  <a:avLst/>
                  <a:gdLst/>
                  <a:ahLst/>
                  <a:cxnLst>
                    <a:cxn ang="0">
                      <a:pos x="126" y="47"/>
                    </a:cxn>
                    <a:cxn ang="0">
                      <a:pos x="104" y="22"/>
                    </a:cxn>
                    <a:cxn ang="0">
                      <a:pos x="126" y="0"/>
                    </a:cxn>
                    <a:cxn ang="0">
                      <a:pos x="0" y="22"/>
                    </a:cxn>
                    <a:cxn ang="0">
                      <a:pos x="126" y="47"/>
                    </a:cxn>
                  </a:cxnLst>
                  <a:pathLst>
                    <a:path w="126" h="47">
                      <a:moveTo>
                        <a:pt x="126" y="47"/>
                      </a:moveTo>
                      <a:lnTo>
                        <a:pt x="104" y="22"/>
                      </a:lnTo>
                      <a:lnTo>
                        <a:pt x="126" y="0"/>
                      </a:lnTo>
                      <a:lnTo>
                        <a:pt x="0" y="22"/>
                      </a:lnTo>
                      <a:lnTo>
                        <a:pt x="126" y="47"/>
                      </a:lnTo>
                      <a:close/>
                    </a:path>
                  </a:pathLst>
                </a:custGeom>
                <a:solidFill>
                  <a:srgbClr val="000000">
                    <a:alpha val="100000"/>
                  </a:srgbClr>
                </a:solidFill>
                <a:ln w="6350" cap="flat" cmpd="sng">
                  <a:solidFill>
                    <a:srgbClr val="000000">
                      <a:alpha val="100000"/>
                    </a:srgbClr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  <p:txBody>
                <a:bodyPr/>
                <a:p>
                  <a:endParaRPr lang="zh-CN" altLang="en-US"/>
                </a:p>
              </p:txBody>
            </p:sp>
          </p:grpSp>
          <p:grpSp>
            <p:nvGrpSpPr>
              <p:cNvPr id="216153" name="Group 339"/>
              <p:cNvGrpSpPr/>
              <p:nvPr/>
            </p:nvGrpSpPr>
            <p:grpSpPr>
              <a:xfrm>
                <a:off x="2405063" y="4324350"/>
                <a:ext cx="73025" cy="387350"/>
                <a:chOff x="1515" y="2724"/>
                <a:chExt cx="46" cy="244"/>
              </a:xfrm>
            </p:grpSpPr>
            <p:sp>
              <p:nvSpPr>
                <p:cNvPr id="216172" name="Line 313"/>
                <p:cNvSpPr/>
                <p:nvPr/>
              </p:nvSpPr>
              <p:spPr>
                <a:xfrm>
                  <a:off x="1539" y="2730"/>
                  <a:ext cx="0" cy="238"/>
                </a:xfrm>
                <a:prstGeom prst="line">
                  <a:avLst/>
                </a:prstGeom>
                <a:ln w="6350" cap="flat" cmpd="sng">
                  <a:solidFill>
                    <a:srgbClr val="000000"/>
                  </a:solidFill>
                  <a:prstDash val="solid"/>
                  <a:headEnd type="none" w="med" len="med"/>
                  <a:tailEnd type="none" w="med" len="med"/>
                </a:ln>
              </p:spPr>
            </p:sp>
            <p:sp>
              <p:nvSpPr>
                <p:cNvPr id="216173" name="Freeform 314"/>
                <p:cNvSpPr/>
                <p:nvPr/>
              </p:nvSpPr>
              <p:spPr>
                <a:xfrm>
                  <a:off x="1515" y="2724"/>
                  <a:ext cx="46" cy="126"/>
                </a:xfrm>
                <a:custGeom>
                  <a:avLst/>
                  <a:gdLst/>
                  <a:ahLst/>
                  <a:cxnLst>
                    <a:cxn ang="0">
                      <a:pos x="46" y="126"/>
                    </a:cxn>
                    <a:cxn ang="0">
                      <a:pos x="24" y="103"/>
                    </a:cxn>
                    <a:cxn ang="0">
                      <a:pos x="0" y="126"/>
                    </a:cxn>
                    <a:cxn ang="0">
                      <a:pos x="24" y="0"/>
                    </a:cxn>
                    <a:cxn ang="0">
                      <a:pos x="46" y="126"/>
                    </a:cxn>
                  </a:cxnLst>
                  <a:pathLst>
                    <a:path w="46" h="126">
                      <a:moveTo>
                        <a:pt x="46" y="126"/>
                      </a:moveTo>
                      <a:lnTo>
                        <a:pt x="24" y="103"/>
                      </a:lnTo>
                      <a:lnTo>
                        <a:pt x="0" y="126"/>
                      </a:lnTo>
                      <a:lnTo>
                        <a:pt x="24" y="0"/>
                      </a:lnTo>
                      <a:lnTo>
                        <a:pt x="46" y="126"/>
                      </a:lnTo>
                      <a:close/>
                    </a:path>
                  </a:pathLst>
                </a:custGeom>
                <a:solidFill>
                  <a:srgbClr val="000000">
                    <a:alpha val="100000"/>
                  </a:srgbClr>
                </a:solidFill>
                <a:ln w="6350" cap="flat" cmpd="sng">
                  <a:solidFill>
                    <a:srgbClr val="000000">
                      <a:alpha val="100000"/>
                    </a:srgbClr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  <p:txBody>
                <a:bodyPr/>
                <a:p>
                  <a:endParaRPr lang="zh-CN" altLang="en-US"/>
                </a:p>
              </p:txBody>
            </p:sp>
          </p:grpSp>
          <p:grpSp>
            <p:nvGrpSpPr>
              <p:cNvPr id="216154" name="Group 345"/>
              <p:cNvGrpSpPr/>
              <p:nvPr/>
            </p:nvGrpSpPr>
            <p:grpSpPr>
              <a:xfrm>
                <a:off x="1684338" y="4995863"/>
                <a:ext cx="465137" cy="74612"/>
                <a:chOff x="1061" y="3147"/>
                <a:chExt cx="293" cy="47"/>
              </a:xfrm>
            </p:grpSpPr>
            <p:sp>
              <p:nvSpPr>
                <p:cNvPr id="216170" name="Line 315"/>
                <p:cNvSpPr/>
                <p:nvPr/>
              </p:nvSpPr>
              <p:spPr>
                <a:xfrm flipH="1">
                  <a:off x="1061" y="3170"/>
                  <a:ext cx="289" cy="0"/>
                </a:xfrm>
                <a:prstGeom prst="line">
                  <a:avLst/>
                </a:prstGeom>
                <a:ln w="6350" cap="flat" cmpd="sng">
                  <a:solidFill>
                    <a:srgbClr val="000000"/>
                  </a:solidFill>
                  <a:prstDash val="solid"/>
                  <a:headEnd type="none" w="med" len="med"/>
                  <a:tailEnd type="none" w="med" len="med"/>
                </a:ln>
              </p:spPr>
            </p:sp>
            <p:sp>
              <p:nvSpPr>
                <p:cNvPr id="216171" name="Freeform 316"/>
                <p:cNvSpPr/>
                <p:nvPr/>
              </p:nvSpPr>
              <p:spPr>
                <a:xfrm>
                  <a:off x="1230" y="3147"/>
                  <a:ext cx="124" cy="47"/>
                </a:xfrm>
                <a:custGeom>
                  <a:avLst/>
                  <a:gdLst/>
                  <a:ahLst/>
                  <a:cxnLst>
                    <a:cxn ang="0">
                      <a:pos x="0" y="47"/>
                    </a:cxn>
                    <a:cxn ang="0">
                      <a:pos x="22" y="23"/>
                    </a:cxn>
                    <a:cxn ang="0">
                      <a:pos x="0" y="0"/>
                    </a:cxn>
                    <a:cxn ang="0">
                      <a:pos x="124" y="23"/>
                    </a:cxn>
                    <a:cxn ang="0">
                      <a:pos x="0" y="47"/>
                    </a:cxn>
                  </a:cxnLst>
                  <a:pathLst>
                    <a:path w="124" h="47">
                      <a:moveTo>
                        <a:pt x="0" y="47"/>
                      </a:moveTo>
                      <a:lnTo>
                        <a:pt x="22" y="23"/>
                      </a:lnTo>
                      <a:lnTo>
                        <a:pt x="0" y="0"/>
                      </a:lnTo>
                      <a:lnTo>
                        <a:pt x="124" y="23"/>
                      </a:lnTo>
                      <a:lnTo>
                        <a:pt x="0" y="47"/>
                      </a:lnTo>
                      <a:close/>
                    </a:path>
                  </a:pathLst>
                </a:custGeom>
                <a:solidFill>
                  <a:srgbClr val="000000">
                    <a:alpha val="100000"/>
                  </a:srgbClr>
                </a:solidFill>
                <a:ln w="6350" cap="flat" cmpd="sng">
                  <a:solidFill>
                    <a:srgbClr val="000000">
                      <a:alpha val="100000"/>
                    </a:srgbClr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  <p:txBody>
                <a:bodyPr/>
                <a:p>
                  <a:endParaRPr lang="zh-CN" altLang="en-US"/>
                </a:p>
              </p:txBody>
            </p:sp>
          </p:grpSp>
          <p:grpSp>
            <p:nvGrpSpPr>
              <p:cNvPr id="216155" name="Group 338"/>
              <p:cNvGrpSpPr/>
              <p:nvPr/>
            </p:nvGrpSpPr>
            <p:grpSpPr>
              <a:xfrm>
                <a:off x="2139950" y="4716463"/>
                <a:ext cx="1071563" cy="609600"/>
                <a:chOff x="1348" y="2971"/>
                <a:chExt cx="675" cy="384"/>
              </a:xfrm>
            </p:grpSpPr>
            <p:sp>
              <p:nvSpPr>
                <p:cNvPr id="216165" name="Freeform 317"/>
                <p:cNvSpPr/>
                <p:nvPr/>
              </p:nvSpPr>
              <p:spPr>
                <a:xfrm>
                  <a:off x="1348" y="2971"/>
                  <a:ext cx="384" cy="384"/>
                </a:xfrm>
                <a:custGeom>
                  <a:avLst/>
                  <a:gdLst/>
                  <a:ahLst/>
                  <a:cxnLst>
                    <a:cxn ang="0">
                      <a:pos x="0" y="191"/>
                    </a:cxn>
                    <a:cxn ang="0">
                      <a:pos x="4" y="154"/>
                    </a:cxn>
                    <a:cxn ang="0">
                      <a:pos x="14" y="118"/>
                    </a:cxn>
                    <a:cxn ang="0">
                      <a:pos x="32" y="85"/>
                    </a:cxn>
                    <a:cxn ang="0">
                      <a:pos x="57" y="57"/>
                    </a:cxn>
                    <a:cxn ang="0">
                      <a:pos x="85" y="32"/>
                    </a:cxn>
                    <a:cxn ang="0">
                      <a:pos x="118" y="14"/>
                    </a:cxn>
                    <a:cxn ang="0">
                      <a:pos x="154" y="4"/>
                    </a:cxn>
                    <a:cxn ang="0">
                      <a:pos x="193" y="0"/>
                    </a:cxn>
                    <a:cxn ang="0">
                      <a:pos x="230" y="4"/>
                    </a:cxn>
                    <a:cxn ang="0">
                      <a:pos x="266" y="14"/>
                    </a:cxn>
                    <a:cxn ang="0">
                      <a:pos x="299" y="32"/>
                    </a:cxn>
                    <a:cxn ang="0">
                      <a:pos x="327" y="57"/>
                    </a:cxn>
                    <a:cxn ang="0">
                      <a:pos x="352" y="85"/>
                    </a:cxn>
                    <a:cxn ang="0">
                      <a:pos x="370" y="118"/>
                    </a:cxn>
                    <a:cxn ang="0">
                      <a:pos x="380" y="154"/>
                    </a:cxn>
                    <a:cxn ang="0">
                      <a:pos x="384" y="191"/>
                    </a:cxn>
                    <a:cxn ang="0">
                      <a:pos x="380" y="229"/>
                    </a:cxn>
                    <a:cxn ang="0">
                      <a:pos x="370" y="266"/>
                    </a:cxn>
                    <a:cxn ang="0">
                      <a:pos x="352" y="298"/>
                    </a:cxn>
                    <a:cxn ang="0">
                      <a:pos x="327" y="327"/>
                    </a:cxn>
                    <a:cxn ang="0">
                      <a:pos x="299" y="351"/>
                    </a:cxn>
                    <a:cxn ang="0">
                      <a:pos x="266" y="370"/>
                    </a:cxn>
                    <a:cxn ang="0">
                      <a:pos x="230" y="380"/>
                    </a:cxn>
                    <a:cxn ang="0">
                      <a:pos x="193" y="384"/>
                    </a:cxn>
                    <a:cxn ang="0">
                      <a:pos x="154" y="380"/>
                    </a:cxn>
                    <a:cxn ang="0">
                      <a:pos x="118" y="370"/>
                    </a:cxn>
                    <a:cxn ang="0">
                      <a:pos x="85" y="351"/>
                    </a:cxn>
                    <a:cxn ang="0">
                      <a:pos x="57" y="327"/>
                    </a:cxn>
                    <a:cxn ang="0">
                      <a:pos x="32" y="298"/>
                    </a:cxn>
                    <a:cxn ang="0">
                      <a:pos x="14" y="266"/>
                    </a:cxn>
                    <a:cxn ang="0">
                      <a:pos x="4" y="229"/>
                    </a:cxn>
                    <a:cxn ang="0">
                      <a:pos x="0" y="191"/>
                    </a:cxn>
                  </a:cxnLst>
                  <a:pathLst>
                    <a:path w="384" h="384">
                      <a:moveTo>
                        <a:pt x="0" y="191"/>
                      </a:moveTo>
                      <a:lnTo>
                        <a:pt x="4" y="154"/>
                      </a:lnTo>
                      <a:lnTo>
                        <a:pt x="14" y="118"/>
                      </a:lnTo>
                      <a:lnTo>
                        <a:pt x="32" y="85"/>
                      </a:lnTo>
                      <a:lnTo>
                        <a:pt x="57" y="57"/>
                      </a:lnTo>
                      <a:lnTo>
                        <a:pt x="85" y="32"/>
                      </a:lnTo>
                      <a:lnTo>
                        <a:pt x="118" y="14"/>
                      </a:lnTo>
                      <a:lnTo>
                        <a:pt x="154" y="4"/>
                      </a:lnTo>
                      <a:lnTo>
                        <a:pt x="193" y="0"/>
                      </a:lnTo>
                      <a:lnTo>
                        <a:pt x="230" y="4"/>
                      </a:lnTo>
                      <a:lnTo>
                        <a:pt x="266" y="14"/>
                      </a:lnTo>
                      <a:lnTo>
                        <a:pt x="299" y="32"/>
                      </a:lnTo>
                      <a:lnTo>
                        <a:pt x="327" y="57"/>
                      </a:lnTo>
                      <a:lnTo>
                        <a:pt x="352" y="85"/>
                      </a:lnTo>
                      <a:lnTo>
                        <a:pt x="370" y="118"/>
                      </a:lnTo>
                      <a:lnTo>
                        <a:pt x="380" y="154"/>
                      </a:lnTo>
                      <a:lnTo>
                        <a:pt x="384" y="191"/>
                      </a:lnTo>
                      <a:lnTo>
                        <a:pt x="380" y="229"/>
                      </a:lnTo>
                      <a:lnTo>
                        <a:pt x="370" y="266"/>
                      </a:lnTo>
                      <a:lnTo>
                        <a:pt x="352" y="298"/>
                      </a:lnTo>
                      <a:lnTo>
                        <a:pt x="327" y="327"/>
                      </a:lnTo>
                      <a:lnTo>
                        <a:pt x="299" y="351"/>
                      </a:lnTo>
                      <a:lnTo>
                        <a:pt x="266" y="370"/>
                      </a:lnTo>
                      <a:lnTo>
                        <a:pt x="230" y="380"/>
                      </a:lnTo>
                      <a:lnTo>
                        <a:pt x="193" y="384"/>
                      </a:lnTo>
                      <a:lnTo>
                        <a:pt x="154" y="380"/>
                      </a:lnTo>
                      <a:lnTo>
                        <a:pt x="118" y="370"/>
                      </a:lnTo>
                      <a:lnTo>
                        <a:pt x="85" y="351"/>
                      </a:lnTo>
                      <a:lnTo>
                        <a:pt x="57" y="327"/>
                      </a:lnTo>
                      <a:lnTo>
                        <a:pt x="32" y="298"/>
                      </a:lnTo>
                      <a:lnTo>
                        <a:pt x="14" y="266"/>
                      </a:lnTo>
                      <a:lnTo>
                        <a:pt x="4" y="229"/>
                      </a:lnTo>
                      <a:lnTo>
                        <a:pt x="0" y="191"/>
                      </a:lnTo>
                      <a:close/>
                    </a:path>
                  </a:pathLst>
                </a:custGeom>
                <a:noFill/>
                <a:ln w="19050" cap="flat" cmpd="sng">
                  <a:solidFill>
                    <a:srgbClr val="6A3535">
                      <a:alpha val="100000"/>
                    </a:srgbClr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  <p:txBody>
                <a:bodyPr/>
                <a:p>
                  <a:endParaRPr lang="zh-CN" altLang="en-US"/>
                </a:p>
              </p:txBody>
            </p:sp>
            <p:sp>
              <p:nvSpPr>
                <p:cNvPr id="216166" name="Rectangle 318"/>
                <p:cNvSpPr/>
                <p:nvPr/>
              </p:nvSpPr>
              <p:spPr>
                <a:xfrm>
                  <a:off x="1431" y="3125"/>
                  <a:ext cx="216" cy="121"/>
                </a:xfrm>
                <a:prstGeom prst="rect">
                  <a:avLst/>
                </a:prstGeom>
                <a:noFill/>
                <a:ln w="9525">
                  <a:noFill/>
                </a:ln>
              </p:spPr>
              <p:txBody>
                <a:bodyPr wrap="none" lIns="0" tIns="0" rIns="0" bIns="0">
                  <a:spAutoFit/>
                </a:bodyPr>
                <a:lstStyle>
                  <a:lvl1pPr marL="342900" indent="-342900" algn="l" rtl="0" eaLnBrk="0" fontAlgn="base" hangingPunct="0">
                    <a:lnSpc>
                      <a:spcPct val="130000"/>
                    </a:lnSpc>
                    <a:spcBef>
                      <a:spcPct val="20000"/>
                    </a:spcBef>
                    <a:spcAft>
                      <a:spcPct val="0"/>
                    </a:spcAft>
                    <a:defRPr sz="2400">
                      <a:solidFill>
                        <a:srgbClr val="0000FF"/>
                      </a:solidFill>
                      <a:latin typeface="Times New Roman" panose="02020603050405020304" pitchFamily="18" charset="0"/>
                      <a:ea typeface="+mn-ea"/>
                      <a:cs typeface="+mn-cs"/>
                    </a:defRPr>
                  </a:lvl1pPr>
                  <a:lvl2pPr marL="742950" indent="-285750" algn="l" rtl="0" eaLnBrk="0" fontAlgn="base" hangingPunct="0">
                    <a:lnSpc>
                      <a:spcPct val="130000"/>
                    </a:lnSpc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0000CC"/>
                    </a:buClr>
                    <a:buSzPct val="80000"/>
                    <a:buFont typeface="Wingdings" panose="05000000000000000000" pitchFamily="2" charset="2"/>
                    <a:buChar char="o"/>
                    <a:defRPr sz="3000" b="1">
                      <a:solidFill>
                        <a:srgbClr val="0000FF"/>
                      </a:solidFill>
                      <a:latin typeface="Arial Narrow" panose="020B0606020202030204" pitchFamily="34" charset="0"/>
                      <a:ea typeface="楷体_GB2312" charset="-122"/>
                      <a:cs typeface="楷体_GB2312" charset="-122"/>
                    </a:defRPr>
                  </a:lvl2pPr>
                  <a:lvl3pPr marL="1143000" indent="-228600" algn="l" rtl="0" eaLnBrk="0" fontAlgn="base" hangingPunct="0">
                    <a:lnSpc>
                      <a:spcPct val="130000"/>
                    </a:lnSpc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0000CC"/>
                    </a:buClr>
                    <a:buSzPct val="80000"/>
                    <a:buFont typeface="Wingdings" panose="05000000000000000000" pitchFamily="2" charset="2"/>
                    <a:buChar char="n"/>
                    <a:defRPr sz="3000" b="1">
                      <a:solidFill>
                        <a:srgbClr val="0000FF"/>
                      </a:solidFill>
                      <a:latin typeface="Arial Narrow" panose="020B0606020202030204" pitchFamily="34" charset="0"/>
                      <a:ea typeface="楷体_GB2312" charset="-122"/>
                      <a:cs typeface="楷体_GB2312" charset="-122"/>
                    </a:defRPr>
                  </a:lvl3pPr>
                  <a:lvl4pPr marL="1600200" indent="-228600" algn="l" rtl="0" eaLnBrk="0" fontAlgn="base" hangingPunct="0">
                    <a:lnSpc>
                      <a:spcPct val="130000"/>
                    </a:lnSpc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0000CC"/>
                    </a:buClr>
                    <a:buSzPct val="80000"/>
                    <a:buFont typeface="Wingdings" panose="05000000000000000000" pitchFamily="2" charset="2"/>
                    <a:buChar char="o"/>
                    <a:defRPr sz="2800" b="1">
                      <a:solidFill>
                        <a:srgbClr val="0000FF"/>
                      </a:solidFill>
                      <a:latin typeface="Arial Narrow" panose="020B0606020202030204" pitchFamily="34" charset="0"/>
                      <a:ea typeface="楷体_GB2312" charset="-122"/>
                      <a:cs typeface="楷体_GB2312" charset="-122"/>
                    </a:defRPr>
                  </a:lvl4pPr>
                  <a:lvl5pPr marL="2057400" indent="-228600" algn="l" rtl="0" eaLnBrk="0" fontAlgn="base" hangingPunct="0">
                    <a:lnSpc>
                      <a:spcPct val="130000"/>
                    </a:lnSpc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0000CC"/>
                    </a:buClr>
                    <a:buSzPct val="80000"/>
                    <a:buFont typeface="Wingdings" panose="05000000000000000000" pitchFamily="2" charset="2"/>
                    <a:buChar char="o"/>
                    <a:defRPr sz="2800" b="1">
                      <a:solidFill>
                        <a:srgbClr val="0000FF"/>
                      </a:solidFill>
                      <a:latin typeface="Arial Narrow" panose="020B0606020202030204" pitchFamily="34" charset="0"/>
                      <a:ea typeface="楷体_GB2312" charset="-122"/>
                      <a:cs typeface="楷体_GB2312" charset="-122"/>
                    </a:defRPr>
                  </a:lvl5pPr>
                </a:lstStyle>
                <a:p>
                  <a:pPr marL="0" lvl="0" indent="0">
                    <a:lnSpc>
                      <a:spcPct val="70000"/>
                    </a:lnSpc>
                    <a:spcBef>
                      <a:spcPct val="0"/>
                    </a:spcBef>
                  </a:pPr>
                  <a:r>
                    <a:rPr lang="en-US" altLang="zh-CN" sz="1800" b="1" dirty="0">
                      <a:solidFill>
                        <a:srgbClr val="000000"/>
                      </a:solidFill>
                    </a:rPr>
                    <a:t>110</a:t>
                  </a:r>
                  <a:endParaRPr lang="en-US" altLang="zh-CN" sz="1800" b="1" dirty="0">
                    <a:solidFill>
                      <a:srgbClr val="FFFFFF"/>
                    </a:solidFill>
                    <a:ea typeface="楷体_GB2312" charset="-122"/>
                  </a:endParaRPr>
                </a:p>
              </p:txBody>
            </p:sp>
            <p:grpSp>
              <p:nvGrpSpPr>
                <p:cNvPr id="216167" name="Group 319"/>
                <p:cNvGrpSpPr/>
                <p:nvPr/>
              </p:nvGrpSpPr>
              <p:grpSpPr>
                <a:xfrm>
                  <a:off x="1734" y="3147"/>
                  <a:ext cx="289" cy="47"/>
                  <a:chOff x="4400" y="3425"/>
                  <a:chExt cx="289" cy="47"/>
                </a:xfrm>
              </p:grpSpPr>
              <p:sp>
                <p:nvSpPr>
                  <p:cNvPr id="216168" name="Line 320"/>
                  <p:cNvSpPr/>
                  <p:nvPr/>
                </p:nvSpPr>
                <p:spPr>
                  <a:xfrm>
                    <a:off x="4400" y="3448"/>
                    <a:ext cx="289" cy="0"/>
                  </a:xfrm>
                  <a:prstGeom prst="line">
                    <a:avLst/>
                  </a:prstGeom>
                  <a:ln w="6350" cap="flat" cmpd="sng">
                    <a:solidFill>
                      <a:srgbClr val="000000"/>
                    </a:solidFill>
                    <a:prstDash val="solid"/>
                    <a:headEnd type="none" w="med" len="med"/>
                    <a:tailEnd type="none" w="med" len="med"/>
                  </a:ln>
                </p:spPr>
              </p:sp>
              <p:sp>
                <p:nvSpPr>
                  <p:cNvPr id="216169" name="Freeform 321"/>
                  <p:cNvSpPr/>
                  <p:nvPr/>
                </p:nvSpPr>
                <p:spPr>
                  <a:xfrm>
                    <a:off x="4400" y="3425"/>
                    <a:ext cx="124" cy="47"/>
                  </a:xfrm>
                  <a:custGeom>
                    <a:avLst/>
                    <a:gdLst/>
                    <a:ahLst/>
                    <a:cxnLst>
                      <a:cxn ang="0">
                        <a:pos x="124" y="47"/>
                      </a:cxn>
                      <a:cxn ang="0">
                        <a:pos x="102" y="23"/>
                      </a:cxn>
                      <a:cxn ang="0">
                        <a:pos x="124" y="0"/>
                      </a:cxn>
                      <a:cxn ang="0">
                        <a:pos x="0" y="23"/>
                      </a:cxn>
                      <a:cxn ang="0">
                        <a:pos x="124" y="47"/>
                      </a:cxn>
                    </a:cxnLst>
                    <a:pathLst>
                      <a:path w="124" h="47">
                        <a:moveTo>
                          <a:pt x="124" y="47"/>
                        </a:moveTo>
                        <a:lnTo>
                          <a:pt x="102" y="23"/>
                        </a:lnTo>
                        <a:lnTo>
                          <a:pt x="124" y="0"/>
                        </a:lnTo>
                        <a:lnTo>
                          <a:pt x="0" y="23"/>
                        </a:lnTo>
                        <a:lnTo>
                          <a:pt x="124" y="47"/>
                        </a:lnTo>
                        <a:close/>
                      </a:path>
                    </a:pathLst>
                  </a:custGeom>
                  <a:solidFill>
                    <a:srgbClr val="000000">
                      <a:alpha val="100000"/>
                    </a:srgbClr>
                  </a:solidFill>
                  <a:ln w="6350" cap="flat" cmpd="sng">
                    <a:solidFill>
                      <a:srgbClr val="000000">
                        <a:alpha val="100000"/>
                      </a:srgbClr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</p:spPr>
                <p:txBody>
                  <a:bodyPr/>
                  <a:p>
                    <a:endParaRPr lang="zh-CN" altLang="en-US"/>
                  </a:p>
                </p:txBody>
              </p:sp>
            </p:grpSp>
          </p:grpSp>
          <p:grpSp>
            <p:nvGrpSpPr>
              <p:cNvPr id="216156" name="Group 335"/>
              <p:cNvGrpSpPr/>
              <p:nvPr/>
            </p:nvGrpSpPr>
            <p:grpSpPr>
              <a:xfrm>
                <a:off x="2117726" y="3375025"/>
                <a:ext cx="773113" cy="942975"/>
                <a:chOff x="1350" y="2126"/>
                <a:chExt cx="487" cy="594"/>
              </a:xfrm>
            </p:grpSpPr>
            <p:sp>
              <p:nvSpPr>
                <p:cNvPr id="216160" name="Freeform 322"/>
                <p:cNvSpPr/>
                <p:nvPr/>
              </p:nvSpPr>
              <p:spPr>
                <a:xfrm>
                  <a:off x="1350" y="2336"/>
                  <a:ext cx="384" cy="384"/>
                </a:xfrm>
                <a:custGeom>
                  <a:avLst/>
                  <a:gdLst/>
                  <a:ahLst/>
                  <a:cxnLst>
                    <a:cxn ang="0">
                      <a:pos x="0" y="193"/>
                    </a:cxn>
                    <a:cxn ang="0">
                      <a:pos x="4" y="156"/>
                    </a:cxn>
                    <a:cxn ang="0">
                      <a:pos x="14" y="119"/>
                    </a:cxn>
                    <a:cxn ang="0">
                      <a:pos x="32" y="85"/>
                    </a:cxn>
                    <a:cxn ang="0">
                      <a:pos x="57" y="56"/>
                    </a:cxn>
                    <a:cxn ang="0">
                      <a:pos x="85" y="32"/>
                    </a:cxn>
                    <a:cxn ang="0">
                      <a:pos x="118" y="16"/>
                    </a:cxn>
                    <a:cxn ang="0">
                      <a:pos x="154" y="4"/>
                    </a:cxn>
                    <a:cxn ang="0">
                      <a:pos x="193" y="0"/>
                    </a:cxn>
                    <a:cxn ang="0">
                      <a:pos x="230" y="4"/>
                    </a:cxn>
                    <a:cxn ang="0">
                      <a:pos x="266" y="16"/>
                    </a:cxn>
                    <a:cxn ang="0">
                      <a:pos x="299" y="32"/>
                    </a:cxn>
                    <a:cxn ang="0">
                      <a:pos x="327" y="56"/>
                    </a:cxn>
                    <a:cxn ang="0">
                      <a:pos x="352" y="85"/>
                    </a:cxn>
                    <a:cxn ang="0">
                      <a:pos x="370" y="119"/>
                    </a:cxn>
                    <a:cxn ang="0">
                      <a:pos x="380" y="156"/>
                    </a:cxn>
                    <a:cxn ang="0">
                      <a:pos x="384" y="193"/>
                    </a:cxn>
                    <a:cxn ang="0">
                      <a:pos x="380" y="229"/>
                    </a:cxn>
                    <a:cxn ang="0">
                      <a:pos x="370" y="266"/>
                    </a:cxn>
                    <a:cxn ang="0">
                      <a:pos x="352" y="298"/>
                    </a:cxn>
                    <a:cxn ang="0">
                      <a:pos x="327" y="329"/>
                    </a:cxn>
                    <a:cxn ang="0">
                      <a:pos x="299" y="353"/>
                    </a:cxn>
                    <a:cxn ang="0">
                      <a:pos x="266" y="369"/>
                    </a:cxn>
                    <a:cxn ang="0">
                      <a:pos x="230" y="382"/>
                    </a:cxn>
                    <a:cxn ang="0">
                      <a:pos x="193" y="384"/>
                    </a:cxn>
                    <a:cxn ang="0">
                      <a:pos x="154" y="382"/>
                    </a:cxn>
                    <a:cxn ang="0">
                      <a:pos x="118" y="369"/>
                    </a:cxn>
                    <a:cxn ang="0">
                      <a:pos x="85" y="353"/>
                    </a:cxn>
                    <a:cxn ang="0">
                      <a:pos x="57" y="329"/>
                    </a:cxn>
                    <a:cxn ang="0">
                      <a:pos x="32" y="298"/>
                    </a:cxn>
                    <a:cxn ang="0">
                      <a:pos x="14" y="266"/>
                    </a:cxn>
                    <a:cxn ang="0">
                      <a:pos x="4" y="229"/>
                    </a:cxn>
                    <a:cxn ang="0">
                      <a:pos x="0" y="193"/>
                    </a:cxn>
                  </a:cxnLst>
                  <a:pathLst>
                    <a:path w="384" h="384">
                      <a:moveTo>
                        <a:pt x="0" y="193"/>
                      </a:moveTo>
                      <a:lnTo>
                        <a:pt x="4" y="156"/>
                      </a:lnTo>
                      <a:lnTo>
                        <a:pt x="14" y="119"/>
                      </a:lnTo>
                      <a:lnTo>
                        <a:pt x="32" y="85"/>
                      </a:lnTo>
                      <a:lnTo>
                        <a:pt x="57" y="56"/>
                      </a:lnTo>
                      <a:lnTo>
                        <a:pt x="85" y="32"/>
                      </a:lnTo>
                      <a:lnTo>
                        <a:pt x="118" y="16"/>
                      </a:lnTo>
                      <a:lnTo>
                        <a:pt x="154" y="4"/>
                      </a:lnTo>
                      <a:lnTo>
                        <a:pt x="193" y="0"/>
                      </a:lnTo>
                      <a:lnTo>
                        <a:pt x="230" y="4"/>
                      </a:lnTo>
                      <a:lnTo>
                        <a:pt x="266" y="16"/>
                      </a:lnTo>
                      <a:lnTo>
                        <a:pt x="299" y="32"/>
                      </a:lnTo>
                      <a:lnTo>
                        <a:pt x="327" y="56"/>
                      </a:lnTo>
                      <a:lnTo>
                        <a:pt x="352" y="85"/>
                      </a:lnTo>
                      <a:lnTo>
                        <a:pt x="370" y="119"/>
                      </a:lnTo>
                      <a:lnTo>
                        <a:pt x="380" y="156"/>
                      </a:lnTo>
                      <a:lnTo>
                        <a:pt x="384" y="193"/>
                      </a:lnTo>
                      <a:lnTo>
                        <a:pt x="380" y="229"/>
                      </a:lnTo>
                      <a:lnTo>
                        <a:pt x="370" y="266"/>
                      </a:lnTo>
                      <a:lnTo>
                        <a:pt x="352" y="298"/>
                      </a:lnTo>
                      <a:lnTo>
                        <a:pt x="327" y="329"/>
                      </a:lnTo>
                      <a:lnTo>
                        <a:pt x="299" y="353"/>
                      </a:lnTo>
                      <a:lnTo>
                        <a:pt x="266" y="369"/>
                      </a:lnTo>
                      <a:lnTo>
                        <a:pt x="230" y="382"/>
                      </a:lnTo>
                      <a:lnTo>
                        <a:pt x="193" y="384"/>
                      </a:lnTo>
                      <a:lnTo>
                        <a:pt x="154" y="382"/>
                      </a:lnTo>
                      <a:lnTo>
                        <a:pt x="118" y="369"/>
                      </a:lnTo>
                      <a:lnTo>
                        <a:pt x="85" y="353"/>
                      </a:lnTo>
                      <a:lnTo>
                        <a:pt x="57" y="329"/>
                      </a:lnTo>
                      <a:lnTo>
                        <a:pt x="32" y="298"/>
                      </a:lnTo>
                      <a:lnTo>
                        <a:pt x="14" y="266"/>
                      </a:lnTo>
                      <a:lnTo>
                        <a:pt x="4" y="229"/>
                      </a:lnTo>
                      <a:lnTo>
                        <a:pt x="0" y="193"/>
                      </a:lnTo>
                      <a:close/>
                    </a:path>
                  </a:pathLst>
                </a:custGeom>
                <a:noFill/>
                <a:ln w="19050" cap="flat" cmpd="sng">
                  <a:solidFill>
                    <a:srgbClr val="6A3535">
                      <a:alpha val="100000"/>
                    </a:srgbClr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  <p:txBody>
                <a:bodyPr/>
                <a:p>
                  <a:endParaRPr lang="zh-CN" altLang="en-US"/>
                </a:p>
              </p:txBody>
            </p:sp>
            <p:sp>
              <p:nvSpPr>
                <p:cNvPr id="216161" name="Rectangle 323"/>
                <p:cNvSpPr/>
                <p:nvPr/>
              </p:nvSpPr>
              <p:spPr>
                <a:xfrm>
                  <a:off x="1435" y="2483"/>
                  <a:ext cx="216" cy="121"/>
                </a:xfrm>
                <a:prstGeom prst="rect">
                  <a:avLst/>
                </a:prstGeom>
                <a:noFill/>
                <a:ln w="9525">
                  <a:noFill/>
                </a:ln>
              </p:spPr>
              <p:txBody>
                <a:bodyPr wrap="none" lIns="0" tIns="0" rIns="0" bIns="0">
                  <a:spAutoFit/>
                </a:bodyPr>
                <a:lstStyle>
                  <a:lvl1pPr marL="342900" indent="-342900" algn="l" rtl="0" eaLnBrk="0" fontAlgn="base" hangingPunct="0">
                    <a:lnSpc>
                      <a:spcPct val="130000"/>
                    </a:lnSpc>
                    <a:spcBef>
                      <a:spcPct val="20000"/>
                    </a:spcBef>
                    <a:spcAft>
                      <a:spcPct val="0"/>
                    </a:spcAft>
                    <a:defRPr sz="2400">
                      <a:solidFill>
                        <a:srgbClr val="0000FF"/>
                      </a:solidFill>
                      <a:latin typeface="Times New Roman" panose="02020603050405020304" pitchFamily="18" charset="0"/>
                      <a:ea typeface="+mn-ea"/>
                      <a:cs typeface="+mn-cs"/>
                    </a:defRPr>
                  </a:lvl1pPr>
                  <a:lvl2pPr marL="742950" indent="-285750" algn="l" rtl="0" eaLnBrk="0" fontAlgn="base" hangingPunct="0">
                    <a:lnSpc>
                      <a:spcPct val="130000"/>
                    </a:lnSpc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0000CC"/>
                    </a:buClr>
                    <a:buSzPct val="80000"/>
                    <a:buFont typeface="Wingdings" panose="05000000000000000000" pitchFamily="2" charset="2"/>
                    <a:buChar char="o"/>
                    <a:defRPr sz="3000" b="1">
                      <a:solidFill>
                        <a:srgbClr val="0000FF"/>
                      </a:solidFill>
                      <a:latin typeface="Arial Narrow" panose="020B0606020202030204" pitchFamily="34" charset="0"/>
                      <a:ea typeface="楷体_GB2312" charset="-122"/>
                      <a:cs typeface="楷体_GB2312" charset="-122"/>
                    </a:defRPr>
                  </a:lvl2pPr>
                  <a:lvl3pPr marL="1143000" indent="-228600" algn="l" rtl="0" eaLnBrk="0" fontAlgn="base" hangingPunct="0">
                    <a:lnSpc>
                      <a:spcPct val="130000"/>
                    </a:lnSpc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0000CC"/>
                    </a:buClr>
                    <a:buSzPct val="80000"/>
                    <a:buFont typeface="Wingdings" panose="05000000000000000000" pitchFamily="2" charset="2"/>
                    <a:buChar char="n"/>
                    <a:defRPr sz="3000" b="1">
                      <a:solidFill>
                        <a:srgbClr val="0000FF"/>
                      </a:solidFill>
                      <a:latin typeface="Arial Narrow" panose="020B0606020202030204" pitchFamily="34" charset="0"/>
                      <a:ea typeface="楷体_GB2312" charset="-122"/>
                      <a:cs typeface="楷体_GB2312" charset="-122"/>
                    </a:defRPr>
                  </a:lvl3pPr>
                  <a:lvl4pPr marL="1600200" indent="-228600" algn="l" rtl="0" eaLnBrk="0" fontAlgn="base" hangingPunct="0">
                    <a:lnSpc>
                      <a:spcPct val="130000"/>
                    </a:lnSpc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0000CC"/>
                    </a:buClr>
                    <a:buSzPct val="80000"/>
                    <a:buFont typeface="Wingdings" panose="05000000000000000000" pitchFamily="2" charset="2"/>
                    <a:buChar char="o"/>
                    <a:defRPr sz="2800" b="1">
                      <a:solidFill>
                        <a:srgbClr val="0000FF"/>
                      </a:solidFill>
                      <a:latin typeface="Arial Narrow" panose="020B0606020202030204" pitchFamily="34" charset="0"/>
                      <a:ea typeface="楷体_GB2312" charset="-122"/>
                      <a:cs typeface="楷体_GB2312" charset="-122"/>
                    </a:defRPr>
                  </a:lvl4pPr>
                  <a:lvl5pPr marL="2057400" indent="-228600" algn="l" rtl="0" eaLnBrk="0" fontAlgn="base" hangingPunct="0">
                    <a:lnSpc>
                      <a:spcPct val="130000"/>
                    </a:lnSpc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0000CC"/>
                    </a:buClr>
                    <a:buSzPct val="80000"/>
                    <a:buFont typeface="Wingdings" panose="05000000000000000000" pitchFamily="2" charset="2"/>
                    <a:buChar char="o"/>
                    <a:defRPr sz="2800" b="1">
                      <a:solidFill>
                        <a:srgbClr val="0000FF"/>
                      </a:solidFill>
                      <a:latin typeface="Arial Narrow" panose="020B0606020202030204" pitchFamily="34" charset="0"/>
                      <a:ea typeface="楷体_GB2312" charset="-122"/>
                      <a:cs typeface="楷体_GB2312" charset="-122"/>
                    </a:defRPr>
                  </a:lvl5pPr>
                </a:lstStyle>
                <a:p>
                  <a:pPr marL="0" lvl="0" indent="0">
                    <a:lnSpc>
                      <a:spcPct val="70000"/>
                    </a:lnSpc>
                    <a:spcBef>
                      <a:spcPct val="0"/>
                    </a:spcBef>
                  </a:pPr>
                  <a:r>
                    <a:rPr lang="en-US" altLang="zh-CN" sz="1800" b="1" dirty="0">
                      <a:solidFill>
                        <a:srgbClr val="000000"/>
                      </a:solidFill>
                    </a:rPr>
                    <a:t>100</a:t>
                  </a:r>
                  <a:endParaRPr lang="en-US" altLang="zh-CN" sz="1800" b="1" dirty="0">
                    <a:solidFill>
                      <a:srgbClr val="FFFFFF"/>
                    </a:solidFill>
                    <a:ea typeface="楷体_GB2312" charset="-122"/>
                  </a:endParaRPr>
                </a:p>
              </p:txBody>
            </p:sp>
            <p:grpSp>
              <p:nvGrpSpPr>
                <p:cNvPr id="216162" name="Group 324"/>
                <p:cNvGrpSpPr/>
                <p:nvPr/>
              </p:nvGrpSpPr>
              <p:grpSpPr>
                <a:xfrm>
                  <a:off x="1646" y="2126"/>
                  <a:ext cx="191" cy="240"/>
                  <a:chOff x="4312" y="2478"/>
                  <a:chExt cx="191" cy="240"/>
                </a:xfrm>
              </p:grpSpPr>
              <p:sp>
                <p:nvSpPr>
                  <p:cNvPr id="216163" name="Line 325"/>
                  <p:cNvSpPr/>
                  <p:nvPr/>
                </p:nvSpPr>
                <p:spPr>
                  <a:xfrm flipH="1">
                    <a:off x="4312" y="2478"/>
                    <a:ext cx="191" cy="240"/>
                  </a:xfrm>
                  <a:prstGeom prst="line">
                    <a:avLst/>
                  </a:prstGeom>
                  <a:ln w="6350" cap="flat" cmpd="sng">
                    <a:solidFill>
                      <a:srgbClr val="000000"/>
                    </a:solidFill>
                    <a:prstDash val="solid"/>
                    <a:headEnd type="none" w="med" len="med"/>
                    <a:tailEnd type="none" w="med" len="med"/>
                  </a:ln>
                </p:spPr>
              </p:sp>
              <p:sp>
                <p:nvSpPr>
                  <p:cNvPr id="216164" name="Freeform 326"/>
                  <p:cNvSpPr/>
                  <p:nvPr/>
                </p:nvSpPr>
                <p:spPr>
                  <a:xfrm>
                    <a:off x="4325" y="2590"/>
                    <a:ext cx="98" cy="112"/>
                  </a:xfrm>
                  <a:custGeom>
                    <a:avLst/>
                    <a:gdLst/>
                    <a:ahLst/>
                    <a:cxnLst>
                      <a:cxn ang="0">
                        <a:pos x="61" y="0"/>
                      </a:cxn>
                      <a:cxn ang="0">
                        <a:pos x="65" y="33"/>
                      </a:cxn>
                      <a:cxn ang="0">
                        <a:pos x="98" y="31"/>
                      </a:cxn>
                      <a:cxn ang="0">
                        <a:pos x="0" y="112"/>
                      </a:cxn>
                      <a:cxn ang="0">
                        <a:pos x="61" y="0"/>
                      </a:cxn>
                    </a:cxnLst>
                    <a:pathLst>
                      <a:path w="98" h="112">
                        <a:moveTo>
                          <a:pt x="61" y="0"/>
                        </a:moveTo>
                        <a:lnTo>
                          <a:pt x="65" y="33"/>
                        </a:lnTo>
                        <a:lnTo>
                          <a:pt x="98" y="31"/>
                        </a:lnTo>
                        <a:lnTo>
                          <a:pt x="0" y="112"/>
                        </a:lnTo>
                        <a:lnTo>
                          <a:pt x="61" y="0"/>
                        </a:lnTo>
                        <a:close/>
                      </a:path>
                    </a:pathLst>
                  </a:custGeom>
                  <a:solidFill>
                    <a:srgbClr val="000000">
                      <a:alpha val="100000"/>
                    </a:srgbClr>
                  </a:solidFill>
                  <a:ln w="6350" cap="flat" cmpd="sng">
                    <a:solidFill>
                      <a:srgbClr val="000000">
                        <a:alpha val="100000"/>
                      </a:srgbClr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</p:spPr>
                <p:txBody>
                  <a:bodyPr/>
                  <a:p>
                    <a:endParaRPr lang="zh-CN" altLang="en-US"/>
                  </a:p>
                </p:txBody>
              </p:sp>
            </p:grpSp>
          </p:grpSp>
          <p:grpSp>
            <p:nvGrpSpPr>
              <p:cNvPr id="216157" name="Group 336"/>
              <p:cNvGrpSpPr/>
              <p:nvPr/>
            </p:nvGrpSpPr>
            <p:grpSpPr>
              <a:xfrm>
                <a:off x="1990725" y="3389317"/>
                <a:ext cx="269875" cy="382588"/>
                <a:chOff x="1254" y="2135"/>
                <a:chExt cx="170" cy="241"/>
              </a:xfrm>
            </p:grpSpPr>
            <p:sp>
              <p:nvSpPr>
                <p:cNvPr id="216158" name="Line 327"/>
                <p:cNvSpPr>
                  <a:spLocks noChangeAspect="1"/>
                </p:cNvSpPr>
                <p:nvPr/>
              </p:nvSpPr>
              <p:spPr>
                <a:xfrm>
                  <a:off x="1254" y="2135"/>
                  <a:ext cx="170" cy="241"/>
                </a:xfrm>
                <a:prstGeom prst="line">
                  <a:avLst/>
                </a:prstGeom>
                <a:ln w="6350" cap="flat" cmpd="sng">
                  <a:solidFill>
                    <a:srgbClr val="000000"/>
                  </a:solidFill>
                  <a:prstDash val="solid"/>
                  <a:headEnd type="none" w="med" len="med"/>
                  <a:tailEnd type="none" w="med" len="med"/>
                </a:ln>
              </p:spPr>
            </p:sp>
            <p:sp>
              <p:nvSpPr>
                <p:cNvPr id="216159" name="Freeform 328"/>
                <p:cNvSpPr/>
                <p:nvPr/>
              </p:nvSpPr>
              <p:spPr>
                <a:xfrm>
                  <a:off x="1256" y="2140"/>
                  <a:ext cx="89" cy="106"/>
                </a:xfrm>
                <a:custGeom>
                  <a:avLst/>
                  <a:gdLst/>
                  <a:ahLst/>
                  <a:cxnLst>
                    <a:cxn ang="0">
                      <a:pos x="49" y="97"/>
                    </a:cxn>
                    <a:cxn ang="0">
                      <a:pos x="55" y="70"/>
                    </a:cxn>
                    <a:cxn ang="0">
                      <a:pos x="86" y="75"/>
                    </a:cxn>
                    <a:cxn ang="0">
                      <a:pos x="0" y="0"/>
                    </a:cxn>
                    <a:cxn ang="0">
                      <a:pos x="49" y="97"/>
                    </a:cxn>
                  </a:cxnLst>
                  <a:pathLst>
                    <a:path w="92" h="116">
                      <a:moveTo>
                        <a:pt x="53" y="116"/>
                      </a:moveTo>
                      <a:lnTo>
                        <a:pt x="59" y="84"/>
                      </a:lnTo>
                      <a:lnTo>
                        <a:pt x="92" y="90"/>
                      </a:lnTo>
                      <a:lnTo>
                        <a:pt x="0" y="0"/>
                      </a:lnTo>
                      <a:lnTo>
                        <a:pt x="53" y="116"/>
                      </a:lnTo>
                      <a:close/>
                    </a:path>
                  </a:pathLst>
                </a:custGeom>
                <a:solidFill>
                  <a:srgbClr val="000000">
                    <a:alpha val="100000"/>
                  </a:srgbClr>
                </a:solidFill>
                <a:ln w="6350" cap="flat" cmpd="sng">
                  <a:solidFill>
                    <a:srgbClr val="000000">
                      <a:alpha val="100000"/>
                    </a:srgbClr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  <p:txBody>
                <a:bodyPr/>
                <a:p>
                  <a:endParaRPr lang="zh-CN" altLang="en-US"/>
                </a:p>
              </p:txBody>
            </p:sp>
          </p:grpSp>
        </p:grpSp>
        <p:grpSp>
          <p:nvGrpSpPr>
            <p:cNvPr id="216144" name="Group 93"/>
            <p:cNvGrpSpPr/>
            <p:nvPr/>
          </p:nvGrpSpPr>
          <p:grpSpPr>
            <a:xfrm>
              <a:off x="3650176" y="4585376"/>
              <a:ext cx="839787" cy="838200"/>
              <a:chOff x="5009" y="1998"/>
              <a:chExt cx="529" cy="528"/>
            </a:xfrm>
          </p:grpSpPr>
          <p:sp>
            <p:nvSpPr>
              <p:cNvPr id="216145" name="Freeform 94"/>
              <p:cNvSpPr/>
              <p:nvPr/>
            </p:nvSpPr>
            <p:spPr>
              <a:xfrm>
                <a:off x="5009" y="1998"/>
                <a:ext cx="529" cy="528"/>
              </a:xfrm>
              <a:custGeom>
                <a:avLst/>
                <a:gdLst/>
                <a:ahLst/>
                <a:cxnLst>
                  <a:cxn ang="0">
                    <a:pos x="0" y="264"/>
                  </a:cxn>
                  <a:cxn ang="0">
                    <a:pos x="4" y="219"/>
                  </a:cxn>
                  <a:cxn ang="0">
                    <a:pos x="16" y="174"/>
                  </a:cxn>
                  <a:cxn ang="0">
                    <a:pos x="36" y="132"/>
                  </a:cxn>
                  <a:cxn ang="0">
                    <a:pos x="63" y="95"/>
                  </a:cxn>
                  <a:cxn ang="0">
                    <a:pos x="95" y="63"/>
                  </a:cxn>
                  <a:cxn ang="0">
                    <a:pos x="132" y="36"/>
                  </a:cxn>
                  <a:cxn ang="0">
                    <a:pos x="175" y="16"/>
                  </a:cxn>
                  <a:cxn ang="0">
                    <a:pos x="219" y="4"/>
                  </a:cxn>
                  <a:cxn ang="0">
                    <a:pos x="264" y="0"/>
                  </a:cxn>
                  <a:cxn ang="0">
                    <a:pos x="311" y="4"/>
                  </a:cxn>
                  <a:cxn ang="0">
                    <a:pos x="356" y="16"/>
                  </a:cxn>
                  <a:cxn ang="0">
                    <a:pos x="397" y="36"/>
                  </a:cxn>
                  <a:cxn ang="0">
                    <a:pos x="435" y="63"/>
                  </a:cxn>
                  <a:cxn ang="0">
                    <a:pos x="468" y="95"/>
                  </a:cxn>
                  <a:cxn ang="0">
                    <a:pos x="494" y="132"/>
                  </a:cxn>
                  <a:cxn ang="0">
                    <a:pos x="513" y="174"/>
                  </a:cxn>
                  <a:cxn ang="0">
                    <a:pos x="525" y="219"/>
                  </a:cxn>
                  <a:cxn ang="0">
                    <a:pos x="529" y="264"/>
                  </a:cxn>
                  <a:cxn ang="0">
                    <a:pos x="525" y="310"/>
                  </a:cxn>
                  <a:cxn ang="0">
                    <a:pos x="513" y="355"/>
                  </a:cxn>
                  <a:cxn ang="0">
                    <a:pos x="494" y="396"/>
                  </a:cxn>
                  <a:cxn ang="0">
                    <a:pos x="468" y="434"/>
                  </a:cxn>
                  <a:cxn ang="0">
                    <a:pos x="435" y="467"/>
                  </a:cxn>
                  <a:cxn ang="0">
                    <a:pos x="397" y="493"/>
                  </a:cxn>
                  <a:cxn ang="0">
                    <a:pos x="356" y="512"/>
                  </a:cxn>
                  <a:cxn ang="0">
                    <a:pos x="311" y="524"/>
                  </a:cxn>
                  <a:cxn ang="0">
                    <a:pos x="264" y="528"/>
                  </a:cxn>
                  <a:cxn ang="0">
                    <a:pos x="219" y="524"/>
                  </a:cxn>
                  <a:cxn ang="0">
                    <a:pos x="175" y="512"/>
                  </a:cxn>
                  <a:cxn ang="0">
                    <a:pos x="132" y="493"/>
                  </a:cxn>
                  <a:cxn ang="0">
                    <a:pos x="95" y="467"/>
                  </a:cxn>
                  <a:cxn ang="0">
                    <a:pos x="63" y="434"/>
                  </a:cxn>
                  <a:cxn ang="0">
                    <a:pos x="36" y="396"/>
                  </a:cxn>
                  <a:cxn ang="0">
                    <a:pos x="16" y="355"/>
                  </a:cxn>
                  <a:cxn ang="0">
                    <a:pos x="4" y="310"/>
                  </a:cxn>
                  <a:cxn ang="0">
                    <a:pos x="0" y="264"/>
                  </a:cxn>
                </a:cxnLst>
                <a:pathLst>
                  <a:path w="529" h="528">
                    <a:moveTo>
                      <a:pt x="0" y="264"/>
                    </a:moveTo>
                    <a:lnTo>
                      <a:pt x="4" y="219"/>
                    </a:lnTo>
                    <a:lnTo>
                      <a:pt x="16" y="174"/>
                    </a:lnTo>
                    <a:lnTo>
                      <a:pt x="36" y="132"/>
                    </a:lnTo>
                    <a:lnTo>
                      <a:pt x="63" y="95"/>
                    </a:lnTo>
                    <a:lnTo>
                      <a:pt x="95" y="63"/>
                    </a:lnTo>
                    <a:lnTo>
                      <a:pt x="132" y="36"/>
                    </a:lnTo>
                    <a:lnTo>
                      <a:pt x="175" y="16"/>
                    </a:lnTo>
                    <a:lnTo>
                      <a:pt x="219" y="4"/>
                    </a:lnTo>
                    <a:lnTo>
                      <a:pt x="264" y="0"/>
                    </a:lnTo>
                    <a:lnTo>
                      <a:pt x="311" y="4"/>
                    </a:lnTo>
                    <a:lnTo>
                      <a:pt x="356" y="16"/>
                    </a:lnTo>
                    <a:lnTo>
                      <a:pt x="397" y="36"/>
                    </a:lnTo>
                    <a:lnTo>
                      <a:pt x="435" y="63"/>
                    </a:lnTo>
                    <a:lnTo>
                      <a:pt x="468" y="95"/>
                    </a:lnTo>
                    <a:lnTo>
                      <a:pt x="494" y="132"/>
                    </a:lnTo>
                    <a:lnTo>
                      <a:pt x="513" y="174"/>
                    </a:lnTo>
                    <a:lnTo>
                      <a:pt x="525" y="219"/>
                    </a:lnTo>
                    <a:lnTo>
                      <a:pt x="529" y="264"/>
                    </a:lnTo>
                    <a:lnTo>
                      <a:pt x="525" y="310"/>
                    </a:lnTo>
                    <a:lnTo>
                      <a:pt x="513" y="355"/>
                    </a:lnTo>
                    <a:lnTo>
                      <a:pt x="494" y="396"/>
                    </a:lnTo>
                    <a:lnTo>
                      <a:pt x="468" y="434"/>
                    </a:lnTo>
                    <a:lnTo>
                      <a:pt x="435" y="467"/>
                    </a:lnTo>
                    <a:lnTo>
                      <a:pt x="397" y="493"/>
                    </a:lnTo>
                    <a:lnTo>
                      <a:pt x="356" y="512"/>
                    </a:lnTo>
                    <a:lnTo>
                      <a:pt x="311" y="524"/>
                    </a:lnTo>
                    <a:lnTo>
                      <a:pt x="264" y="528"/>
                    </a:lnTo>
                    <a:lnTo>
                      <a:pt x="219" y="524"/>
                    </a:lnTo>
                    <a:lnTo>
                      <a:pt x="175" y="512"/>
                    </a:lnTo>
                    <a:lnTo>
                      <a:pt x="132" y="493"/>
                    </a:lnTo>
                    <a:lnTo>
                      <a:pt x="95" y="467"/>
                    </a:lnTo>
                    <a:lnTo>
                      <a:pt x="63" y="434"/>
                    </a:lnTo>
                    <a:lnTo>
                      <a:pt x="36" y="396"/>
                    </a:lnTo>
                    <a:lnTo>
                      <a:pt x="16" y="355"/>
                    </a:lnTo>
                    <a:lnTo>
                      <a:pt x="4" y="310"/>
                    </a:lnTo>
                    <a:lnTo>
                      <a:pt x="0" y="264"/>
                    </a:lnTo>
                    <a:close/>
                  </a:path>
                </a:pathLst>
              </a:custGeom>
              <a:solidFill>
                <a:schemeClr val="bg1">
                  <a:alpha val="100000"/>
                </a:schemeClr>
              </a:solidFill>
              <a:ln w="19050" cap="flat" cmpd="sng">
                <a:solidFill>
                  <a:srgbClr val="000000">
                    <a:alpha val="100000"/>
                  </a:srgbClr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/>
              <a:p>
                <a:endParaRPr lang="zh-CN" altLang="en-US"/>
              </a:p>
            </p:txBody>
          </p:sp>
          <p:sp>
            <p:nvSpPr>
              <p:cNvPr id="216146" name="Rectangle 95"/>
              <p:cNvSpPr/>
              <p:nvPr/>
            </p:nvSpPr>
            <p:spPr>
              <a:xfrm>
                <a:off x="5070" y="2222"/>
                <a:ext cx="406" cy="112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lIns="0" tIns="0" rIns="0" bIns="0">
                <a:spAutoFit/>
              </a:bodyPr>
              <a:lstStyle>
                <a:lvl1pPr marL="342900" indent="-342900" algn="l" rtl="0" eaLnBrk="0" fontAlgn="base" hangingPunct="0">
                  <a:lnSpc>
                    <a:spcPct val="130000"/>
                  </a:lnSpc>
                  <a:spcBef>
                    <a:spcPct val="20000"/>
                  </a:spcBef>
                  <a:spcAft>
                    <a:spcPct val="0"/>
                  </a:spcAft>
                  <a:defRPr sz="2400">
                    <a:solidFill>
                      <a:srgbClr val="0000FF"/>
                    </a:solidFill>
                    <a:latin typeface="Times New Roman" panose="02020603050405020304" pitchFamily="18" charset="0"/>
                    <a:ea typeface="+mn-ea"/>
                    <a:cs typeface="+mn-cs"/>
                  </a:defRPr>
                </a:lvl1pPr>
                <a:lvl2pPr marL="742950" indent="-285750" algn="l" rtl="0" eaLnBrk="0" fontAlgn="base" hangingPunct="0">
                  <a:lnSpc>
                    <a:spcPct val="13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0000CC"/>
                  </a:buClr>
                  <a:buSzPct val="80000"/>
                  <a:buFont typeface="Wingdings" panose="05000000000000000000" pitchFamily="2" charset="2"/>
                  <a:buChar char="o"/>
                  <a:defRPr sz="3000" b="1">
                    <a:solidFill>
                      <a:srgbClr val="0000FF"/>
                    </a:solidFill>
                    <a:latin typeface="Arial Narrow" panose="020B0606020202030204" pitchFamily="34" charset="0"/>
                    <a:ea typeface="楷体_GB2312" charset="-122"/>
                    <a:cs typeface="楷体_GB2312" charset="-122"/>
                  </a:defRPr>
                </a:lvl2pPr>
                <a:lvl3pPr marL="1143000" indent="-228600" algn="l" rtl="0" eaLnBrk="0" fontAlgn="base" hangingPunct="0">
                  <a:lnSpc>
                    <a:spcPct val="13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0000CC"/>
                  </a:buClr>
                  <a:buSzPct val="80000"/>
                  <a:buFont typeface="Wingdings" panose="05000000000000000000" pitchFamily="2" charset="2"/>
                  <a:buChar char="n"/>
                  <a:defRPr sz="3000" b="1">
                    <a:solidFill>
                      <a:srgbClr val="0000FF"/>
                    </a:solidFill>
                    <a:latin typeface="Arial Narrow" panose="020B0606020202030204" pitchFamily="34" charset="0"/>
                    <a:ea typeface="楷体_GB2312" charset="-122"/>
                    <a:cs typeface="楷体_GB2312" charset="-122"/>
                  </a:defRPr>
                </a:lvl3pPr>
                <a:lvl4pPr marL="1600200" indent="-228600" algn="l" rtl="0" eaLnBrk="0" fontAlgn="base" hangingPunct="0">
                  <a:lnSpc>
                    <a:spcPct val="13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0000CC"/>
                  </a:buClr>
                  <a:buSzPct val="80000"/>
                  <a:buFont typeface="Wingdings" panose="05000000000000000000" pitchFamily="2" charset="2"/>
                  <a:buChar char="o"/>
                  <a:defRPr sz="2800" b="1">
                    <a:solidFill>
                      <a:srgbClr val="0000FF"/>
                    </a:solidFill>
                    <a:latin typeface="Arial Narrow" panose="020B0606020202030204" pitchFamily="34" charset="0"/>
                    <a:ea typeface="楷体_GB2312" charset="-122"/>
                    <a:cs typeface="楷体_GB2312" charset="-122"/>
                  </a:defRPr>
                </a:lvl4pPr>
                <a:lvl5pPr marL="2057400" indent="-228600" algn="l" rtl="0" eaLnBrk="0" fontAlgn="base" hangingPunct="0">
                  <a:lnSpc>
                    <a:spcPct val="13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0000CC"/>
                  </a:buClr>
                  <a:buSzPct val="80000"/>
                  <a:buFont typeface="Wingdings" panose="05000000000000000000" pitchFamily="2" charset="2"/>
                  <a:buChar char="o"/>
                  <a:defRPr sz="2800" b="1">
                    <a:solidFill>
                      <a:srgbClr val="0000FF"/>
                    </a:solidFill>
                    <a:latin typeface="Arial Narrow" panose="020B0606020202030204" pitchFamily="34" charset="0"/>
                    <a:ea typeface="楷体_GB2312" charset="-122"/>
                    <a:cs typeface="楷体_GB2312" charset="-122"/>
                  </a:defRPr>
                </a:lvl5pPr>
              </a:lstStyle>
              <a:p>
                <a:pPr marL="0" lvl="0" indent="0">
                  <a:lnSpc>
                    <a:spcPct val="70000"/>
                  </a:lnSpc>
                  <a:spcBef>
                    <a:spcPct val="0"/>
                  </a:spcBef>
                </a:pPr>
                <a:r>
                  <a:rPr lang="en-US" altLang="zh-CN" sz="1600" b="1" i="1" dirty="0">
                    <a:solidFill>
                      <a:srgbClr val="000000"/>
                    </a:solidFill>
                    <a:ea typeface="楷体_GB2312" charset="-122"/>
                  </a:rPr>
                  <a:t>Q</a:t>
                </a:r>
                <a:r>
                  <a:rPr lang="en-US" altLang="zh-CN" sz="1600" b="1" baseline="-25000" dirty="0">
                    <a:solidFill>
                      <a:srgbClr val="000000"/>
                    </a:solidFill>
                    <a:ea typeface="楷体_GB2312" charset="-122"/>
                  </a:rPr>
                  <a:t>3</a:t>
                </a:r>
                <a:r>
                  <a:rPr lang="en-US" altLang="zh-CN" sz="1600" b="1" i="1" dirty="0">
                    <a:solidFill>
                      <a:srgbClr val="000000"/>
                    </a:solidFill>
                    <a:ea typeface="楷体_GB2312" charset="-122"/>
                  </a:rPr>
                  <a:t>Q</a:t>
                </a:r>
                <a:r>
                  <a:rPr lang="en-US" altLang="zh-CN" sz="1600" b="1" baseline="-25000" dirty="0">
                    <a:solidFill>
                      <a:srgbClr val="000000"/>
                    </a:solidFill>
                  </a:rPr>
                  <a:t>2</a:t>
                </a:r>
                <a:r>
                  <a:rPr lang="en-US" altLang="zh-CN" sz="1600" b="1" i="1" dirty="0">
                    <a:solidFill>
                      <a:srgbClr val="000000"/>
                    </a:solidFill>
                    <a:ea typeface="楷体_GB2312" charset="-122"/>
                  </a:rPr>
                  <a:t>Q</a:t>
                </a:r>
                <a:r>
                  <a:rPr lang="en-US" altLang="zh-CN" sz="1600" b="1" baseline="-25000" dirty="0">
                    <a:solidFill>
                      <a:srgbClr val="000000"/>
                    </a:solidFill>
                  </a:rPr>
                  <a:t>1</a:t>
                </a:r>
                <a:endParaRPr lang="en-US" altLang="zh-CN" sz="1600" b="1" baseline="-25000" dirty="0">
                  <a:solidFill>
                    <a:srgbClr val="000000"/>
                  </a:solidFill>
                </a:endParaRPr>
              </a:p>
            </p:txBody>
          </p:sp>
        </p:grpSp>
      </p:grpSp>
      <p:sp>
        <p:nvSpPr>
          <p:cNvPr id="216141" name="等腰三角形 8"/>
          <p:cNvSpPr/>
          <p:nvPr/>
        </p:nvSpPr>
        <p:spPr>
          <a:xfrm rot="10800000">
            <a:off x="1409700" y="3573463"/>
            <a:ext cx="2254250" cy="1884362"/>
          </a:xfrm>
          <a:prstGeom prst="triangle">
            <a:avLst>
              <a:gd name="adj" fmla="val 50028"/>
            </a:avLst>
          </a:prstGeom>
          <a:solidFill>
            <a:srgbClr val="FFFF00">
              <a:alpha val="20000"/>
            </a:srgbClr>
          </a:solidFill>
          <a:ln w="12700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lnSpc>
                <a:spcPct val="130000"/>
              </a:lnSpc>
              <a:spcBef>
                <a:spcPct val="20000"/>
              </a:spcBef>
              <a:spcAft>
                <a:spcPct val="0"/>
              </a:spcAft>
              <a:defRPr sz="2400">
                <a:solidFill>
                  <a:srgbClr val="0000FF"/>
                </a:solidFill>
                <a:latin typeface="Times New Roman" panose="02020603050405020304" pitchFamily="18" charset="0"/>
                <a:ea typeface="+mn-ea"/>
                <a:cs typeface="+mn-cs"/>
              </a:defRPr>
            </a:lvl1pPr>
            <a:lvl2pPr marL="742950" indent="-285750" algn="l" rtl="0" eaLnBrk="0" fontAlgn="base" hangingPunct="0">
              <a:lnSpc>
                <a:spcPct val="130000"/>
              </a:lnSpc>
              <a:spcBef>
                <a:spcPct val="20000"/>
              </a:spcBef>
              <a:spcAft>
                <a:spcPct val="0"/>
              </a:spcAft>
              <a:buClr>
                <a:srgbClr val="0000CC"/>
              </a:buClr>
              <a:buSzPct val="80000"/>
              <a:buFont typeface="Wingdings" panose="05000000000000000000" pitchFamily="2" charset="2"/>
              <a:buChar char="o"/>
              <a:defRPr sz="3000" b="1">
                <a:solidFill>
                  <a:srgbClr val="0000FF"/>
                </a:solidFill>
                <a:latin typeface="Arial Narrow" panose="020B0606020202030204" pitchFamily="34" charset="0"/>
                <a:ea typeface="楷体_GB2312" charset="-122"/>
                <a:cs typeface="楷体_GB2312" charset="-122"/>
              </a:defRPr>
            </a:lvl2pPr>
            <a:lvl3pPr marL="1143000" indent="-228600" algn="l" rtl="0" eaLnBrk="0" fontAlgn="base" hangingPunct="0">
              <a:lnSpc>
                <a:spcPct val="130000"/>
              </a:lnSpc>
              <a:spcBef>
                <a:spcPct val="20000"/>
              </a:spcBef>
              <a:spcAft>
                <a:spcPct val="0"/>
              </a:spcAft>
              <a:buClr>
                <a:srgbClr val="0000CC"/>
              </a:buClr>
              <a:buSzPct val="80000"/>
              <a:buFont typeface="Wingdings" panose="05000000000000000000" pitchFamily="2" charset="2"/>
              <a:buChar char="n"/>
              <a:defRPr sz="3000" b="1">
                <a:solidFill>
                  <a:srgbClr val="0000FF"/>
                </a:solidFill>
                <a:latin typeface="Arial Narrow" panose="020B0606020202030204" pitchFamily="34" charset="0"/>
                <a:ea typeface="楷体_GB2312" charset="-122"/>
                <a:cs typeface="楷体_GB2312" charset="-122"/>
              </a:defRPr>
            </a:lvl3pPr>
            <a:lvl4pPr marL="1600200" indent="-228600" algn="l" rtl="0" eaLnBrk="0" fontAlgn="base" hangingPunct="0">
              <a:lnSpc>
                <a:spcPct val="130000"/>
              </a:lnSpc>
              <a:spcBef>
                <a:spcPct val="20000"/>
              </a:spcBef>
              <a:spcAft>
                <a:spcPct val="0"/>
              </a:spcAft>
              <a:buClr>
                <a:srgbClr val="0000CC"/>
              </a:buClr>
              <a:buSzPct val="80000"/>
              <a:buFont typeface="Wingdings" panose="05000000000000000000" pitchFamily="2" charset="2"/>
              <a:buChar char="o"/>
              <a:defRPr sz="2800" b="1">
                <a:solidFill>
                  <a:srgbClr val="0000FF"/>
                </a:solidFill>
                <a:latin typeface="Arial Narrow" panose="020B0606020202030204" pitchFamily="34" charset="0"/>
                <a:ea typeface="楷体_GB2312" charset="-122"/>
                <a:cs typeface="楷体_GB2312" charset="-122"/>
              </a:defRPr>
            </a:lvl4pPr>
            <a:lvl5pPr marL="2057400" indent="-228600" algn="l" rtl="0" eaLnBrk="0" fontAlgn="base" hangingPunct="0">
              <a:lnSpc>
                <a:spcPct val="130000"/>
              </a:lnSpc>
              <a:spcBef>
                <a:spcPct val="20000"/>
              </a:spcBef>
              <a:spcAft>
                <a:spcPct val="0"/>
              </a:spcAft>
              <a:buClr>
                <a:srgbClr val="0000CC"/>
              </a:buClr>
              <a:buSzPct val="80000"/>
              <a:buFont typeface="Wingdings" panose="05000000000000000000" pitchFamily="2" charset="2"/>
              <a:buChar char="o"/>
              <a:defRPr sz="2800" b="1">
                <a:solidFill>
                  <a:srgbClr val="0000FF"/>
                </a:solidFill>
                <a:latin typeface="Arial Narrow" panose="020B0606020202030204" pitchFamily="34" charset="0"/>
                <a:ea typeface="楷体_GB2312" charset="-122"/>
                <a:cs typeface="楷体_GB2312" charset="-122"/>
              </a:defRPr>
            </a:lvl5pPr>
          </a:lstStyle>
          <a:p>
            <a:pPr marL="0" lvl="0" indent="0">
              <a:lnSpc>
                <a:spcPct val="100000"/>
              </a:lnSpc>
              <a:spcBef>
                <a:spcPct val="0"/>
              </a:spcBef>
            </a:pPr>
            <a:endParaRPr lang="zh-CN" altLang="en-US" sz="1800" dirty="0">
              <a:solidFill>
                <a:srgbClr val="007A77"/>
              </a:solidFill>
              <a:latin typeface="Arial" panose="020B0604020202020204" pitchFamily="34" charset="0"/>
            </a:endParaRPr>
          </a:p>
        </p:txBody>
      </p:sp>
      <p:sp>
        <p:nvSpPr>
          <p:cNvPr id="216142" name="灯片编号占位符 1"/>
          <p:cNvSpPr txBox="1">
            <a:spLocks noGrp="1"/>
          </p:cNvSpPr>
          <p:nvPr>
            <p:ph type="sldNum" sz="quarter" idx="11"/>
          </p:nvPr>
        </p:nvSpPr>
        <p:spPr>
          <a:xfrm>
            <a:off x="8388350" y="6453188"/>
            <a:ext cx="720725" cy="360362"/>
          </a:xfrm>
          <a:noFill/>
          <a:ln>
            <a:noFill/>
          </a:ln>
        </p:spPr>
        <p:txBody>
          <a:bodyPr/>
          <a:p>
            <a:pPr marL="0" indent="0" algn="ctr" eaLnBrk="1" hangingPunct="1">
              <a:lnSpc>
                <a:spcPct val="100000"/>
              </a:lnSpc>
              <a:spcBef>
                <a:spcPct val="0"/>
              </a:spcBef>
            </a:pPr>
            <a:fld id="{9A0DB2DC-4C9A-4742-B13C-FB6460FD3503}" type="slidenum">
              <a:rPr lang="en-US" altLang="zh-CN" sz="1600" dirty="0">
                <a:solidFill>
                  <a:srgbClr val="000000"/>
                </a:solidFill>
                <a:ea typeface="楷体_GB2312" charset="-122"/>
              </a:rPr>
            </a:fld>
            <a:endParaRPr lang="en-US" altLang="zh-CN" sz="1600" dirty="0">
              <a:solidFill>
                <a:srgbClr val="000000"/>
              </a:solidFill>
              <a:ea typeface="楷体_GB2312" charset="-122"/>
            </a:endParaRPr>
          </a:p>
        </p:txBody>
      </p:sp>
    </p:spTree>
  </p:cSld>
  <p:clrMapOvr>
    <a:masterClrMapping/>
  </p:clrMapOvr>
  <p:transition spd="slow">
    <p:randomBar dir="vert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538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17090" name="Text Box 17"/>
          <p:cNvSpPr txBox="1"/>
          <p:nvPr/>
        </p:nvSpPr>
        <p:spPr>
          <a:xfrm>
            <a:off x="534988" y="2046288"/>
            <a:ext cx="8213725" cy="1641475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lnSpc>
                <a:spcPct val="130000"/>
              </a:lnSpc>
              <a:spcBef>
                <a:spcPct val="20000"/>
              </a:spcBef>
              <a:spcAft>
                <a:spcPct val="0"/>
              </a:spcAft>
              <a:defRPr sz="2400">
                <a:solidFill>
                  <a:srgbClr val="0000FF"/>
                </a:solidFill>
                <a:latin typeface="Times New Roman" panose="02020603050405020304" pitchFamily="18" charset="0"/>
                <a:ea typeface="+mn-ea"/>
                <a:cs typeface="+mn-cs"/>
              </a:defRPr>
            </a:lvl1pPr>
            <a:lvl2pPr marL="742950" indent="-285750" algn="l" rtl="0" eaLnBrk="0" fontAlgn="base" hangingPunct="0">
              <a:lnSpc>
                <a:spcPct val="130000"/>
              </a:lnSpc>
              <a:spcBef>
                <a:spcPct val="20000"/>
              </a:spcBef>
              <a:spcAft>
                <a:spcPct val="0"/>
              </a:spcAft>
              <a:buClr>
                <a:srgbClr val="0000CC"/>
              </a:buClr>
              <a:buSzPct val="80000"/>
              <a:buFont typeface="Wingdings" panose="05000000000000000000" pitchFamily="2" charset="2"/>
              <a:buChar char="o"/>
              <a:defRPr sz="3000" b="1">
                <a:solidFill>
                  <a:srgbClr val="0000FF"/>
                </a:solidFill>
                <a:latin typeface="Arial Narrow" panose="020B0606020202030204" pitchFamily="34" charset="0"/>
                <a:ea typeface="楷体_GB2312" charset="-122"/>
                <a:cs typeface="楷体_GB2312" charset="-122"/>
              </a:defRPr>
            </a:lvl2pPr>
            <a:lvl3pPr marL="1143000" indent="-228600" algn="l" rtl="0" eaLnBrk="0" fontAlgn="base" hangingPunct="0">
              <a:lnSpc>
                <a:spcPct val="130000"/>
              </a:lnSpc>
              <a:spcBef>
                <a:spcPct val="20000"/>
              </a:spcBef>
              <a:spcAft>
                <a:spcPct val="0"/>
              </a:spcAft>
              <a:buClr>
                <a:srgbClr val="0000CC"/>
              </a:buClr>
              <a:buSzPct val="80000"/>
              <a:buFont typeface="Wingdings" panose="05000000000000000000" pitchFamily="2" charset="2"/>
              <a:buChar char="n"/>
              <a:defRPr sz="3000" b="1">
                <a:solidFill>
                  <a:srgbClr val="0000FF"/>
                </a:solidFill>
                <a:latin typeface="Arial Narrow" panose="020B0606020202030204" pitchFamily="34" charset="0"/>
                <a:ea typeface="楷体_GB2312" charset="-122"/>
                <a:cs typeface="楷体_GB2312" charset="-122"/>
              </a:defRPr>
            </a:lvl3pPr>
            <a:lvl4pPr marL="1600200" indent="-228600" algn="l" rtl="0" eaLnBrk="0" fontAlgn="base" hangingPunct="0">
              <a:lnSpc>
                <a:spcPct val="130000"/>
              </a:lnSpc>
              <a:spcBef>
                <a:spcPct val="20000"/>
              </a:spcBef>
              <a:spcAft>
                <a:spcPct val="0"/>
              </a:spcAft>
              <a:buClr>
                <a:srgbClr val="0000CC"/>
              </a:buClr>
              <a:buSzPct val="80000"/>
              <a:buFont typeface="Wingdings" panose="05000000000000000000" pitchFamily="2" charset="2"/>
              <a:buChar char="o"/>
              <a:defRPr sz="2800" b="1">
                <a:solidFill>
                  <a:srgbClr val="0000FF"/>
                </a:solidFill>
                <a:latin typeface="Arial Narrow" panose="020B0606020202030204" pitchFamily="34" charset="0"/>
                <a:ea typeface="楷体_GB2312" charset="-122"/>
                <a:cs typeface="楷体_GB2312" charset="-122"/>
              </a:defRPr>
            </a:lvl4pPr>
            <a:lvl5pPr marL="2057400" indent="-228600" algn="l" rtl="0" eaLnBrk="0" fontAlgn="base" hangingPunct="0">
              <a:lnSpc>
                <a:spcPct val="130000"/>
              </a:lnSpc>
              <a:spcBef>
                <a:spcPct val="20000"/>
              </a:spcBef>
              <a:spcAft>
                <a:spcPct val="0"/>
              </a:spcAft>
              <a:buClr>
                <a:srgbClr val="0000CC"/>
              </a:buClr>
              <a:buSzPct val="80000"/>
              <a:buFont typeface="Wingdings" panose="05000000000000000000" pitchFamily="2" charset="2"/>
              <a:buChar char="o"/>
              <a:defRPr sz="2800" b="1">
                <a:solidFill>
                  <a:srgbClr val="0000FF"/>
                </a:solidFill>
                <a:latin typeface="Arial Narrow" panose="020B0606020202030204" pitchFamily="34" charset="0"/>
                <a:ea typeface="楷体_GB2312" charset="-122"/>
                <a:cs typeface="楷体_GB2312" charset="-122"/>
              </a:defRPr>
            </a:lvl5pPr>
          </a:lstStyle>
          <a:p>
            <a:pPr marL="0" lvl="0" indent="0" algn="r" eaLnBrk="1" hangingPunct="1">
              <a:lnSpc>
                <a:spcPct val="100000"/>
              </a:lnSpc>
              <a:spcBef>
                <a:spcPct val="10000"/>
              </a:spcBef>
            </a:pPr>
            <a:endParaRPr lang="en-US" altLang="zh-CN" sz="4800" b="1" dirty="0">
              <a:solidFill>
                <a:srgbClr val="0000CC"/>
              </a:solidFill>
              <a:latin typeface="Arial" panose="020B0604020202020204" pitchFamily="34" charset="0"/>
              <a:ea typeface="楷体_GB2312" charset="-122"/>
            </a:endParaRPr>
          </a:p>
          <a:p>
            <a:pPr marL="0" lvl="0" indent="0" algn="ctr" eaLnBrk="1" hangingPunct="1">
              <a:lnSpc>
                <a:spcPct val="100000"/>
              </a:lnSpc>
              <a:spcBef>
                <a:spcPct val="10000"/>
              </a:spcBef>
            </a:pPr>
            <a:r>
              <a:rPr lang="en-US" altLang="zh-CN" sz="4800" dirty="0">
                <a:solidFill>
                  <a:srgbClr val="FF0000"/>
                </a:solidFill>
                <a:latin typeface="Arial" panose="020B0604020202020204" pitchFamily="34" charset="0"/>
                <a:ea typeface="楷体_GB2312" charset="-122"/>
              </a:rPr>
              <a:t>Verilog </a:t>
            </a:r>
            <a:r>
              <a:rPr lang="zh-CN" altLang="en-US" sz="4800" dirty="0">
                <a:solidFill>
                  <a:srgbClr val="FF0000"/>
                </a:solidFill>
                <a:latin typeface="Arial" panose="020B0604020202020204" pitchFamily="34" charset="0"/>
                <a:ea typeface="楷体_GB2312" charset="-122"/>
              </a:rPr>
              <a:t>规范 </a:t>
            </a:r>
            <a:endParaRPr lang="zh-CN" altLang="en-US" sz="4800" dirty="0">
              <a:solidFill>
                <a:srgbClr val="FF0000"/>
              </a:solidFill>
              <a:latin typeface="Arial" panose="020B0604020202020204" pitchFamily="34" charset="0"/>
              <a:ea typeface="楷体_GB2312" charset="-122"/>
            </a:endParaRPr>
          </a:p>
        </p:txBody>
      </p:sp>
      <p:sp>
        <p:nvSpPr>
          <p:cNvPr id="217091" name="灯片编号占位符 2"/>
          <p:cNvSpPr txBox="1">
            <a:spLocks noGrp="1"/>
          </p:cNvSpPr>
          <p:nvPr>
            <p:ph type="sldNum" sz="quarter" idx="11"/>
          </p:nvPr>
        </p:nvSpPr>
        <p:spPr>
          <a:xfrm>
            <a:off x="8388350" y="6453188"/>
            <a:ext cx="720725" cy="360362"/>
          </a:xfrm>
          <a:noFill/>
          <a:ln>
            <a:noFill/>
          </a:ln>
        </p:spPr>
        <p:txBody>
          <a:bodyPr/>
          <a:p>
            <a:pPr marL="0" indent="0" algn="ctr" eaLnBrk="1" hangingPunct="1">
              <a:lnSpc>
                <a:spcPct val="100000"/>
              </a:lnSpc>
              <a:spcBef>
                <a:spcPct val="0"/>
              </a:spcBef>
            </a:pPr>
            <a:fld id="{9A0DB2DC-4C9A-4742-B13C-FB6460FD3503}" type="slidenum">
              <a:rPr lang="en-US" altLang="zh-CN" sz="1600" dirty="0">
                <a:solidFill>
                  <a:srgbClr val="000000"/>
                </a:solidFill>
                <a:ea typeface="楷体_GB2312" charset="-122"/>
              </a:rPr>
            </a:fld>
            <a:endParaRPr lang="en-US" altLang="zh-CN" sz="1600" dirty="0">
              <a:solidFill>
                <a:srgbClr val="000000"/>
              </a:solidFill>
              <a:ea typeface="楷体_GB2312" charset="-122"/>
            </a:endParaRPr>
          </a:p>
        </p:txBody>
      </p:sp>
    </p:spTree>
  </p:cSld>
  <p:clrMapOvr>
    <a:masterClrMapping/>
  </p:clrMapOvr>
  <p:transition spd="slow">
    <p:randomBar dir="vert"/>
  </p:transition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18114" name="日期占位符 1"/>
          <p:cNvSpPr txBox="1">
            <a:spLocks noGrp="1"/>
          </p:cNvSpPr>
          <p:nvPr>
            <p:ph type="dt" sz="half" idx="10"/>
          </p:nvPr>
        </p:nvSpPr>
        <p:spPr>
          <a:xfrm>
            <a:off x="457200" y="6453188"/>
            <a:ext cx="2133600" cy="360362"/>
          </a:xfrm>
          <a:noFill/>
          <a:ln>
            <a:noFill/>
          </a:ln>
        </p:spPr>
        <p:txBody>
          <a:bodyPr/>
          <a:p>
            <a:pPr marL="0" indent="0" eaLnBrk="1" hangingPunct="1">
              <a:lnSpc>
                <a:spcPct val="100000"/>
              </a:lnSpc>
              <a:spcBef>
                <a:spcPct val="0"/>
              </a:spcBef>
            </a:pPr>
            <a:fld id="{BB962C8B-B14F-4D97-AF65-F5344CB8AC3E}" type="datetime1">
              <a:rPr lang="zh-CN" altLang="en-US" sz="1600" dirty="0">
                <a:solidFill>
                  <a:srgbClr val="000000"/>
                </a:solidFill>
              </a:rPr>
            </a:fld>
            <a:endParaRPr lang="zh-CN" altLang="en-US" sz="1600" dirty="0">
              <a:solidFill>
                <a:srgbClr val="000000"/>
              </a:solidFill>
            </a:endParaRPr>
          </a:p>
        </p:txBody>
      </p:sp>
      <p:sp>
        <p:nvSpPr>
          <p:cNvPr id="218115" name="灯片编号占位符 2"/>
          <p:cNvSpPr txBox="1">
            <a:spLocks noGrp="1"/>
          </p:cNvSpPr>
          <p:nvPr>
            <p:ph type="sldNum" sz="quarter" idx="11"/>
          </p:nvPr>
        </p:nvSpPr>
        <p:spPr>
          <a:xfrm>
            <a:off x="8388350" y="6453188"/>
            <a:ext cx="720725" cy="360362"/>
          </a:xfrm>
          <a:noFill/>
          <a:ln>
            <a:noFill/>
          </a:ln>
        </p:spPr>
        <p:txBody>
          <a:bodyPr/>
          <a:p>
            <a:pPr marL="0" indent="0" algn="ctr" eaLnBrk="1" hangingPunct="1">
              <a:lnSpc>
                <a:spcPct val="100000"/>
              </a:lnSpc>
              <a:spcBef>
                <a:spcPct val="0"/>
              </a:spcBef>
            </a:pPr>
            <a:fld id="{9A0DB2DC-4C9A-4742-B13C-FB6460FD3503}" type="slidenum">
              <a:rPr lang="en-US" altLang="zh-CN" sz="1600" dirty="0">
                <a:solidFill>
                  <a:srgbClr val="000000"/>
                </a:solidFill>
                <a:ea typeface="楷体_GB2312" charset="-122"/>
              </a:rPr>
            </a:fld>
            <a:endParaRPr lang="en-US" altLang="zh-CN" sz="1600" dirty="0">
              <a:solidFill>
                <a:srgbClr val="000000"/>
              </a:solidFill>
              <a:ea typeface="楷体_GB2312" charset="-122"/>
            </a:endParaRPr>
          </a:p>
        </p:txBody>
      </p:sp>
      <p:sp>
        <p:nvSpPr>
          <p:cNvPr id="8197" name="Text Box 3"/>
          <p:cNvSpPr txBox="1">
            <a:spLocks noChangeArrowheads="1"/>
          </p:cNvSpPr>
          <p:nvPr/>
        </p:nvSpPr>
        <p:spPr bwMode="auto">
          <a:xfrm>
            <a:off x="565150" y="1155700"/>
            <a:ext cx="8197850" cy="5129213"/>
          </a:xfrm>
          <a:prstGeom prst="rect">
            <a:avLst/>
          </a:prstGeom>
          <a:noFill/>
          <a:ln>
            <a:noFill/>
          </a:ln>
        </p:spPr>
        <p:txBody>
          <a:bodyPr>
            <a:spAutoFit/>
          </a:bodyPr>
          <a:lstStyle>
            <a:lvl1pPr>
              <a:lnSpc>
                <a:spcPct val="130000"/>
              </a:lnSpc>
              <a:spcBef>
                <a:spcPct val="20000"/>
              </a:spcBef>
              <a:defRPr kumimoji="1" sz="2400">
                <a:solidFill>
                  <a:srgbClr val="0000FF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rgbClr val="0000CC"/>
              </a:buClr>
              <a:buSzPct val="80000"/>
              <a:buFont typeface="Wingdings" panose="05000000000000000000" pitchFamily="2" charset="2"/>
              <a:buChar char="o"/>
              <a:defRPr sz="3000" b="1">
                <a:solidFill>
                  <a:srgbClr val="0000FF"/>
                </a:solidFill>
                <a:latin typeface="Arial Narrow" panose="020B0606020202030204" pitchFamily="34" charset="0"/>
                <a:ea typeface="楷体_GB2312" charset="-122"/>
              </a:defRPr>
            </a:lvl2pPr>
            <a:lvl3pPr marL="1143000" indent="-228600">
              <a:spcBef>
                <a:spcPct val="20000"/>
              </a:spcBef>
              <a:buClr>
                <a:srgbClr val="0000CC"/>
              </a:buClr>
              <a:buSzPct val="80000"/>
              <a:buFont typeface="Wingdings" panose="05000000000000000000" pitchFamily="2" charset="2"/>
              <a:buChar char="n"/>
              <a:defRPr sz="3000" b="1">
                <a:solidFill>
                  <a:srgbClr val="0000FF"/>
                </a:solidFill>
                <a:latin typeface="Arial Narrow" panose="020B0606020202030204" pitchFamily="34" charset="0"/>
                <a:ea typeface="楷体_GB2312" charset="-122"/>
              </a:defRPr>
            </a:lvl3pPr>
            <a:lvl4pPr marL="1600200" indent="-228600">
              <a:spcBef>
                <a:spcPct val="20000"/>
              </a:spcBef>
              <a:buClr>
                <a:srgbClr val="0000CC"/>
              </a:buClr>
              <a:buSzPct val="80000"/>
              <a:buFont typeface="Wingdings" panose="05000000000000000000" pitchFamily="2" charset="2"/>
              <a:buChar char="o"/>
              <a:defRPr sz="2800" b="1">
                <a:solidFill>
                  <a:srgbClr val="0000FF"/>
                </a:solidFill>
                <a:latin typeface="Arial Narrow" panose="020B0606020202030204" pitchFamily="34" charset="0"/>
                <a:ea typeface="楷体_GB2312" charset="-122"/>
              </a:defRPr>
            </a:lvl4pPr>
            <a:lvl5pPr marL="2057400" indent="-228600">
              <a:spcBef>
                <a:spcPct val="20000"/>
              </a:spcBef>
              <a:buClr>
                <a:srgbClr val="0000CC"/>
              </a:buClr>
              <a:buSzPct val="80000"/>
              <a:buFont typeface="Wingdings" panose="05000000000000000000" pitchFamily="2" charset="2"/>
              <a:buChar char="o"/>
              <a:defRPr sz="2800" b="1">
                <a:solidFill>
                  <a:srgbClr val="0000FF"/>
                </a:solidFill>
                <a:latin typeface="Arial Narrow" panose="020B0606020202030204" pitchFamily="34" charset="0"/>
                <a:ea typeface="楷体_GB231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CC"/>
              </a:buClr>
              <a:buSzPct val="80000"/>
              <a:buFont typeface="Wingdings" panose="05000000000000000000" pitchFamily="2" charset="2"/>
              <a:buChar char="o"/>
              <a:defRPr sz="2800" b="1">
                <a:solidFill>
                  <a:srgbClr val="0000FF"/>
                </a:solidFill>
                <a:latin typeface="Arial Narrow" panose="020B0606020202030204" pitchFamily="34" charset="0"/>
                <a:ea typeface="楷体_GB231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CC"/>
              </a:buClr>
              <a:buSzPct val="80000"/>
              <a:buFont typeface="Wingdings" panose="05000000000000000000" pitchFamily="2" charset="2"/>
              <a:buChar char="o"/>
              <a:defRPr sz="2800" b="1">
                <a:solidFill>
                  <a:srgbClr val="0000FF"/>
                </a:solidFill>
                <a:latin typeface="Arial Narrow" panose="020B0606020202030204" pitchFamily="34" charset="0"/>
                <a:ea typeface="楷体_GB231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CC"/>
              </a:buClr>
              <a:buSzPct val="80000"/>
              <a:buFont typeface="Wingdings" panose="05000000000000000000" pitchFamily="2" charset="2"/>
              <a:buChar char="o"/>
              <a:defRPr sz="2800" b="1">
                <a:solidFill>
                  <a:srgbClr val="0000FF"/>
                </a:solidFill>
                <a:latin typeface="Arial Narrow" panose="020B0606020202030204" pitchFamily="34" charset="0"/>
                <a:ea typeface="楷体_GB231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CC"/>
              </a:buClr>
              <a:buSzPct val="80000"/>
              <a:buFont typeface="Wingdings" panose="05000000000000000000" pitchFamily="2" charset="2"/>
              <a:buChar char="o"/>
              <a:defRPr sz="2800" b="1">
                <a:solidFill>
                  <a:srgbClr val="0000FF"/>
                </a:solidFill>
                <a:latin typeface="Arial Narrow" panose="020B0606020202030204" pitchFamily="34" charset="0"/>
                <a:ea typeface="楷体_GB2312" charset="-122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3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华文中宋" panose="02010600040101010101" pitchFamily="2" charset="-122"/>
                <a:ea typeface="华文中宋" panose="02010600040101010101" pitchFamily="2" charset="-122"/>
                <a:cs typeface="+mn-cs"/>
              </a:rPr>
              <a:t>1.</a:t>
            </a:r>
            <a:r>
              <a:rPr kumimoji="1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华文中宋" panose="02010600040101010101" pitchFamily="2" charset="-122"/>
                <a:ea typeface="华文中宋" panose="02010600040101010101" pitchFamily="2" charset="-122"/>
                <a:cs typeface="+mn-cs"/>
              </a:rPr>
              <a:t>设计不用的语法</a:t>
            </a:r>
            <a:endParaRPr kumimoji="1" lang="en-US" altLang="zh-CN" sz="2400" b="1" i="0" u="none" strike="noStrike" kern="1200" cap="none" spc="0" normalizeH="0" baseline="0" noProof="0" dirty="0">
              <a:ln>
                <a:noFill/>
              </a:ln>
              <a:solidFill>
                <a:srgbClr val="0000FF"/>
              </a:solidFill>
              <a:effectLst/>
              <a:uLnTx/>
              <a:uFillTx/>
              <a:latin typeface="华文中宋" panose="02010600040101010101" pitchFamily="2" charset="-122"/>
              <a:ea typeface="华文中宋" panose="02010600040101010101" pitchFamily="2" charset="-122"/>
              <a:cs typeface="+mn-cs"/>
            </a:endParaRPr>
          </a:p>
          <a:p>
            <a:pPr marL="457200" marR="0" lvl="0" indent="-457200" algn="l" defTabSz="914400" rtl="0" eaLnBrk="0" fontAlgn="base" latinLnBrk="0" hangingPunct="0">
              <a:lnSpc>
                <a:spcPct val="123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Char char="•"/>
              <a:defRPr/>
            </a:pPr>
            <a:r>
              <a:rPr kumimoji="1" lang="en-US" altLang="zh-CN" sz="20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initial</a:t>
            </a:r>
            <a:r>
              <a:rPr kumimoji="1" lang="zh-CN" altLang="en-US" sz="20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，在进行电路设计时候，绝对不要用。只是在仿真时候用来写测试文件。</a:t>
            </a:r>
            <a:endParaRPr kumimoji="1" lang="en-US" altLang="zh-CN" sz="2000" b="1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  <a:p>
            <a:pPr marL="457200" marR="0" lvl="0" indent="-457200" algn="l" defTabSz="914400" rtl="0" eaLnBrk="0" fontAlgn="base" latinLnBrk="0" hangingPunct="0">
              <a:lnSpc>
                <a:spcPct val="123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Char char="•"/>
              <a:defRPr/>
            </a:pPr>
            <a:r>
              <a:rPr kumimoji="1" lang="en-US" altLang="zh-CN" sz="20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task/function</a:t>
            </a:r>
            <a:r>
              <a:rPr kumimoji="1" lang="zh-CN" altLang="en-US" sz="20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用于定义任务和函数，设计不用，仿真也很少用。</a:t>
            </a:r>
            <a:endParaRPr kumimoji="1" lang="en-US" altLang="zh-CN" sz="2000" b="1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  <a:p>
            <a:pPr marL="457200" marR="0" lvl="0" indent="-457200" algn="l" defTabSz="914400" rtl="0" eaLnBrk="0" fontAlgn="base" latinLnBrk="0" hangingPunct="0">
              <a:lnSpc>
                <a:spcPct val="123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Char char="•"/>
              <a:defRPr/>
            </a:pPr>
            <a:r>
              <a:rPr kumimoji="1" lang="en-US" altLang="zh-CN" sz="20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for/while/repeat/forever</a:t>
            </a:r>
            <a:r>
              <a:rPr kumimoji="1" lang="zh-CN" altLang="en-US" sz="20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，除了</a:t>
            </a:r>
            <a:r>
              <a:rPr kumimoji="1" lang="en-US" altLang="zh-CN" sz="20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for</a:t>
            </a:r>
            <a:r>
              <a:rPr kumimoji="1" lang="zh-CN" altLang="en-US" sz="20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以外，其他三个在设计中绝对不要用，</a:t>
            </a:r>
            <a:r>
              <a:rPr kumimoji="1" lang="en-US" altLang="zh-CN" sz="20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for</a:t>
            </a:r>
            <a:r>
              <a:rPr kumimoji="1" lang="zh-CN" altLang="en-US" sz="20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也慎用。在仿真时，用</a:t>
            </a:r>
            <a:r>
              <a:rPr kumimoji="1" lang="en-US" altLang="zh-CN" sz="20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for</a:t>
            </a:r>
            <a:r>
              <a:rPr kumimoji="1" lang="zh-CN" altLang="en-US" sz="20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产生重复信号，用</a:t>
            </a:r>
            <a:r>
              <a:rPr kumimoji="1" lang="en-US" altLang="zh-CN" sz="20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forever</a:t>
            </a:r>
            <a:r>
              <a:rPr kumimoji="1" lang="zh-CN" altLang="en-US" sz="20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产生时钟，用</a:t>
            </a:r>
            <a:r>
              <a:rPr kumimoji="1" lang="en-US" altLang="zh-CN" sz="20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repeat</a:t>
            </a:r>
            <a:r>
              <a:rPr kumimoji="1" lang="zh-CN" altLang="en-US" sz="20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做一些重复的测试等。会基本就可以了。</a:t>
            </a:r>
            <a:endParaRPr kumimoji="1" lang="en-US" altLang="zh-CN" sz="2000" b="1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  <a:p>
            <a:pPr marL="457200" marR="0" lvl="0" indent="-457200" algn="l" defTabSz="914400" rtl="0" eaLnBrk="0" fontAlgn="base" latinLnBrk="0" hangingPunct="0">
              <a:lnSpc>
                <a:spcPct val="123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Char char="•"/>
              <a:defRPr/>
            </a:pPr>
            <a:r>
              <a:rPr kumimoji="1" lang="en-US" altLang="zh-CN" sz="20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integer</a:t>
            </a:r>
            <a:r>
              <a:rPr kumimoji="1" lang="zh-CN" altLang="en-US" sz="20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，用于整型变量，在设计时候不使用，在一些测试可能会用到。记住，用到的类型只有</a:t>
            </a:r>
            <a:r>
              <a:rPr kumimoji="1" lang="en-US" altLang="zh-CN" sz="20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reg</a:t>
            </a:r>
            <a:r>
              <a:rPr kumimoji="1" lang="zh-CN" altLang="en-US" sz="20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和</a:t>
            </a:r>
            <a:r>
              <a:rPr kumimoji="1" lang="en-US" altLang="zh-CN" sz="20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wire</a:t>
            </a:r>
            <a:r>
              <a:rPr kumimoji="1" lang="zh-CN" altLang="en-US" sz="20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。</a:t>
            </a:r>
            <a:endParaRPr kumimoji="1" lang="en-US" altLang="zh-CN" sz="2000" b="1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  <a:p>
            <a:pPr marL="457200" marR="0" lvl="0" indent="-457200" algn="l" defTabSz="914400" rtl="0" eaLnBrk="0" fontAlgn="base" latinLnBrk="0" hangingPunct="0">
              <a:lnSpc>
                <a:spcPct val="123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Char char="•"/>
              <a:defRPr/>
            </a:pPr>
            <a:r>
              <a:rPr kumimoji="1" lang="en-US" altLang="zh-CN" sz="2000" b="1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casex</a:t>
            </a:r>
            <a:r>
              <a:rPr kumimoji="1" lang="zh-CN" altLang="en-US" sz="20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和</a:t>
            </a:r>
            <a:r>
              <a:rPr kumimoji="1" lang="en-US" altLang="zh-CN" sz="2000" b="1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casez</a:t>
            </a:r>
            <a:r>
              <a:rPr kumimoji="1" lang="zh-CN" altLang="en-US" sz="20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在设计和仿真中最好都不使用。</a:t>
            </a:r>
            <a:endParaRPr kumimoji="1" lang="en-US" altLang="zh-CN" sz="2000" b="1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  <a:p>
            <a:pPr marL="457200" marR="0" lvl="0" indent="-457200" algn="l" defTabSz="914400" rtl="0" eaLnBrk="0" fontAlgn="base" latinLnBrk="0" hangingPunct="0">
              <a:lnSpc>
                <a:spcPct val="123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Char char="•"/>
              <a:defRPr/>
            </a:pPr>
            <a:r>
              <a:rPr kumimoji="1" lang="en-US" altLang="zh-CN" sz="20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force/wait/fork</a:t>
            </a:r>
            <a:r>
              <a:rPr kumimoji="1" lang="zh-CN" altLang="en-US" sz="20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，在设计中不要用，在仿真很少用。</a:t>
            </a:r>
            <a:endParaRPr kumimoji="1" lang="en-US" altLang="zh-CN" sz="2000" b="1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  <a:p>
            <a:pPr marL="457200" marR="0" lvl="0" indent="-457200" algn="l" defTabSz="914400" rtl="0" eaLnBrk="0" fontAlgn="base" latinLnBrk="0" hangingPunct="0">
              <a:lnSpc>
                <a:spcPct val="123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Char char="•"/>
              <a:defRPr/>
            </a:pPr>
            <a:r>
              <a:rPr kumimoji="1" lang="en-US" altLang="zh-CN" sz="20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#5</a:t>
            </a:r>
            <a:r>
              <a:rPr kumimoji="1" lang="zh-CN" altLang="en-US" sz="20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，延时语句，设计中不使用，无法综合。仿真时使用。</a:t>
            </a:r>
            <a:endParaRPr kumimoji="1" lang="en-US" altLang="zh-CN" sz="2400" b="1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218117" name="标题 1"/>
          <p:cNvSpPr txBox="1"/>
          <p:nvPr/>
        </p:nvSpPr>
        <p:spPr>
          <a:xfrm>
            <a:off x="508000" y="479425"/>
            <a:ext cx="6746875" cy="584200"/>
          </a:xfrm>
          <a:prstGeom prst="rect">
            <a:avLst/>
          </a:prstGeom>
          <a:noFill/>
          <a:ln w="9525">
            <a:noFill/>
          </a:ln>
        </p:spPr>
        <p:txBody>
          <a:bodyPr/>
          <a:lstStyle>
            <a:lvl1pPr marL="342900" indent="-342900" algn="l" rtl="0" eaLnBrk="0" fontAlgn="base" hangingPunct="0">
              <a:lnSpc>
                <a:spcPct val="130000"/>
              </a:lnSpc>
              <a:spcBef>
                <a:spcPct val="20000"/>
              </a:spcBef>
              <a:spcAft>
                <a:spcPct val="0"/>
              </a:spcAft>
              <a:defRPr sz="2400">
                <a:solidFill>
                  <a:srgbClr val="0000FF"/>
                </a:solidFill>
                <a:latin typeface="Times New Roman" panose="02020603050405020304" pitchFamily="18" charset="0"/>
                <a:ea typeface="+mn-ea"/>
                <a:cs typeface="+mn-cs"/>
              </a:defRPr>
            </a:lvl1pPr>
            <a:lvl2pPr marL="742950" indent="-285750" algn="l" rtl="0" eaLnBrk="0" fontAlgn="base" hangingPunct="0">
              <a:lnSpc>
                <a:spcPct val="130000"/>
              </a:lnSpc>
              <a:spcBef>
                <a:spcPct val="20000"/>
              </a:spcBef>
              <a:spcAft>
                <a:spcPct val="0"/>
              </a:spcAft>
              <a:buClr>
                <a:srgbClr val="0000CC"/>
              </a:buClr>
              <a:buSzPct val="80000"/>
              <a:buFont typeface="Wingdings" panose="05000000000000000000" pitchFamily="2" charset="2"/>
              <a:buChar char="o"/>
              <a:defRPr sz="3000" b="1">
                <a:solidFill>
                  <a:srgbClr val="0000FF"/>
                </a:solidFill>
                <a:latin typeface="Arial Narrow" panose="020B0606020202030204" pitchFamily="34" charset="0"/>
                <a:ea typeface="楷体_GB2312" charset="-122"/>
                <a:cs typeface="楷体_GB2312" charset="-122"/>
              </a:defRPr>
            </a:lvl2pPr>
            <a:lvl3pPr marL="1143000" indent="-228600" algn="l" rtl="0" eaLnBrk="0" fontAlgn="base" hangingPunct="0">
              <a:lnSpc>
                <a:spcPct val="130000"/>
              </a:lnSpc>
              <a:spcBef>
                <a:spcPct val="20000"/>
              </a:spcBef>
              <a:spcAft>
                <a:spcPct val="0"/>
              </a:spcAft>
              <a:buClr>
                <a:srgbClr val="0000CC"/>
              </a:buClr>
              <a:buSzPct val="80000"/>
              <a:buFont typeface="Wingdings" panose="05000000000000000000" pitchFamily="2" charset="2"/>
              <a:buChar char="n"/>
              <a:defRPr sz="3000" b="1">
                <a:solidFill>
                  <a:srgbClr val="0000FF"/>
                </a:solidFill>
                <a:latin typeface="Arial Narrow" panose="020B0606020202030204" pitchFamily="34" charset="0"/>
                <a:ea typeface="楷体_GB2312" charset="-122"/>
                <a:cs typeface="楷体_GB2312" charset="-122"/>
              </a:defRPr>
            </a:lvl3pPr>
            <a:lvl4pPr marL="1600200" indent="-228600" algn="l" rtl="0" eaLnBrk="0" fontAlgn="base" hangingPunct="0">
              <a:lnSpc>
                <a:spcPct val="130000"/>
              </a:lnSpc>
              <a:spcBef>
                <a:spcPct val="20000"/>
              </a:spcBef>
              <a:spcAft>
                <a:spcPct val="0"/>
              </a:spcAft>
              <a:buClr>
                <a:srgbClr val="0000CC"/>
              </a:buClr>
              <a:buSzPct val="80000"/>
              <a:buFont typeface="Wingdings" panose="05000000000000000000" pitchFamily="2" charset="2"/>
              <a:buChar char="o"/>
              <a:defRPr sz="2800" b="1">
                <a:solidFill>
                  <a:srgbClr val="0000FF"/>
                </a:solidFill>
                <a:latin typeface="Arial Narrow" panose="020B0606020202030204" pitchFamily="34" charset="0"/>
                <a:ea typeface="楷体_GB2312" charset="-122"/>
                <a:cs typeface="楷体_GB2312" charset="-122"/>
              </a:defRPr>
            </a:lvl4pPr>
            <a:lvl5pPr marL="2057400" indent="-228600" algn="l" rtl="0" eaLnBrk="0" fontAlgn="base" hangingPunct="0">
              <a:lnSpc>
                <a:spcPct val="130000"/>
              </a:lnSpc>
              <a:spcBef>
                <a:spcPct val="20000"/>
              </a:spcBef>
              <a:spcAft>
                <a:spcPct val="0"/>
              </a:spcAft>
              <a:buClr>
                <a:srgbClr val="0000CC"/>
              </a:buClr>
              <a:buSzPct val="80000"/>
              <a:buFont typeface="Wingdings" panose="05000000000000000000" pitchFamily="2" charset="2"/>
              <a:buChar char="o"/>
              <a:defRPr sz="2800" b="1">
                <a:solidFill>
                  <a:srgbClr val="0000FF"/>
                </a:solidFill>
                <a:latin typeface="Arial Narrow" panose="020B0606020202030204" pitchFamily="34" charset="0"/>
                <a:ea typeface="楷体_GB2312" charset="-122"/>
                <a:cs typeface="楷体_GB2312" charset="-122"/>
              </a:defRPr>
            </a:lvl5pPr>
          </a:lstStyle>
          <a:p>
            <a:pPr marL="0" lvl="0" indent="0" eaLnBrk="1" hangingPunct="1">
              <a:lnSpc>
                <a:spcPct val="100000"/>
              </a:lnSpc>
              <a:spcBef>
                <a:spcPct val="0"/>
              </a:spcBef>
            </a:pPr>
            <a:r>
              <a:rPr lang="zh-CN" altLang="en-US" sz="2800" b="1" dirty="0">
                <a:solidFill>
                  <a:srgbClr val="FF0000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电路设计的语法</a:t>
            </a:r>
            <a:endParaRPr lang="en-US" altLang="zh-CN" sz="2800" b="1" dirty="0">
              <a:solidFill>
                <a:srgbClr val="FF0000"/>
              </a:solidFill>
              <a:latin typeface="华文中宋" panose="02010600040101010101" pitchFamily="2" charset="-122"/>
              <a:ea typeface="华文中宋" panose="02010600040101010101" pitchFamily="2" charset="-122"/>
            </a:endParaRPr>
          </a:p>
        </p:txBody>
      </p:sp>
    </p:spTree>
  </p:cSld>
  <p:clrMapOvr>
    <a:masterClrMapping/>
  </p:clrMapOvr>
  <p:transition spd="slow">
    <p:randomBar dir="vert"/>
  </p:transition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19138" name="日期占位符 1"/>
          <p:cNvSpPr txBox="1">
            <a:spLocks noGrp="1"/>
          </p:cNvSpPr>
          <p:nvPr>
            <p:ph type="dt" sz="half" idx="10"/>
          </p:nvPr>
        </p:nvSpPr>
        <p:spPr>
          <a:xfrm>
            <a:off x="457200" y="6453188"/>
            <a:ext cx="2133600" cy="360362"/>
          </a:xfrm>
          <a:noFill/>
          <a:ln>
            <a:noFill/>
          </a:ln>
        </p:spPr>
        <p:txBody>
          <a:bodyPr/>
          <a:p>
            <a:pPr marL="0" indent="0" eaLnBrk="1" hangingPunct="1">
              <a:lnSpc>
                <a:spcPct val="100000"/>
              </a:lnSpc>
              <a:spcBef>
                <a:spcPct val="0"/>
              </a:spcBef>
            </a:pPr>
            <a:fld id="{BB962C8B-B14F-4D97-AF65-F5344CB8AC3E}" type="datetime1">
              <a:rPr lang="zh-CN" altLang="en-US" sz="1600" dirty="0">
                <a:solidFill>
                  <a:srgbClr val="000000"/>
                </a:solidFill>
              </a:rPr>
            </a:fld>
            <a:endParaRPr lang="zh-CN" altLang="en-US" sz="1600" dirty="0">
              <a:solidFill>
                <a:srgbClr val="000000"/>
              </a:solidFill>
            </a:endParaRPr>
          </a:p>
        </p:txBody>
      </p:sp>
      <p:sp>
        <p:nvSpPr>
          <p:cNvPr id="219139" name="灯片编号占位符 2"/>
          <p:cNvSpPr txBox="1">
            <a:spLocks noGrp="1"/>
          </p:cNvSpPr>
          <p:nvPr>
            <p:ph type="sldNum" sz="quarter" idx="11"/>
          </p:nvPr>
        </p:nvSpPr>
        <p:spPr>
          <a:xfrm>
            <a:off x="8388350" y="6453188"/>
            <a:ext cx="720725" cy="360362"/>
          </a:xfrm>
          <a:noFill/>
          <a:ln>
            <a:noFill/>
          </a:ln>
        </p:spPr>
        <p:txBody>
          <a:bodyPr/>
          <a:p>
            <a:pPr marL="0" indent="0" algn="ctr" eaLnBrk="1" hangingPunct="1">
              <a:lnSpc>
                <a:spcPct val="100000"/>
              </a:lnSpc>
              <a:spcBef>
                <a:spcPct val="0"/>
              </a:spcBef>
            </a:pPr>
            <a:fld id="{9A0DB2DC-4C9A-4742-B13C-FB6460FD3503}" type="slidenum">
              <a:rPr lang="en-US" altLang="zh-CN" sz="1600" dirty="0">
                <a:solidFill>
                  <a:srgbClr val="000000"/>
                </a:solidFill>
                <a:ea typeface="楷体_GB2312" charset="-122"/>
              </a:rPr>
            </a:fld>
            <a:endParaRPr lang="en-US" altLang="zh-CN" sz="1600" dirty="0">
              <a:solidFill>
                <a:srgbClr val="000000"/>
              </a:solidFill>
              <a:ea typeface="楷体_GB2312" charset="-122"/>
            </a:endParaRPr>
          </a:p>
        </p:txBody>
      </p:sp>
      <p:sp>
        <p:nvSpPr>
          <p:cNvPr id="8197" name="Text Box 3"/>
          <p:cNvSpPr txBox="1">
            <a:spLocks noChangeArrowheads="1"/>
          </p:cNvSpPr>
          <p:nvPr/>
        </p:nvSpPr>
        <p:spPr bwMode="auto">
          <a:xfrm>
            <a:off x="565150" y="1155700"/>
            <a:ext cx="8418513" cy="4498975"/>
          </a:xfrm>
          <a:prstGeom prst="rect">
            <a:avLst/>
          </a:prstGeom>
          <a:noFill/>
          <a:ln>
            <a:noFill/>
          </a:ln>
        </p:spPr>
        <p:txBody>
          <a:bodyPr>
            <a:spAutoFit/>
          </a:bodyPr>
          <a:lstStyle>
            <a:lvl1pPr>
              <a:lnSpc>
                <a:spcPct val="130000"/>
              </a:lnSpc>
              <a:spcBef>
                <a:spcPct val="20000"/>
              </a:spcBef>
              <a:defRPr kumimoji="1" sz="2400">
                <a:solidFill>
                  <a:srgbClr val="0000FF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rgbClr val="0000CC"/>
              </a:buClr>
              <a:buSzPct val="80000"/>
              <a:buFont typeface="Wingdings" panose="05000000000000000000" pitchFamily="2" charset="2"/>
              <a:buChar char="o"/>
              <a:defRPr sz="3000" b="1">
                <a:solidFill>
                  <a:srgbClr val="0000FF"/>
                </a:solidFill>
                <a:latin typeface="Arial Narrow" panose="020B0606020202030204" pitchFamily="34" charset="0"/>
                <a:ea typeface="楷体_GB2312" charset="-122"/>
              </a:defRPr>
            </a:lvl2pPr>
            <a:lvl3pPr marL="1143000" indent="-228600">
              <a:spcBef>
                <a:spcPct val="20000"/>
              </a:spcBef>
              <a:buClr>
                <a:srgbClr val="0000CC"/>
              </a:buClr>
              <a:buSzPct val="80000"/>
              <a:buFont typeface="Wingdings" panose="05000000000000000000" pitchFamily="2" charset="2"/>
              <a:buChar char="n"/>
              <a:defRPr sz="3000" b="1">
                <a:solidFill>
                  <a:srgbClr val="0000FF"/>
                </a:solidFill>
                <a:latin typeface="Arial Narrow" panose="020B0606020202030204" pitchFamily="34" charset="0"/>
                <a:ea typeface="楷体_GB2312" charset="-122"/>
              </a:defRPr>
            </a:lvl3pPr>
            <a:lvl4pPr marL="1600200" indent="-228600">
              <a:spcBef>
                <a:spcPct val="20000"/>
              </a:spcBef>
              <a:buClr>
                <a:srgbClr val="0000CC"/>
              </a:buClr>
              <a:buSzPct val="80000"/>
              <a:buFont typeface="Wingdings" panose="05000000000000000000" pitchFamily="2" charset="2"/>
              <a:buChar char="o"/>
              <a:defRPr sz="2800" b="1">
                <a:solidFill>
                  <a:srgbClr val="0000FF"/>
                </a:solidFill>
                <a:latin typeface="Arial Narrow" panose="020B0606020202030204" pitchFamily="34" charset="0"/>
                <a:ea typeface="楷体_GB2312" charset="-122"/>
              </a:defRPr>
            </a:lvl4pPr>
            <a:lvl5pPr marL="2057400" indent="-228600">
              <a:spcBef>
                <a:spcPct val="20000"/>
              </a:spcBef>
              <a:buClr>
                <a:srgbClr val="0000CC"/>
              </a:buClr>
              <a:buSzPct val="80000"/>
              <a:buFont typeface="Wingdings" panose="05000000000000000000" pitchFamily="2" charset="2"/>
              <a:buChar char="o"/>
              <a:defRPr sz="2800" b="1">
                <a:solidFill>
                  <a:srgbClr val="0000FF"/>
                </a:solidFill>
                <a:latin typeface="Arial Narrow" panose="020B0606020202030204" pitchFamily="34" charset="0"/>
                <a:ea typeface="楷体_GB231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CC"/>
              </a:buClr>
              <a:buSzPct val="80000"/>
              <a:buFont typeface="Wingdings" panose="05000000000000000000" pitchFamily="2" charset="2"/>
              <a:buChar char="o"/>
              <a:defRPr sz="2800" b="1">
                <a:solidFill>
                  <a:srgbClr val="0000FF"/>
                </a:solidFill>
                <a:latin typeface="Arial Narrow" panose="020B0606020202030204" pitchFamily="34" charset="0"/>
                <a:ea typeface="楷体_GB231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CC"/>
              </a:buClr>
              <a:buSzPct val="80000"/>
              <a:buFont typeface="Wingdings" panose="05000000000000000000" pitchFamily="2" charset="2"/>
              <a:buChar char="o"/>
              <a:defRPr sz="2800" b="1">
                <a:solidFill>
                  <a:srgbClr val="0000FF"/>
                </a:solidFill>
                <a:latin typeface="Arial Narrow" panose="020B0606020202030204" pitchFamily="34" charset="0"/>
                <a:ea typeface="楷体_GB231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CC"/>
              </a:buClr>
              <a:buSzPct val="80000"/>
              <a:buFont typeface="Wingdings" panose="05000000000000000000" pitchFamily="2" charset="2"/>
              <a:buChar char="o"/>
              <a:defRPr sz="2800" b="1">
                <a:solidFill>
                  <a:srgbClr val="0000FF"/>
                </a:solidFill>
                <a:latin typeface="Arial Narrow" panose="020B0606020202030204" pitchFamily="34" charset="0"/>
                <a:ea typeface="楷体_GB231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CC"/>
              </a:buClr>
              <a:buSzPct val="80000"/>
              <a:buFont typeface="Wingdings" panose="05000000000000000000" pitchFamily="2" charset="2"/>
              <a:buChar char="o"/>
              <a:defRPr sz="2800" b="1">
                <a:solidFill>
                  <a:srgbClr val="0000FF"/>
                </a:solidFill>
                <a:latin typeface="Arial Narrow" panose="020B0606020202030204" pitchFamily="34" charset="0"/>
                <a:ea typeface="楷体_GB2312" charset="-122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3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en-US" altLang="zh-CN" sz="2400" b="1" i="0" u="sng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华文中宋" panose="02010600040101010101" pitchFamily="2" charset="-122"/>
                <a:ea typeface="华文中宋" panose="02010600040101010101" pitchFamily="2" charset="-122"/>
                <a:cs typeface="+mn-cs"/>
              </a:rPr>
              <a:t>2.</a:t>
            </a:r>
            <a:r>
              <a:rPr kumimoji="1" lang="zh-CN" altLang="en-US" sz="2400" b="1" i="0" u="sng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华文中宋" panose="02010600040101010101" pitchFamily="2" charset="-122"/>
                <a:ea typeface="华文中宋" panose="02010600040101010101" pitchFamily="2" charset="-122"/>
                <a:cs typeface="+mn-cs"/>
              </a:rPr>
              <a:t>设计使用的语法</a:t>
            </a:r>
            <a:endParaRPr kumimoji="1" lang="en-US" altLang="zh-CN" sz="2400" b="1" i="0" u="sng" strike="noStrike" kern="1200" cap="none" spc="0" normalizeH="0" baseline="0" noProof="0" dirty="0">
              <a:ln>
                <a:noFill/>
              </a:ln>
              <a:solidFill>
                <a:srgbClr val="0000FF"/>
              </a:solidFill>
              <a:effectLst/>
              <a:uLnTx/>
              <a:uFillTx/>
              <a:latin typeface="华文中宋" panose="02010600040101010101" pitchFamily="2" charset="-122"/>
              <a:ea typeface="华文中宋" panose="02010600040101010101" pitchFamily="2" charset="-122"/>
              <a:cs typeface="+mn-cs"/>
            </a:endParaRPr>
          </a:p>
          <a:p>
            <a:pPr marL="457200" marR="0" lvl="0" indent="-457200" algn="l" defTabSz="914400" rtl="0" eaLnBrk="0" fontAlgn="base" latinLnBrk="0" hangingPunct="0">
              <a:lnSpc>
                <a:spcPct val="13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Char char="•"/>
              <a:defRPr/>
            </a:pPr>
            <a:r>
              <a:rPr kumimoji="1" lang="en-US" altLang="zh-CN" sz="20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reg</a:t>
            </a:r>
            <a:r>
              <a:rPr kumimoji="1" lang="zh-CN" altLang="en-US" sz="20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，</a:t>
            </a:r>
            <a:r>
              <a:rPr kumimoji="1" lang="en-US" altLang="zh-CN" sz="20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wire</a:t>
            </a:r>
            <a:r>
              <a:rPr kumimoji="1" lang="zh-CN" altLang="en-US" sz="20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，</a:t>
            </a:r>
            <a:r>
              <a:rPr kumimoji="1" lang="en-US" altLang="zh-CN" sz="20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parameter</a:t>
            </a:r>
            <a:r>
              <a:rPr kumimoji="1" lang="zh-CN" altLang="en-US" sz="20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。信号由本模块产生，并且是用</a:t>
            </a:r>
            <a:r>
              <a:rPr kumimoji="1" lang="en-US" altLang="zh-CN" sz="20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always</a:t>
            </a:r>
            <a:r>
              <a:rPr kumimoji="1" lang="zh-CN" altLang="en-US" sz="20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语句产生的，类型为</a:t>
            </a:r>
            <a:r>
              <a:rPr kumimoji="1" lang="en-US" altLang="zh-CN" sz="20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reg</a:t>
            </a:r>
            <a:r>
              <a:rPr kumimoji="1" lang="zh-CN" altLang="en-US" sz="20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。</a:t>
            </a:r>
            <a:endParaRPr kumimoji="1" lang="en-US" altLang="zh-CN" sz="2000" b="1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  <a:p>
            <a:pPr marL="457200" marR="0" lvl="0" indent="-457200" algn="l" defTabSz="914400" rtl="0" eaLnBrk="0" fontAlgn="base" latinLnBrk="0" hangingPunct="0">
              <a:lnSpc>
                <a:spcPct val="13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Char char="•"/>
              <a:defRPr/>
            </a:pPr>
            <a:r>
              <a:rPr kumimoji="1" lang="zh-CN" altLang="en-US" sz="20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使用</a:t>
            </a:r>
            <a:r>
              <a:rPr kumimoji="1" lang="en-US" altLang="zh-CN" sz="20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if else </a:t>
            </a:r>
            <a:r>
              <a:rPr kumimoji="1" lang="zh-CN" altLang="en-US" sz="20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和 </a:t>
            </a:r>
            <a:r>
              <a:rPr kumimoji="1" lang="en-US" altLang="zh-CN" sz="20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case</a:t>
            </a:r>
            <a:r>
              <a:rPr kumimoji="1" lang="zh-CN" altLang="en-US" sz="20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这两条件语句。</a:t>
            </a:r>
            <a:endParaRPr kumimoji="1" lang="en-US" altLang="zh-CN" sz="2000" b="1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  <a:p>
            <a:pPr marL="457200" marR="0" lvl="0" indent="-457200" algn="l" defTabSz="914400" rtl="0" eaLnBrk="0" fontAlgn="base" latinLnBrk="0" hangingPunct="0">
              <a:lnSpc>
                <a:spcPct val="13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Char char="•"/>
              <a:defRPr/>
            </a:pPr>
            <a:r>
              <a:rPr kumimoji="1" lang="zh-CN" altLang="en-US" sz="20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设计使用的算术运算符号，包括“</a:t>
            </a:r>
            <a:r>
              <a:rPr kumimoji="1" lang="en-US" altLang="zh-CN" sz="20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+</a:t>
            </a:r>
            <a:r>
              <a:rPr kumimoji="1" lang="zh-CN" altLang="en-US" sz="20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，</a:t>
            </a:r>
            <a:r>
              <a:rPr kumimoji="1" lang="en-US" altLang="zh-CN" sz="20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-</a:t>
            </a:r>
            <a:r>
              <a:rPr kumimoji="1" lang="zh-CN" altLang="en-US" sz="20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，*，</a:t>
            </a:r>
            <a:r>
              <a:rPr kumimoji="1" lang="en-US" altLang="zh-CN" sz="20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/</a:t>
            </a:r>
            <a:r>
              <a:rPr kumimoji="1" lang="zh-CN" altLang="en-US" sz="20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，</a:t>
            </a:r>
            <a:r>
              <a:rPr kumimoji="1" lang="en-US" altLang="zh-CN" sz="20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%</a:t>
            </a:r>
            <a:r>
              <a:rPr kumimoji="1" lang="zh-CN" altLang="en-US" sz="20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”，尽量少用除法和求余，生成的硬件电路非常大。</a:t>
            </a:r>
            <a:endParaRPr kumimoji="1" lang="en-US" altLang="zh-CN" sz="2000" b="1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  <a:p>
            <a:pPr marL="457200" marR="0" lvl="0" indent="-457200" algn="l" defTabSz="914400" rtl="0" eaLnBrk="0" fontAlgn="base" latinLnBrk="0" hangingPunct="0">
              <a:lnSpc>
                <a:spcPct val="13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Char char="•"/>
              <a:defRPr/>
            </a:pPr>
            <a:r>
              <a:rPr kumimoji="1" lang="zh-CN" altLang="en-US" sz="20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逻辑运算“</a:t>
            </a:r>
            <a:r>
              <a:rPr kumimoji="1" lang="en-US" altLang="zh-CN" sz="20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&amp;&amp;</a:t>
            </a:r>
            <a:r>
              <a:rPr kumimoji="1" lang="zh-CN" altLang="en-US" sz="20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，</a:t>
            </a:r>
            <a:r>
              <a:rPr kumimoji="1" lang="en-US" altLang="zh-CN" sz="20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||</a:t>
            </a:r>
            <a:r>
              <a:rPr kumimoji="1" lang="zh-CN" altLang="en-US" sz="20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，！”为了避免歧义，逻辑运算符的两边必须都是</a:t>
            </a:r>
            <a:r>
              <a:rPr kumimoji="1" lang="en-US" altLang="zh-CN" sz="20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1</a:t>
            </a:r>
            <a:r>
              <a:rPr kumimoji="1" lang="zh-CN" altLang="en-US" sz="20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位块的信号。</a:t>
            </a:r>
            <a:endParaRPr kumimoji="1" lang="en-US" altLang="zh-CN" sz="2000" b="1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  <a:p>
            <a:pPr marL="457200" marR="0" lvl="0" indent="-457200" algn="l" defTabSz="914400" rtl="0" eaLnBrk="0" fontAlgn="base" latinLnBrk="0" hangingPunct="0">
              <a:lnSpc>
                <a:spcPct val="13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Char char="•"/>
              <a:defRPr/>
            </a:pPr>
            <a:r>
              <a:rPr kumimoji="1" lang="zh-CN" altLang="en-US" sz="20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位运算符号“</a:t>
            </a:r>
            <a:r>
              <a:rPr kumimoji="1" lang="en-US" altLang="zh-CN" sz="20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~</a:t>
            </a:r>
            <a:r>
              <a:rPr kumimoji="1" lang="zh-CN" altLang="en-US" sz="20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，</a:t>
            </a:r>
            <a:r>
              <a:rPr kumimoji="1" lang="en-US" altLang="zh-CN" sz="20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|</a:t>
            </a:r>
            <a:r>
              <a:rPr kumimoji="1" lang="zh-CN" altLang="en-US" sz="20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，</a:t>
            </a:r>
            <a:r>
              <a:rPr kumimoji="1" lang="en-US" altLang="zh-CN" sz="20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^</a:t>
            </a:r>
            <a:r>
              <a:rPr kumimoji="1" lang="zh-CN" altLang="en-US" sz="20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，</a:t>
            </a:r>
            <a:r>
              <a:rPr kumimoji="1" lang="en-US" altLang="zh-CN" sz="20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&amp;</a:t>
            </a:r>
            <a:r>
              <a:rPr kumimoji="1" lang="zh-CN" altLang="en-US" sz="20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”；</a:t>
            </a:r>
            <a:endParaRPr kumimoji="1" lang="en-US" altLang="zh-CN" sz="2000" b="1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  <a:p>
            <a:pPr marL="457200" marR="0" lvl="0" indent="-457200" algn="l" defTabSz="914400" rtl="0" eaLnBrk="0" fontAlgn="base" latinLnBrk="0" hangingPunct="0">
              <a:lnSpc>
                <a:spcPct val="13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Char char="•"/>
              <a:defRPr/>
            </a:pPr>
            <a:r>
              <a:rPr kumimoji="1" lang="zh-CN" altLang="en-US" sz="20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移位运算“</a:t>
            </a:r>
            <a:r>
              <a:rPr kumimoji="1" lang="en-US" altLang="zh-CN" sz="20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&gt;&gt;</a:t>
            </a:r>
            <a:r>
              <a:rPr kumimoji="1" lang="zh-CN" altLang="en-US" sz="20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，</a:t>
            </a:r>
            <a:r>
              <a:rPr kumimoji="1" lang="en-US" altLang="zh-CN" sz="20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&lt;&lt;</a:t>
            </a:r>
            <a:r>
              <a:rPr kumimoji="1" lang="zh-CN" altLang="en-US" sz="20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”和拼接运算“</a:t>
            </a:r>
            <a:r>
              <a:rPr kumimoji="1" lang="en-US" altLang="zh-CN" sz="20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{ }</a:t>
            </a:r>
            <a:r>
              <a:rPr kumimoji="1" lang="zh-CN" altLang="en-US" sz="20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”</a:t>
            </a:r>
            <a:endParaRPr kumimoji="1" lang="en-US" altLang="zh-CN" sz="2000" b="1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219141" name="标题 1"/>
          <p:cNvSpPr txBox="1"/>
          <p:nvPr/>
        </p:nvSpPr>
        <p:spPr>
          <a:xfrm>
            <a:off x="508000" y="479425"/>
            <a:ext cx="6746875" cy="584200"/>
          </a:xfrm>
          <a:prstGeom prst="rect">
            <a:avLst/>
          </a:prstGeom>
          <a:noFill/>
          <a:ln w="9525">
            <a:noFill/>
          </a:ln>
        </p:spPr>
        <p:txBody>
          <a:bodyPr/>
          <a:lstStyle>
            <a:lvl1pPr marL="342900" indent="-342900" algn="l" rtl="0" eaLnBrk="0" fontAlgn="base" hangingPunct="0">
              <a:lnSpc>
                <a:spcPct val="130000"/>
              </a:lnSpc>
              <a:spcBef>
                <a:spcPct val="20000"/>
              </a:spcBef>
              <a:spcAft>
                <a:spcPct val="0"/>
              </a:spcAft>
              <a:defRPr sz="2400">
                <a:solidFill>
                  <a:srgbClr val="0000FF"/>
                </a:solidFill>
                <a:latin typeface="Times New Roman" panose="02020603050405020304" pitchFamily="18" charset="0"/>
                <a:ea typeface="+mn-ea"/>
                <a:cs typeface="+mn-cs"/>
              </a:defRPr>
            </a:lvl1pPr>
            <a:lvl2pPr marL="742950" indent="-285750" algn="l" rtl="0" eaLnBrk="0" fontAlgn="base" hangingPunct="0">
              <a:lnSpc>
                <a:spcPct val="130000"/>
              </a:lnSpc>
              <a:spcBef>
                <a:spcPct val="20000"/>
              </a:spcBef>
              <a:spcAft>
                <a:spcPct val="0"/>
              </a:spcAft>
              <a:buClr>
                <a:srgbClr val="0000CC"/>
              </a:buClr>
              <a:buSzPct val="80000"/>
              <a:buFont typeface="Wingdings" panose="05000000000000000000" pitchFamily="2" charset="2"/>
              <a:buChar char="o"/>
              <a:defRPr sz="3000" b="1">
                <a:solidFill>
                  <a:srgbClr val="0000FF"/>
                </a:solidFill>
                <a:latin typeface="Arial Narrow" panose="020B0606020202030204" pitchFamily="34" charset="0"/>
                <a:ea typeface="楷体_GB2312" charset="-122"/>
                <a:cs typeface="楷体_GB2312" charset="-122"/>
              </a:defRPr>
            </a:lvl2pPr>
            <a:lvl3pPr marL="1143000" indent="-228600" algn="l" rtl="0" eaLnBrk="0" fontAlgn="base" hangingPunct="0">
              <a:lnSpc>
                <a:spcPct val="130000"/>
              </a:lnSpc>
              <a:spcBef>
                <a:spcPct val="20000"/>
              </a:spcBef>
              <a:spcAft>
                <a:spcPct val="0"/>
              </a:spcAft>
              <a:buClr>
                <a:srgbClr val="0000CC"/>
              </a:buClr>
              <a:buSzPct val="80000"/>
              <a:buFont typeface="Wingdings" panose="05000000000000000000" pitchFamily="2" charset="2"/>
              <a:buChar char="n"/>
              <a:defRPr sz="3000" b="1">
                <a:solidFill>
                  <a:srgbClr val="0000FF"/>
                </a:solidFill>
                <a:latin typeface="Arial Narrow" panose="020B0606020202030204" pitchFamily="34" charset="0"/>
                <a:ea typeface="楷体_GB2312" charset="-122"/>
                <a:cs typeface="楷体_GB2312" charset="-122"/>
              </a:defRPr>
            </a:lvl3pPr>
            <a:lvl4pPr marL="1600200" indent="-228600" algn="l" rtl="0" eaLnBrk="0" fontAlgn="base" hangingPunct="0">
              <a:lnSpc>
                <a:spcPct val="130000"/>
              </a:lnSpc>
              <a:spcBef>
                <a:spcPct val="20000"/>
              </a:spcBef>
              <a:spcAft>
                <a:spcPct val="0"/>
              </a:spcAft>
              <a:buClr>
                <a:srgbClr val="0000CC"/>
              </a:buClr>
              <a:buSzPct val="80000"/>
              <a:buFont typeface="Wingdings" panose="05000000000000000000" pitchFamily="2" charset="2"/>
              <a:buChar char="o"/>
              <a:defRPr sz="2800" b="1">
                <a:solidFill>
                  <a:srgbClr val="0000FF"/>
                </a:solidFill>
                <a:latin typeface="Arial Narrow" panose="020B0606020202030204" pitchFamily="34" charset="0"/>
                <a:ea typeface="楷体_GB2312" charset="-122"/>
                <a:cs typeface="楷体_GB2312" charset="-122"/>
              </a:defRPr>
            </a:lvl4pPr>
            <a:lvl5pPr marL="2057400" indent="-228600" algn="l" rtl="0" eaLnBrk="0" fontAlgn="base" hangingPunct="0">
              <a:lnSpc>
                <a:spcPct val="130000"/>
              </a:lnSpc>
              <a:spcBef>
                <a:spcPct val="20000"/>
              </a:spcBef>
              <a:spcAft>
                <a:spcPct val="0"/>
              </a:spcAft>
              <a:buClr>
                <a:srgbClr val="0000CC"/>
              </a:buClr>
              <a:buSzPct val="80000"/>
              <a:buFont typeface="Wingdings" panose="05000000000000000000" pitchFamily="2" charset="2"/>
              <a:buChar char="o"/>
              <a:defRPr sz="2800" b="1">
                <a:solidFill>
                  <a:srgbClr val="0000FF"/>
                </a:solidFill>
                <a:latin typeface="Arial Narrow" panose="020B0606020202030204" pitchFamily="34" charset="0"/>
                <a:ea typeface="楷体_GB2312" charset="-122"/>
                <a:cs typeface="楷体_GB2312" charset="-122"/>
              </a:defRPr>
            </a:lvl5pPr>
          </a:lstStyle>
          <a:p>
            <a:pPr marL="0" lvl="0" indent="0" eaLnBrk="1" hangingPunct="1">
              <a:lnSpc>
                <a:spcPct val="100000"/>
              </a:lnSpc>
              <a:spcBef>
                <a:spcPct val="0"/>
              </a:spcBef>
            </a:pPr>
            <a:r>
              <a:rPr lang="zh-CN" altLang="en-US" sz="2800" b="1" dirty="0">
                <a:solidFill>
                  <a:srgbClr val="FF0000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电路设计的语法</a:t>
            </a:r>
            <a:endParaRPr lang="en-US" altLang="zh-CN" sz="2800" b="1" dirty="0">
              <a:solidFill>
                <a:srgbClr val="FF0000"/>
              </a:solidFill>
              <a:latin typeface="华文中宋" panose="02010600040101010101" pitchFamily="2" charset="-122"/>
              <a:ea typeface="华文中宋" panose="02010600040101010101" pitchFamily="2" charset="-122"/>
            </a:endParaRPr>
          </a:p>
        </p:txBody>
      </p:sp>
    </p:spTree>
  </p:cSld>
  <p:clrMapOvr>
    <a:masterClrMapping/>
  </p:clrMapOvr>
  <p:transition spd="slow">
    <p:randomBar dir="vert"/>
  </p:transition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20162" name="日期占位符 1"/>
          <p:cNvSpPr txBox="1">
            <a:spLocks noGrp="1"/>
          </p:cNvSpPr>
          <p:nvPr>
            <p:ph type="dt" sz="half" idx="10"/>
          </p:nvPr>
        </p:nvSpPr>
        <p:spPr>
          <a:xfrm>
            <a:off x="457200" y="6453188"/>
            <a:ext cx="2133600" cy="360362"/>
          </a:xfrm>
          <a:noFill/>
          <a:ln>
            <a:noFill/>
          </a:ln>
        </p:spPr>
        <p:txBody>
          <a:bodyPr/>
          <a:p>
            <a:pPr marL="0" indent="0" eaLnBrk="1" hangingPunct="1">
              <a:lnSpc>
                <a:spcPct val="100000"/>
              </a:lnSpc>
              <a:spcBef>
                <a:spcPct val="0"/>
              </a:spcBef>
            </a:pPr>
            <a:fld id="{BB962C8B-B14F-4D97-AF65-F5344CB8AC3E}" type="datetime1">
              <a:rPr lang="zh-CN" altLang="en-US" sz="1600" dirty="0">
                <a:solidFill>
                  <a:srgbClr val="000000"/>
                </a:solidFill>
              </a:rPr>
            </a:fld>
            <a:endParaRPr lang="zh-CN" altLang="en-US" sz="1600" dirty="0">
              <a:solidFill>
                <a:srgbClr val="000000"/>
              </a:solidFill>
            </a:endParaRPr>
          </a:p>
        </p:txBody>
      </p:sp>
      <p:sp>
        <p:nvSpPr>
          <p:cNvPr id="220163" name="灯片编号占位符 2"/>
          <p:cNvSpPr txBox="1">
            <a:spLocks noGrp="1"/>
          </p:cNvSpPr>
          <p:nvPr>
            <p:ph type="sldNum" sz="quarter" idx="11"/>
          </p:nvPr>
        </p:nvSpPr>
        <p:spPr>
          <a:xfrm>
            <a:off x="8388350" y="6453188"/>
            <a:ext cx="720725" cy="360362"/>
          </a:xfrm>
          <a:noFill/>
          <a:ln>
            <a:noFill/>
          </a:ln>
        </p:spPr>
        <p:txBody>
          <a:bodyPr/>
          <a:p>
            <a:pPr marL="0" indent="0" algn="ctr" eaLnBrk="1" hangingPunct="1">
              <a:lnSpc>
                <a:spcPct val="100000"/>
              </a:lnSpc>
              <a:spcBef>
                <a:spcPct val="0"/>
              </a:spcBef>
            </a:pPr>
            <a:fld id="{9A0DB2DC-4C9A-4742-B13C-FB6460FD3503}" type="slidenum">
              <a:rPr lang="en-US" altLang="zh-CN" sz="1600" dirty="0">
                <a:solidFill>
                  <a:srgbClr val="000000"/>
                </a:solidFill>
                <a:ea typeface="楷体_GB2312" charset="-122"/>
              </a:rPr>
            </a:fld>
            <a:endParaRPr lang="en-US" altLang="zh-CN" sz="1600" dirty="0">
              <a:solidFill>
                <a:srgbClr val="000000"/>
              </a:solidFill>
              <a:ea typeface="楷体_GB2312" charset="-122"/>
            </a:endParaRPr>
          </a:p>
        </p:txBody>
      </p:sp>
      <p:sp>
        <p:nvSpPr>
          <p:cNvPr id="220164" name="Text Box 3"/>
          <p:cNvSpPr txBox="1"/>
          <p:nvPr/>
        </p:nvSpPr>
        <p:spPr>
          <a:xfrm>
            <a:off x="374650" y="1206500"/>
            <a:ext cx="8418513" cy="911225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lnSpc>
                <a:spcPct val="130000"/>
              </a:lnSpc>
              <a:spcBef>
                <a:spcPct val="20000"/>
              </a:spcBef>
              <a:spcAft>
                <a:spcPct val="0"/>
              </a:spcAft>
              <a:defRPr sz="2400">
                <a:solidFill>
                  <a:srgbClr val="0000FF"/>
                </a:solidFill>
                <a:latin typeface="Times New Roman" panose="02020603050405020304" pitchFamily="18" charset="0"/>
                <a:ea typeface="+mn-ea"/>
                <a:cs typeface="+mn-cs"/>
              </a:defRPr>
            </a:lvl1pPr>
            <a:lvl2pPr marL="742950" indent="-285750" algn="l" rtl="0" eaLnBrk="0" fontAlgn="base" hangingPunct="0">
              <a:lnSpc>
                <a:spcPct val="130000"/>
              </a:lnSpc>
              <a:spcBef>
                <a:spcPct val="20000"/>
              </a:spcBef>
              <a:spcAft>
                <a:spcPct val="0"/>
              </a:spcAft>
              <a:buClr>
                <a:srgbClr val="0000CC"/>
              </a:buClr>
              <a:buSzPct val="80000"/>
              <a:buFont typeface="Wingdings" panose="05000000000000000000" pitchFamily="2" charset="2"/>
              <a:buChar char="o"/>
              <a:defRPr sz="3000" b="1">
                <a:solidFill>
                  <a:srgbClr val="0000FF"/>
                </a:solidFill>
                <a:latin typeface="Arial Narrow" panose="020B0606020202030204" pitchFamily="34" charset="0"/>
                <a:ea typeface="楷体_GB2312" charset="-122"/>
                <a:cs typeface="楷体_GB2312" charset="-122"/>
              </a:defRPr>
            </a:lvl2pPr>
            <a:lvl3pPr marL="1143000" indent="-228600" algn="l" rtl="0" eaLnBrk="0" fontAlgn="base" hangingPunct="0">
              <a:lnSpc>
                <a:spcPct val="130000"/>
              </a:lnSpc>
              <a:spcBef>
                <a:spcPct val="20000"/>
              </a:spcBef>
              <a:spcAft>
                <a:spcPct val="0"/>
              </a:spcAft>
              <a:buClr>
                <a:srgbClr val="0000CC"/>
              </a:buClr>
              <a:buSzPct val="80000"/>
              <a:buFont typeface="Wingdings" panose="05000000000000000000" pitchFamily="2" charset="2"/>
              <a:buChar char="n"/>
              <a:defRPr sz="3000" b="1">
                <a:solidFill>
                  <a:srgbClr val="0000FF"/>
                </a:solidFill>
                <a:latin typeface="Arial Narrow" panose="020B0606020202030204" pitchFamily="34" charset="0"/>
                <a:ea typeface="楷体_GB2312" charset="-122"/>
                <a:cs typeface="楷体_GB2312" charset="-122"/>
              </a:defRPr>
            </a:lvl3pPr>
            <a:lvl4pPr marL="1600200" indent="-228600" algn="l" rtl="0" eaLnBrk="0" fontAlgn="base" hangingPunct="0">
              <a:lnSpc>
                <a:spcPct val="130000"/>
              </a:lnSpc>
              <a:spcBef>
                <a:spcPct val="20000"/>
              </a:spcBef>
              <a:spcAft>
                <a:spcPct val="0"/>
              </a:spcAft>
              <a:buClr>
                <a:srgbClr val="0000CC"/>
              </a:buClr>
              <a:buSzPct val="80000"/>
              <a:buFont typeface="Wingdings" panose="05000000000000000000" pitchFamily="2" charset="2"/>
              <a:buChar char="o"/>
              <a:defRPr sz="2800" b="1">
                <a:solidFill>
                  <a:srgbClr val="0000FF"/>
                </a:solidFill>
                <a:latin typeface="Arial Narrow" panose="020B0606020202030204" pitchFamily="34" charset="0"/>
                <a:ea typeface="楷体_GB2312" charset="-122"/>
                <a:cs typeface="楷体_GB2312" charset="-122"/>
              </a:defRPr>
            </a:lvl4pPr>
            <a:lvl5pPr marL="2057400" indent="-228600" algn="l" rtl="0" eaLnBrk="0" fontAlgn="base" hangingPunct="0">
              <a:lnSpc>
                <a:spcPct val="130000"/>
              </a:lnSpc>
              <a:spcBef>
                <a:spcPct val="20000"/>
              </a:spcBef>
              <a:spcAft>
                <a:spcPct val="0"/>
              </a:spcAft>
              <a:buClr>
                <a:srgbClr val="0000CC"/>
              </a:buClr>
              <a:buSzPct val="80000"/>
              <a:buFont typeface="Wingdings" panose="05000000000000000000" pitchFamily="2" charset="2"/>
              <a:buChar char="o"/>
              <a:defRPr sz="2800" b="1">
                <a:solidFill>
                  <a:srgbClr val="0000FF"/>
                </a:solidFill>
                <a:latin typeface="Arial Narrow" panose="020B0606020202030204" pitchFamily="34" charset="0"/>
                <a:ea typeface="楷体_GB2312" charset="-122"/>
                <a:cs typeface="楷体_GB2312" charset="-122"/>
              </a:defRPr>
            </a:lvl5pPr>
          </a:lstStyle>
          <a:p>
            <a:pPr marL="0" lvl="0" indent="0"/>
            <a:r>
              <a:rPr lang="zh-CN" altLang="en-US" sz="2000" b="1" dirty="0">
                <a:solidFill>
                  <a:srgbClr val="000000"/>
                </a:solidFill>
              </a:rPr>
              <a:t>（</a:t>
            </a:r>
            <a:r>
              <a:rPr lang="en-US" altLang="zh-CN" sz="2000" b="1" dirty="0">
                <a:solidFill>
                  <a:srgbClr val="000000"/>
                </a:solidFill>
              </a:rPr>
              <a:t>1</a:t>
            </a:r>
            <a:r>
              <a:rPr lang="zh-CN" altLang="en-US" sz="2000" b="1" dirty="0">
                <a:solidFill>
                  <a:srgbClr val="000000"/>
                </a:solidFill>
              </a:rPr>
              <a:t>）组合逻辑写法：</a:t>
            </a:r>
            <a:r>
              <a:rPr lang="en-US" altLang="zh-CN" sz="2000" b="1" dirty="0">
                <a:solidFill>
                  <a:srgbClr val="000000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always@</a:t>
            </a:r>
            <a:r>
              <a:rPr lang="zh-CN" altLang="en-US" sz="2000" b="1" dirty="0">
                <a:solidFill>
                  <a:srgbClr val="000000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（*） </a:t>
            </a:r>
            <a:r>
              <a:rPr lang="en-US" altLang="zh-CN" sz="2000" b="1" dirty="0">
                <a:solidFill>
                  <a:srgbClr val="000000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begin   </a:t>
            </a:r>
            <a:r>
              <a:rPr lang="zh-CN" altLang="en-US" sz="2000" b="1" dirty="0">
                <a:solidFill>
                  <a:srgbClr val="000000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语句   </a:t>
            </a:r>
            <a:r>
              <a:rPr lang="en-US" altLang="zh-CN" sz="2000" b="1" dirty="0">
                <a:solidFill>
                  <a:srgbClr val="000000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end</a:t>
            </a:r>
            <a:endParaRPr lang="en-US" altLang="zh-CN" sz="2000" b="1" dirty="0">
              <a:solidFill>
                <a:srgbClr val="000000"/>
              </a:solidFill>
              <a:latin typeface="华文中宋" panose="02010600040101010101" pitchFamily="2" charset="-122"/>
              <a:ea typeface="华文中宋" panose="02010600040101010101" pitchFamily="2" charset="-122"/>
            </a:endParaRPr>
          </a:p>
          <a:p>
            <a:pPr marL="0" lvl="0" indent="0"/>
            <a:r>
              <a:rPr lang="zh-CN" altLang="en-US" sz="2000" b="1" dirty="0">
                <a:solidFill>
                  <a:srgbClr val="000000"/>
                </a:solidFill>
              </a:rPr>
              <a:t>（</a:t>
            </a:r>
            <a:r>
              <a:rPr lang="en-US" altLang="zh-CN" sz="2000" b="1" dirty="0">
                <a:solidFill>
                  <a:srgbClr val="000000"/>
                </a:solidFill>
              </a:rPr>
              <a:t>2</a:t>
            </a:r>
            <a:r>
              <a:rPr lang="zh-CN" altLang="en-US" sz="2000" b="1" dirty="0">
                <a:solidFill>
                  <a:srgbClr val="000000"/>
                </a:solidFill>
              </a:rPr>
              <a:t>）同步复位时序逻辑的写法   （</a:t>
            </a:r>
            <a:r>
              <a:rPr lang="en-US" altLang="zh-CN" sz="2000" b="1" dirty="0">
                <a:solidFill>
                  <a:srgbClr val="000000"/>
                </a:solidFill>
              </a:rPr>
              <a:t>3</a:t>
            </a:r>
            <a:r>
              <a:rPr lang="zh-CN" altLang="en-US" sz="2000" b="1" dirty="0">
                <a:solidFill>
                  <a:srgbClr val="000000"/>
                </a:solidFill>
              </a:rPr>
              <a:t>）异步复位时序逻辑的写法</a:t>
            </a:r>
            <a:endParaRPr lang="en-US" altLang="zh-CN" sz="2000" b="1" dirty="0">
              <a:solidFill>
                <a:srgbClr val="000000"/>
              </a:solidFill>
            </a:endParaRPr>
          </a:p>
        </p:txBody>
      </p:sp>
      <p:sp>
        <p:nvSpPr>
          <p:cNvPr id="220165" name="标题 1"/>
          <p:cNvSpPr txBox="1"/>
          <p:nvPr/>
        </p:nvSpPr>
        <p:spPr>
          <a:xfrm>
            <a:off x="508000" y="479425"/>
            <a:ext cx="6746875" cy="584200"/>
          </a:xfrm>
          <a:prstGeom prst="rect">
            <a:avLst/>
          </a:prstGeom>
          <a:noFill/>
          <a:ln w="9525">
            <a:noFill/>
          </a:ln>
        </p:spPr>
        <p:txBody>
          <a:bodyPr/>
          <a:lstStyle>
            <a:lvl1pPr marL="342900" indent="-342900" algn="l" rtl="0" eaLnBrk="0" fontAlgn="base" hangingPunct="0">
              <a:lnSpc>
                <a:spcPct val="130000"/>
              </a:lnSpc>
              <a:spcBef>
                <a:spcPct val="20000"/>
              </a:spcBef>
              <a:spcAft>
                <a:spcPct val="0"/>
              </a:spcAft>
              <a:defRPr sz="2400">
                <a:solidFill>
                  <a:srgbClr val="0000FF"/>
                </a:solidFill>
                <a:latin typeface="Times New Roman" panose="02020603050405020304" pitchFamily="18" charset="0"/>
                <a:ea typeface="+mn-ea"/>
                <a:cs typeface="+mn-cs"/>
              </a:defRPr>
            </a:lvl1pPr>
            <a:lvl2pPr marL="742950" indent="-285750" algn="l" rtl="0" eaLnBrk="0" fontAlgn="base" hangingPunct="0">
              <a:lnSpc>
                <a:spcPct val="130000"/>
              </a:lnSpc>
              <a:spcBef>
                <a:spcPct val="20000"/>
              </a:spcBef>
              <a:spcAft>
                <a:spcPct val="0"/>
              </a:spcAft>
              <a:buClr>
                <a:srgbClr val="0000CC"/>
              </a:buClr>
              <a:buSzPct val="80000"/>
              <a:buFont typeface="Wingdings" panose="05000000000000000000" pitchFamily="2" charset="2"/>
              <a:buChar char="o"/>
              <a:defRPr sz="3000" b="1">
                <a:solidFill>
                  <a:srgbClr val="0000FF"/>
                </a:solidFill>
                <a:latin typeface="Arial Narrow" panose="020B0606020202030204" pitchFamily="34" charset="0"/>
                <a:ea typeface="楷体_GB2312" charset="-122"/>
                <a:cs typeface="楷体_GB2312" charset="-122"/>
              </a:defRPr>
            </a:lvl2pPr>
            <a:lvl3pPr marL="1143000" indent="-228600" algn="l" rtl="0" eaLnBrk="0" fontAlgn="base" hangingPunct="0">
              <a:lnSpc>
                <a:spcPct val="130000"/>
              </a:lnSpc>
              <a:spcBef>
                <a:spcPct val="20000"/>
              </a:spcBef>
              <a:spcAft>
                <a:spcPct val="0"/>
              </a:spcAft>
              <a:buClr>
                <a:srgbClr val="0000CC"/>
              </a:buClr>
              <a:buSzPct val="80000"/>
              <a:buFont typeface="Wingdings" panose="05000000000000000000" pitchFamily="2" charset="2"/>
              <a:buChar char="n"/>
              <a:defRPr sz="3000" b="1">
                <a:solidFill>
                  <a:srgbClr val="0000FF"/>
                </a:solidFill>
                <a:latin typeface="Arial Narrow" panose="020B0606020202030204" pitchFamily="34" charset="0"/>
                <a:ea typeface="楷体_GB2312" charset="-122"/>
                <a:cs typeface="楷体_GB2312" charset="-122"/>
              </a:defRPr>
            </a:lvl3pPr>
            <a:lvl4pPr marL="1600200" indent="-228600" algn="l" rtl="0" eaLnBrk="0" fontAlgn="base" hangingPunct="0">
              <a:lnSpc>
                <a:spcPct val="130000"/>
              </a:lnSpc>
              <a:spcBef>
                <a:spcPct val="20000"/>
              </a:spcBef>
              <a:spcAft>
                <a:spcPct val="0"/>
              </a:spcAft>
              <a:buClr>
                <a:srgbClr val="0000CC"/>
              </a:buClr>
              <a:buSzPct val="80000"/>
              <a:buFont typeface="Wingdings" panose="05000000000000000000" pitchFamily="2" charset="2"/>
              <a:buChar char="o"/>
              <a:defRPr sz="2800" b="1">
                <a:solidFill>
                  <a:srgbClr val="0000FF"/>
                </a:solidFill>
                <a:latin typeface="Arial Narrow" panose="020B0606020202030204" pitchFamily="34" charset="0"/>
                <a:ea typeface="楷体_GB2312" charset="-122"/>
                <a:cs typeface="楷体_GB2312" charset="-122"/>
              </a:defRPr>
            </a:lvl4pPr>
            <a:lvl5pPr marL="2057400" indent="-228600" algn="l" rtl="0" eaLnBrk="0" fontAlgn="base" hangingPunct="0">
              <a:lnSpc>
                <a:spcPct val="130000"/>
              </a:lnSpc>
              <a:spcBef>
                <a:spcPct val="20000"/>
              </a:spcBef>
              <a:spcAft>
                <a:spcPct val="0"/>
              </a:spcAft>
              <a:buClr>
                <a:srgbClr val="0000CC"/>
              </a:buClr>
              <a:buSzPct val="80000"/>
              <a:buFont typeface="Wingdings" panose="05000000000000000000" pitchFamily="2" charset="2"/>
              <a:buChar char="o"/>
              <a:defRPr sz="2800" b="1">
                <a:solidFill>
                  <a:srgbClr val="0000FF"/>
                </a:solidFill>
                <a:latin typeface="Arial Narrow" panose="020B0606020202030204" pitchFamily="34" charset="0"/>
                <a:ea typeface="楷体_GB2312" charset="-122"/>
                <a:cs typeface="楷体_GB2312" charset="-122"/>
              </a:defRPr>
            </a:lvl5pPr>
          </a:lstStyle>
          <a:p>
            <a:pPr marL="0" lvl="0" indent="0" eaLnBrk="1" hangingPunct="1">
              <a:lnSpc>
                <a:spcPct val="100000"/>
              </a:lnSpc>
              <a:spcBef>
                <a:spcPct val="0"/>
              </a:spcBef>
            </a:pPr>
            <a:r>
              <a:rPr lang="zh-CN" altLang="en-US" sz="2800" b="1" dirty="0">
                <a:solidFill>
                  <a:srgbClr val="FF0000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电路设计三种结构</a:t>
            </a:r>
            <a:endParaRPr lang="en-US" altLang="zh-CN" sz="2800" b="1" dirty="0">
              <a:solidFill>
                <a:srgbClr val="FF0000"/>
              </a:solidFill>
              <a:latin typeface="华文中宋" panose="02010600040101010101" pitchFamily="2" charset="-122"/>
              <a:ea typeface="华文中宋" panose="02010600040101010101" pitchFamily="2" charset="-122"/>
            </a:endParaRPr>
          </a:p>
        </p:txBody>
      </p:sp>
      <p:sp>
        <p:nvSpPr>
          <p:cNvPr id="220166" name="Text Box 3"/>
          <p:cNvSpPr txBox="1"/>
          <p:nvPr/>
        </p:nvSpPr>
        <p:spPr>
          <a:xfrm>
            <a:off x="612775" y="2211388"/>
            <a:ext cx="3268663" cy="3910012"/>
          </a:xfrm>
          <a:prstGeom prst="rect">
            <a:avLst/>
          </a:prstGeom>
          <a:noFill/>
          <a:ln w="9525" cap="flat" cmpd="sng">
            <a:solidFill>
              <a:srgbClr val="C00000"/>
            </a:solidFill>
            <a:prstDash val="solid"/>
            <a:miter/>
            <a:headEnd type="none" w="med" len="med"/>
            <a:tailEnd type="none" w="med" len="med"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lnSpc>
                <a:spcPct val="130000"/>
              </a:lnSpc>
              <a:spcBef>
                <a:spcPct val="20000"/>
              </a:spcBef>
              <a:spcAft>
                <a:spcPct val="0"/>
              </a:spcAft>
              <a:defRPr sz="2400">
                <a:solidFill>
                  <a:srgbClr val="0000FF"/>
                </a:solidFill>
                <a:latin typeface="Times New Roman" panose="02020603050405020304" pitchFamily="18" charset="0"/>
                <a:ea typeface="+mn-ea"/>
                <a:cs typeface="+mn-cs"/>
              </a:defRPr>
            </a:lvl1pPr>
            <a:lvl2pPr marL="742950" indent="-285750" algn="l" rtl="0" eaLnBrk="0" fontAlgn="base" hangingPunct="0">
              <a:lnSpc>
                <a:spcPct val="130000"/>
              </a:lnSpc>
              <a:spcBef>
                <a:spcPct val="20000"/>
              </a:spcBef>
              <a:spcAft>
                <a:spcPct val="0"/>
              </a:spcAft>
              <a:buClr>
                <a:srgbClr val="0000CC"/>
              </a:buClr>
              <a:buSzPct val="80000"/>
              <a:buFont typeface="Wingdings" panose="05000000000000000000" pitchFamily="2" charset="2"/>
              <a:buChar char="o"/>
              <a:defRPr sz="3000" b="1">
                <a:solidFill>
                  <a:srgbClr val="0000FF"/>
                </a:solidFill>
                <a:latin typeface="Arial Narrow" panose="020B0606020202030204" pitchFamily="34" charset="0"/>
                <a:ea typeface="楷体_GB2312" charset="-122"/>
                <a:cs typeface="楷体_GB2312" charset="-122"/>
              </a:defRPr>
            </a:lvl2pPr>
            <a:lvl3pPr marL="1143000" indent="-228600" algn="l" rtl="0" eaLnBrk="0" fontAlgn="base" hangingPunct="0">
              <a:lnSpc>
                <a:spcPct val="130000"/>
              </a:lnSpc>
              <a:spcBef>
                <a:spcPct val="20000"/>
              </a:spcBef>
              <a:spcAft>
                <a:spcPct val="0"/>
              </a:spcAft>
              <a:buClr>
                <a:srgbClr val="0000CC"/>
              </a:buClr>
              <a:buSzPct val="80000"/>
              <a:buFont typeface="Wingdings" panose="05000000000000000000" pitchFamily="2" charset="2"/>
              <a:buChar char="n"/>
              <a:defRPr sz="3000" b="1">
                <a:solidFill>
                  <a:srgbClr val="0000FF"/>
                </a:solidFill>
                <a:latin typeface="Arial Narrow" panose="020B0606020202030204" pitchFamily="34" charset="0"/>
                <a:ea typeface="楷体_GB2312" charset="-122"/>
                <a:cs typeface="楷体_GB2312" charset="-122"/>
              </a:defRPr>
            </a:lvl3pPr>
            <a:lvl4pPr marL="1600200" indent="-228600" algn="l" rtl="0" eaLnBrk="0" fontAlgn="base" hangingPunct="0">
              <a:lnSpc>
                <a:spcPct val="130000"/>
              </a:lnSpc>
              <a:spcBef>
                <a:spcPct val="20000"/>
              </a:spcBef>
              <a:spcAft>
                <a:spcPct val="0"/>
              </a:spcAft>
              <a:buClr>
                <a:srgbClr val="0000CC"/>
              </a:buClr>
              <a:buSzPct val="80000"/>
              <a:buFont typeface="Wingdings" panose="05000000000000000000" pitchFamily="2" charset="2"/>
              <a:buChar char="o"/>
              <a:defRPr sz="2800" b="1">
                <a:solidFill>
                  <a:srgbClr val="0000FF"/>
                </a:solidFill>
                <a:latin typeface="Arial Narrow" panose="020B0606020202030204" pitchFamily="34" charset="0"/>
                <a:ea typeface="楷体_GB2312" charset="-122"/>
                <a:cs typeface="楷体_GB2312" charset="-122"/>
              </a:defRPr>
            </a:lvl4pPr>
            <a:lvl5pPr marL="2057400" indent="-228600" algn="l" rtl="0" eaLnBrk="0" fontAlgn="base" hangingPunct="0">
              <a:lnSpc>
                <a:spcPct val="130000"/>
              </a:lnSpc>
              <a:spcBef>
                <a:spcPct val="20000"/>
              </a:spcBef>
              <a:spcAft>
                <a:spcPct val="0"/>
              </a:spcAft>
              <a:buClr>
                <a:srgbClr val="0000CC"/>
              </a:buClr>
              <a:buSzPct val="80000"/>
              <a:buFont typeface="Wingdings" panose="05000000000000000000" pitchFamily="2" charset="2"/>
              <a:buChar char="o"/>
              <a:defRPr sz="2800" b="1">
                <a:solidFill>
                  <a:srgbClr val="0000FF"/>
                </a:solidFill>
                <a:latin typeface="Arial Narrow" panose="020B0606020202030204" pitchFamily="34" charset="0"/>
                <a:ea typeface="楷体_GB2312" charset="-122"/>
                <a:cs typeface="楷体_GB2312" charset="-122"/>
              </a:defRPr>
            </a:lvl5pPr>
          </a:lstStyle>
          <a:p>
            <a:pPr marL="0" lvl="0" indent="0"/>
            <a:r>
              <a:rPr lang="en-US" altLang="zh-CN" sz="2000" b="1" dirty="0">
                <a:solidFill>
                  <a:srgbClr val="000000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always@</a:t>
            </a:r>
            <a:r>
              <a:rPr lang="zh-CN" altLang="en-US" sz="2000" b="1" dirty="0">
                <a:solidFill>
                  <a:srgbClr val="000000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（</a:t>
            </a:r>
            <a:r>
              <a:rPr lang="en-US" altLang="zh-CN" sz="2000" b="1" dirty="0">
                <a:solidFill>
                  <a:srgbClr val="000000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posedge clk</a:t>
            </a:r>
            <a:r>
              <a:rPr lang="zh-CN" altLang="en-US" sz="2000" b="1" dirty="0">
                <a:solidFill>
                  <a:srgbClr val="000000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） </a:t>
            </a:r>
            <a:endParaRPr lang="en-US" altLang="zh-CN" sz="2000" b="1" dirty="0">
              <a:solidFill>
                <a:srgbClr val="000000"/>
              </a:solidFill>
              <a:latin typeface="华文中宋" panose="02010600040101010101" pitchFamily="2" charset="-122"/>
              <a:ea typeface="华文中宋" panose="02010600040101010101" pitchFamily="2" charset="-122"/>
            </a:endParaRPr>
          </a:p>
          <a:p>
            <a:pPr marL="0" lvl="0" indent="0"/>
            <a:r>
              <a:rPr lang="en-US" altLang="zh-CN" sz="2000" b="1" dirty="0">
                <a:solidFill>
                  <a:srgbClr val="000000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begin   </a:t>
            </a:r>
            <a:endParaRPr lang="en-US" altLang="zh-CN" sz="2000" b="1" dirty="0">
              <a:solidFill>
                <a:srgbClr val="000000"/>
              </a:solidFill>
              <a:latin typeface="华文中宋" panose="02010600040101010101" pitchFamily="2" charset="-122"/>
              <a:ea typeface="华文中宋" panose="02010600040101010101" pitchFamily="2" charset="-122"/>
            </a:endParaRPr>
          </a:p>
          <a:p>
            <a:pPr marL="0" lvl="0" indent="0">
              <a:lnSpc>
                <a:spcPct val="100000"/>
              </a:lnSpc>
            </a:pPr>
            <a:r>
              <a:rPr lang="en-US" altLang="zh-CN" sz="2000" b="1" dirty="0">
                <a:solidFill>
                  <a:srgbClr val="000000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	if</a:t>
            </a:r>
            <a:r>
              <a:rPr lang="zh-CN" altLang="en-US" sz="2000" b="1" dirty="0">
                <a:solidFill>
                  <a:srgbClr val="000000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（</a:t>
            </a:r>
            <a:r>
              <a:rPr lang="en-US" altLang="zh-CN" sz="2000" b="1" dirty="0">
                <a:solidFill>
                  <a:srgbClr val="000000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!rst_n</a:t>
            </a:r>
            <a:r>
              <a:rPr lang="zh-CN" altLang="en-US" sz="2000" b="1" dirty="0">
                <a:solidFill>
                  <a:srgbClr val="000000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）</a:t>
            </a:r>
            <a:r>
              <a:rPr lang="en-US" altLang="zh-CN" sz="2000" b="1" dirty="0">
                <a:solidFill>
                  <a:srgbClr val="000000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 	begin</a:t>
            </a:r>
            <a:endParaRPr lang="en-US" altLang="zh-CN" sz="2000" b="1" dirty="0">
              <a:solidFill>
                <a:srgbClr val="000000"/>
              </a:solidFill>
              <a:latin typeface="华文中宋" panose="02010600040101010101" pitchFamily="2" charset="-122"/>
              <a:ea typeface="华文中宋" panose="02010600040101010101" pitchFamily="2" charset="-122"/>
            </a:endParaRPr>
          </a:p>
          <a:p>
            <a:pPr marL="0" lvl="0" indent="0">
              <a:lnSpc>
                <a:spcPct val="100000"/>
              </a:lnSpc>
            </a:pPr>
            <a:r>
              <a:rPr lang="en-US" altLang="zh-CN" sz="2000" b="1" dirty="0">
                <a:solidFill>
                  <a:srgbClr val="000000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		</a:t>
            </a:r>
            <a:r>
              <a:rPr lang="zh-CN" altLang="en-US" sz="2000" b="1" dirty="0">
                <a:solidFill>
                  <a:srgbClr val="000000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语句 ；</a:t>
            </a:r>
            <a:endParaRPr lang="en-US" altLang="zh-CN" sz="2000" b="1" dirty="0">
              <a:solidFill>
                <a:srgbClr val="000000"/>
              </a:solidFill>
              <a:latin typeface="华文中宋" panose="02010600040101010101" pitchFamily="2" charset="-122"/>
              <a:ea typeface="华文中宋" panose="02010600040101010101" pitchFamily="2" charset="-122"/>
            </a:endParaRPr>
          </a:p>
          <a:p>
            <a:pPr marL="0" lvl="0" indent="0">
              <a:lnSpc>
                <a:spcPct val="100000"/>
              </a:lnSpc>
            </a:pPr>
            <a:r>
              <a:rPr lang="en-US" altLang="zh-CN" sz="2000" b="1" dirty="0">
                <a:solidFill>
                  <a:srgbClr val="000000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	end</a:t>
            </a:r>
            <a:endParaRPr lang="en-US" altLang="zh-CN" sz="2000" b="1" dirty="0">
              <a:solidFill>
                <a:srgbClr val="000000"/>
              </a:solidFill>
              <a:latin typeface="华文中宋" panose="02010600040101010101" pitchFamily="2" charset="-122"/>
              <a:ea typeface="华文中宋" panose="02010600040101010101" pitchFamily="2" charset="-122"/>
            </a:endParaRPr>
          </a:p>
          <a:p>
            <a:pPr marL="0" lvl="0" indent="0">
              <a:lnSpc>
                <a:spcPct val="100000"/>
              </a:lnSpc>
            </a:pPr>
            <a:r>
              <a:rPr lang="en-US" altLang="zh-CN" sz="2000" b="1" dirty="0">
                <a:solidFill>
                  <a:srgbClr val="000000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	else begin</a:t>
            </a:r>
            <a:endParaRPr lang="en-US" altLang="zh-CN" sz="2000" b="1" dirty="0">
              <a:solidFill>
                <a:srgbClr val="000000"/>
              </a:solidFill>
              <a:latin typeface="华文中宋" panose="02010600040101010101" pitchFamily="2" charset="-122"/>
              <a:ea typeface="华文中宋" panose="02010600040101010101" pitchFamily="2" charset="-122"/>
            </a:endParaRPr>
          </a:p>
          <a:p>
            <a:pPr marL="0" lvl="0" indent="0">
              <a:lnSpc>
                <a:spcPct val="100000"/>
              </a:lnSpc>
            </a:pPr>
            <a:r>
              <a:rPr lang="en-US" altLang="zh-CN" sz="2000" b="1" dirty="0">
                <a:solidFill>
                  <a:srgbClr val="000000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		</a:t>
            </a:r>
            <a:r>
              <a:rPr lang="zh-CN" altLang="en-US" sz="2000" b="1" dirty="0">
                <a:solidFill>
                  <a:srgbClr val="000000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语句 ；</a:t>
            </a:r>
            <a:endParaRPr lang="en-US" altLang="zh-CN" sz="2000" b="1" dirty="0">
              <a:solidFill>
                <a:srgbClr val="000000"/>
              </a:solidFill>
              <a:latin typeface="华文中宋" panose="02010600040101010101" pitchFamily="2" charset="-122"/>
              <a:ea typeface="华文中宋" panose="02010600040101010101" pitchFamily="2" charset="-122"/>
            </a:endParaRPr>
          </a:p>
          <a:p>
            <a:pPr marL="0" lvl="0" indent="0">
              <a:lnSpc>
                <a:spcPct val="100000"/>
              </a:lnSpc>
            </a:pPr>
            <a:r>
              <a:rPr lang="en-US" altLang="zh-CN" sz="2000" b="1" dirty="0">
                <a:solidFill>
                  <a:srgbClr val="000000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	end</a:t>
            </a:r>
            <a:endParaRPr lang="en-US" altLang="zh-CN" sz="2000" b="1" dirty="0">
              <a:solidFill>
                <a:srgbClr val="000000"/>
              </a:solidFill>
              <a:latin typeface="华文中宋" panose="02010600040101010101" pitchFamily="2" charset="-122"/>
              <a:ea typeface="华文中宋" panose="02010600040101010101" pitchFamily="2" charset="-122"/>
            </a:endParaRPr>
          </a:p>
          <a:p>
            <a:pPr marL="0" lvl="0" indent="0">
              <a:lnSpc>
                <a:spcPct val="100000"/>
              </a:lnSpc>
            </a:pPr>
            <a:r>
              <a:rPr lang="en-US" altLang="zh-CN" sz="2000" b="1" dirty="0">
                <a:solidFill>
                  <a:srgbClr val="000000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end</a:t>
            </a:r>
            <a:endParaRPr lang="en-US" altLang="zh-CN" sz="2000" b="1" dirty="0">
              <a:solidFill>
                <a:srgbClr val="000000"/>
              </a:solidFill>
              <a:latin typeface="华文中宋" panose="02010600040101010101" pitchFamily="2" charset="-122"/>
              <a:ea typeface="华文中宋" panose="02010600040101010101" pitchFamily="2" charset="-122"/>
            </a:endParaRPr>
          </a:p>
        </p:txBody>
      </p:sp>
      <p:sp>
        <p:nvSpPr>
          <p:cNvPr id="220167" name="Text Box 3"/>
          <p:cNvSpPr txBox="1"/>
          <p:nvPr/>
        </p:nvSpPr>
        <p:spPr>
          <a:xfrm>
            <a:off x="4037013" y="2211388"/>
            <a:ext cx="4849812" cy="3910012"/>
          </a:xfrm>
          <a:prstGeom prst="rect">
            <a:avLst/>
          </a:prstGeom>
          <a:noFill/>
          <a:ln w="9525" cap="flat" cmpd="sng">
            <a:solidFill>
              <a:srgbClr val="C00000"/>
            </a:solidFill>
            <a:prstDash val="solid"/>
            <a:miter/>
            <a:headEnd type="none" w="med" len="med"/>
            <a:tailEnd type="none" w="med" len="med"/>
          </a:ln>
        </p:spPr>
        <p:txBody>
          <a:bodyPr>
            <a:spAutoFit/>
          </a:bodyPr>
          <a:p>
            <a:pPr eaLnBrk="1" hangingPunct="1">
              <a:lnSpc>
                <a:spcPct val="130000"/>
              </a:lnSpc>
              <a:spcBef>
                <a:spcPct val="20000"/>
              </a:spcBef>
            </a:pPr>
            <a:r>
              <a:rPr lang="en-US" altLang="zh-CN" sz="2000" b="1" dirty="0">
                <a:solidFill>
                  <a:srgbClr val="000000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always@</a:t>
            </a:r>
            <a:r>
              <a:rPr lang="zh-CN" altLang="en-US" sz="2000" b="1" dirty="0">
                <a:solidFill>
                  <a:srgbClr val="000000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（</a:t>
            </a:r>
            <a:r>
              <a:rPr lang="en-US" altLang="zh-CN" sz="2000" b="1" dirty="0">
                <a:solidFill>
                  <a:srgbClr val="000000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posedge clk,negedge rst_n</a:t>
            </a:r>
            <a:r>
              <a:rPr lang="zh-CN" altLang="en-US" sz="2000" b="1" dirty="0">
                <a:solidFill>
                  <a:srgbClr val="000000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）</a:t>
            </a:r>
            <a:endParaRPr lang="en-US" altLang="zh-CN" sz="2000" b="1" dirty="0">
              <a:solidFill>
                <a:srgbClr val="000000"/>
              </a:solidFill>
              <a:latin typeface="华文中宋" panose="02010600040101010101" pitchFamily="2" charset="-122"/>
              <a:ea typeface="华文中宋" panose="02010600040101010101" pitchFamily="2" charset="-122"/>
            </a:endParaRPr>
          </a:p>
          <a:p>
            <a:pPr eaLnBrk="1" hangingPunct="1">
              <a:lnSpc>
                <a:spcPct val="130000"/>
              </a:lnSpc>
              <a:spcBef>
                <a:spcPct val="20000"/>
              </a:spcBef>
            </a:pPr>
            <a:r>
              <a:rPr lang="en-US" altLang="zh-CN" sz="2000" b="1" dirty="0">
                <a:solidFill>
                  <a:srgbClr val="000000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begin   </a:t>
            </a:r>
            <a:endParaRPr lang="en-US" altLang="zh-CN" sz="2000" b="1" dirty="0">
              <a:solidFill>
                <a:srgbClr val="000000"/>
              </a:solidFill>
              <a:latin typeface="华文中宋" panose="02010600040101010101" pitchFamily="2" charset="-122"/>
              <a:ea typeface="华文中宋" panose="02010600040101010101" pitchFamily="2" charset="-122"/>
            </a:endParaRPr>
          </a:p>
          <a:p>
            <a:pPr lvl="1">
              <a:spcBef>
                <a:spcPct val="20000"/>
              </a:spcBef>
              <a:buClr>
                <a:srgbClr val="0000CC"/>
              </a:buClr>
              <a:buSzPct val="80000"/>
            </a:pPr>
            <a:r>
              <a:rPr lang="en-US" altLang="zh-CN" sz="2000" b="1" dirty="0">
                <a:solidFill>
                  <a:srgbClr val="000000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if</a:t>
            </a:r>
            <a:r>
              <a:rPr lang="zh-CN" altLang="en-US" sz="2000" b="1" dirty="0">
                <a:solidFill>
                  <a:srgbClr val="000000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（</a:t>
            </a:r>
            <a:r>
              <a:rPr lang="en-US" altLang="zh-CN" sz="2000" b="1" dirty="0">
                <a:solidFill>
                  <a:srgbClr val="000000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!rst_n</a:t>
            </a:r>
            <a:r>
              <a:rPr lang="zh-CN" altLang="en-US" sz="2000" b="1" dirty="0">
                <a:solidFill>
                  <a:srgbClr val="000000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）</a:t>
            </a:r>
            <a:r>
              <a:rPr lang="en-US" altLang="zh-CN" sz="2000" b="1" dirty="0">
                <a:solidFill>
                  <a:srgbClr val="000000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 </a:t>
            </a:r>
            <a:endParaRPr lang="en-US" altLang="zh-CN" sz="2000" b="1" dirty="0">
              <a:solidFill>
                <a:srgbClr val="000000"/>
              </a:solidFill>
              <a:latin typeface="华文中宋" panose="02010600040101010101" pitchFamily="2" charset="-122"/>
              <a:ea typeface="华文中宋" panose="02010600040101010101" pitchFamily="2" charset="-122"/>
            </a:endParaRPr>
          </a:p>
          <a:p>
            <a:pPr lvl="1">
              <a:spcBef>
                <a:spcPct val="20000"/>
              </a:spcBef>
              <a:buClr>
                <a:srgbClr val="0000CC"/>
              </a:buClr>
              <a:buSzPct val="80000"/>
            </a:pPr>
            <a:r>
              <a:rPr lang="en-US" altLang="zh-CN" sz="2000" b="1" dirty="0">
                <a:solidFill>
                  <a:srgbClr val="000000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begin</a:t>
            </a:r>
            <a:endParaRPr lang="en-US" altLang="zh-CN" sz="2000" b="1" dirty="0">
              <a:solidFill>
                <a:srgbClr val="000000"/>
              </a:solidFill>
              <a:latin typeface="华文中宋" panose="02010600040101010101" pitchFamily="2" charset="-122"/>
              <a:ea typeface="华文中宋" panose="02010600040101010101" pitchFamily="2" charset="-122"/>
            </a:endParaRPr>
          </a:p>
          <a:p>
            <a:pPr marL="857250" lvl="2" indent="0">
              <a:spcBef>
                <a:spcPct val="20000"/>
              </a:spcBef>
              <a:buClr>
                <a:srgbClr val="0000CC"/>
              </a:buClr>
              <a:buSzPct val="80000"/>
            </a:pPr>
            <a:r>
              <a:rPr lang="zh-CN" altLang="en-US" sz="2000" b="1" dirty="0">
                <a:solidFill>
                  <a:srgbClr val="000000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      语句 ；</a:t>
            </a:r>
            <a:endParaRPr lang="en-US" altLang="zh-CN" sz="2000" b="1" dirty="0">
              <a:solidFill>
                <a:srgbClr val="000000"/>
              </a:solidFill>
              <a:latin typeface="华文中宋" panose="02010600040101010101" pitchFamily="2" charset="-122"/>
              <a:ea typeface="华文中宋" panose="02010600040101010101" pitchFamily="2" charset="-122"/>
            </a:endParaRPr>
          </a:p>
          <a:p>
            <a:pPr lvl="1">
              <a:spcBef>
                <a:spcPct val="20000"/>
              </a:spcBef>
              <a:buClr>
                <a:srgbClr val="0000CC"/>
              </a:buClr>
              <a:buSzPct val="80000"/>
            </a:pPr>
            <a:r>
              <a:rPr lang="en-US" altLang="zh-CN" sz="2000" b="1" dirty="0">
                <a:solidFill>
                  <a:srgbClr val="000000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end</a:t>
            </a:r>
            <a:endParaRPr lang="en-US" altLang="zh-CN" sz="2000" b="1" dirty="0">
              <a:solidFill>
                <a:srgbClr val="000000"/>
              </a:solidFill>
              <a:latin typeface="华文中宋" panose="02010600040101010101" pitchFamily="2" charset="-122"/>
              <a:ea typeface="华文中宋" panose="02010600040101010101" pitchFamily="2" charset="-122"/>
            </a:endParaRPr>
          </a:p>
          <a:p>
            <a:pPr lvl="1">
              <a:spcBef>
                <a:spcPct val="20000"/>
              </a:spcBef>
              <a:buClr>
                <a:srgbClr val="0000CC"/>
              </a:buClr>
              <a:buSzPct val="80000"/>
            </a:pPr>
            <a:r>
              <a:rPr lang="en-US" altLang="zh-CN" sz="2000" b="1" dirty="0">
                <a:solidFill>
                  <a:srgbClr val="000000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else begin</a:t>
            </a:r>
            <a:endParaRPr lang="en-US" altLang="zh-CN" sz="2000" b="1" dirty="0">
              <a:solidFill>
                <a:srgbClr val="000000"/>
              </a:solidFill>
              <a:latin typeface="华文中宋" panose="02010600040101010101" pitchFamily="2" charset="-122"/>
              <a:ea typeface="华文中宋" panose="02010600040101010101" pitchFamily="2" charset="-122"/>
            </a:endParaRPr>
          </a:p>
          <a:p>
            <a:pPr marL="857250" lvl="2" indent="0">
              <a:spcBef>
                <a:spcPct val="20000"/>
              </a:spcBef>
              <a:buClr>
                <a:srgbClr val="0000CC"/>
              </a:buClr>
              <a:buSzPct val="80000"/>
            </a:pPr>
            <a:r>
              <a:rPr lang="zh-CN" altLang="en-US" sz="2000" b="1" dirty="0">
                <a:solidFill>
                  <a:srgbClr val="000000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      语句 ；</a:t>
            </a:r>
            <a:endParaRPr lang="en-US" altLang="zh-CN" sz="2000" b="1" dirty="0">
              <a:solidFill>
                <a:srgbClr val="000000"/>
              </a:solidFill>
              <a:latin typeface="华文中宋" panose="02010600040101010101" pitchFamily="2" charset="-122"/>
              <a:ea typeface="华文中宋" panose="02010600040101010101" pitchFamily="2" charset="-122"/>
            </a:endParaRPr>
          </a:p>
          <a:p>
            <a:pPr>
              <a:spcBef>
                <a:spcPct val="20000"/>
              </a:spcBef>
            </a:pPr>
            <a:r>
              <a:rPr lang="en-US" altLang="zh-CN" sz="2000" b="1" dirty="0">
                <a:solidFill>
                  <a:srgbClr val="000000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      end</a:t>
            </a:r>
            <a:endParaRPr lang="en-US" altLang="zh-CN" sz="2000" b="1" dirty="0">
              <a:solidFill>
                <a:srgbClr val="000000"/>
              </a:solidFill>
              <a:latin typeface="华文中宋" panose="02010600040101010101" pitchFamily="2" charset="-122"/>
              <a:ea typeface="华文中宋" panose="02010600040101010101" pitchFamily="2" charset="-122"/>
            </a:endParaRPr>
          </a:p>
          <a:p>
            <a:pPr>
              <a:spcBef>
                <a:spcPct val="20000"/>
              </a:spcBef>
            </a:pPr>
            <a:r>
              <a:rPr lang="en-US" altLang="zh-CN" sz="2000" b="1" dirty="0">
                <a:solidFill>
                  <a:srgbClr val="000000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end</a:t>
            </a:r>
            <a:endParaRPr lang="en-US" altLang="zh-CN" sz="2000" b="1" dirty="0">
              <a:solidFill>
                <a:srgbClr val="000000"/>
              </a:solidFill>
              <a:latin typeface="华文中宋" panose="02010600040101010101" pitchFamily="2" charset="-122"/>
              <a:ea typeface="华文中宋" panose="02010600040101010101" pitchFamily="2" charset="-122"/>
            </a:endParaRPr>
          </a:p>
        </p:txBody>
      </p:sp>
    </p:spTree>
  </p:cSld>
  <p:clrMapOvr>
    <a:masterClrMapping/>
  </p:clrMapOvr>
  <p:transition spd="slow">
    <p:randomBar dir="vert"/>
  </p:transition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21186" name="日期占位符 1"/>
          <p:cNvSpPr txBox="1">
            <a:spLocks noGrp="1"/>
          </p:cNvSpPr>
          <p:nvPr>
            <p:ph type="dt" sz="half" idx="10"/>
          </p:nvPr>
        </p:nvSpPr>
        <p:spPr>
          <a:xfrm>
            <a:off x="457200" y="6453188"/>
            <a:ext cx="2133600" cy="360362"/>
          </a:xfrm>
          <a:noFill/>
          <a:ln>
            <a:noFill/>
          </a:ln>
        </p:spPr>
        <p:txBody>
          <a:bodyPr/>
          <a:p>
            <a:pPr marL="0" indent="0" eaLnBrk="1" hangingPunct="1">
              <a:lnSpc>
                <a:spcPct val="100000"/>
              </a:lnSpc>
              <a:spcBef>
                <a:spcPct val="0"/>
              </a:spcBef>
            </a:pPr>
            <a:fld id="{BB962C8B-B14F-4D97-AF65-F5344CB8AC3E}" type="datetime1">
              <a:rPr lang="zh-CN" altLang="en-US" sz="1600" dirty="0">
                <a:solidFill>
                  <a:srgbClr val="000000"/>
                </a:solidFill>
              </a:rPr>
            </a:fld>
            <a:endParaRPr lang="zh-CN" altLang="en-US" sz="1600" dirty="0">
              <a:solidFill>
                <a:srgbClr val="000000"/>
              </a:solidFill>
            </a:endParaRPr>
          </a:p>
        </p:txBody>
      </p:sp>
      <p:sp>
        <p:nvSpPr>
          <p:cNvPr id="221187" name="灯片编号占位符 2"/>
          <p:cNvSpPr txBox="1">
            <a:spLocks noGrp="1"/>
          </p:cNvSpPr>
          <p:nvPr>
            <p:ph type="sldNum" sz="quarter" idx="11"/>
          </p:nvPr>
        </p:nvSpPr>
        <p:spPr>
          <a:xfrm>
            <a:off x="8388350" y="6453188"/>
            <a:ext cx="720725" cy="360362"/>
          </a:xfrm>
          <a:noFill/>
          <a:ln>
            <a:noFill/>
          </a:ln>
        </p:spPr>
        <p:txBody>
          <a:bodyPr/>
          <a:p>
            <a:pPr marL="0" indent="0" algn="ctr" eaLnBrk="1" hangingPunct="1">
              <a:lnSpc>
                <a:spcPct val="100000"/>
              </a:lnSpc>
              <a:spcBef>
                <a:spcPct val="0"/>
              </a:spcBef>
            </a:pPr>
            <a:fld id="{9A0DB2DC-4C9A-4742-B13C-FB6460FD3503}" type="slidenum">
              <a:rPr lang="en-US" altLang="zh-CN" sz="1600" dirty="0">
                <a:solidFill>
                  <a:srgbClr val="000000"/>
                </a:solidFill>
                <a:ea typeface="楷体_GB2312" charset="-122"/>
              </a:rPr>
            </a:fld>
            <a:endParaRPr lang="en-US" altLang="zh-CN" sz="1600" dirty="0">
              <a:solidFill>
                <a:srgbClr val="000000"/>
              </a:solidFill>
              <a:ea typeface="楷体_GB2312" charset="-122"/>
            </a:endParaRPr>
          </a:p>
        </p:txBody>
      </p:sp>
      <p:sp>
        <p:nvSpPr>
          <p:cNvPr id="221188" name="Text Box 3"/>
          <p:cNvSpPr txBox="1"/>
          <p:nvPr/>
        </p:nvSpPr>
        <p:spPr>
          <a:xfrm>
            <a:off x="565150" y="1155700"/>
            <a:ext cx="8116888" cy="481965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lnSpc>
                <a:spcPct val="130000"/>
              </a:lnSpc>
              <a:spcBef>
                <a:spcPct val="20000"/>
              </a:spcBef>
              <a:spcAft>
                <a:spcPct val="0"/>
              </a:spcAft>
              <a:defRPr sz="2400">
                <a:solidFill>
                  <a:srgbClr val="0000FF"/>
                </a:solidFill>
                <a:latin typeface="Times New Roman" panose="02020603050405020304" pitchFamily="18" charset="0"/>
                <a:ea typeface="+mn-ea"/>
                <a:cs typeface="+mn-cs"/>
              </a:defRPr>
            </a:lvl1pPr>
            <a:lvl2pPr marL="742950" indent="-285750" algn="l" rtl="0" eaLnBrk="0" fontAlgn="base" hangingPunct="0">
              <a:lnSpc>
                <a:spcPct val="130000"/>
              </a:lnSpc>
              <a:spcBef>
                <a:spcPct val="20000"/>
              </a:spcBef>
              <a:spcAft>
                <a:spcPct val="0"/>
              </a:spcAft>
              <a:buClr>
                <a:srgbClr val="0000CC"/>
              </a:buClr>
              <a:buSzPct val="80000"/>
              <a:buFont typeface="Wingdings" panose="05000000000000000000" pitchFamily="2" charset="2"/>
              <a:buChar char="o"/>
              <a:defRPr sz="3000" b="1">
                <a:solidFill>
                  <a:srgbClr val="0000FF"/>
                </a:solidFill>
                <a:latin typeface="Arial Narrow" panose="020B0606020202030204" pitchFamily="34" charset="0"/>
                <a:ea typeface="楷体_GB2312" charset="-122"/>
                <a:cs typeface="楷体_GB2312" charset="-122"/>
              </a:defRPr>
            </a:lvl2pPr>
            <a:lvl3pPr marL="1143000" indent="-228600" algn="l" rtl="0" eaLnBrk="0" fontAlgn="base" hangingPunct="0">
              <a:lnSpc>
                <a:spcPct val="130000"/>
              </a:lnSpc>
              <a:spcBef>
                <a:spcPct val="20000"/>
              </a:spcBef>
              <a:spcAft>
                <a:spcPct val="0"/>
              </a:spcAft>
              <a:buClr>
                <a:srgbClr val="0000CC"/>
              </a:buClr>
              <a:buSzPct val="80000"/>
              <a:buFont typeface="Wingdings" panose="05000000000000000000" pitchFamily="2" charset="2"/>
              <a:buChar char="n"/>
              <a:defRPr sz="3000" b="1">
                <a:solidFill>
                  <a:srgbClr val="0000FF"/>
                </a:solidFill>
                <a:latin typeface="Arial Narrow" panose="020B0606020202030204" pitchFamily="34" charset="0"/>
                <a:ea typeface="楷体_GB2312" charset="-122"/>
                <a:cs typeface="楷体_GB2312" charset="-122"/>
              </a:defRPr>
            </a:lvl3pPr>
            <a:lvl4pPr marL="1600200" indent="-228600" algn="l" rtl="0" eaLnBrk="0" fontAlgn="base" hangingPunct="0">
              <a:lnSpc>
                <a:spcPct val="130000"/>
              </a:lnSpc>
              <a:spcBef>
                <a:spcPct val="20000"/>
              </a:spcBef>
              <a:spcAft>
                <a:spcPct val="0"/>
              </a:spcAft>
              <a:buClr>
                <a:srgbClr val="0000CC"/>
              </a:buClr>
              <a:buSzPct val="80000"/>
              <a:buFont typeface="Wingdings" panose="05000000000000000000" pitchFamily="2" charset="2"/>
              <a:buChar char="o"/>
              <a:defRPr sz="2800" b="1">
                <a:solidFill>
                  <a:srgbClr val="0000FF"/>
                </a:solidFill>
                <a:latin typeface="Arial Narrow" panose="020B0606020202030204" pitchFamily="34" charset="0"/>
                <a:ea typeface="楷体_GB2312" charset="-122"/>
                <a:cs typeface="楷体_GB2312" charset="-122"/>
              </a:defRPr>
            </a:lvl4pPr>
            <a:lvl5pPr marL="2057400" indent="-228600" algn="l" rtl="0" eaLnBrk="0" fontAlgn="base" hangingPunct="0">
              <a:lnSpc>
                <a:spcPct val="130000"/>
              </a:lnSpc>
              <a:spcBef>
                <a:spcPct val="20000"/>
              </a:spcBef>
              <a:spcAft>
                <a:spcPct val="0"/>
              </a:spcAft>
              <a:buClr>
                <a:srgbClr val="0000CC"/>
              </a:buClr>
              <a:buSzPct val="80000"/>
              <a:buFont typeface="Wingdings" panose="05000000000000000000" pitchFamily="2" charset="2"/>
              <a:buChar char="o"/>
              <a:defRPr sz="2800" b="1">
                <a:solidFill>
                  <a:srgbClr val="0000FF"/>
                </a:solidFill>
                <a:latin typeface="Arial Narrow" panose="020B0606020202030204" pitchFamily="34" charset="0"/>
                <a:ea typeface="楷体_GB2312" charset="-122"/>
                <a:cs typeface="楷体_GB2312" charset="-122"/>
              </a:defRPr>
            </a:lvl5pPr>
          </a:lstStyle>
          <a:p>
            <a:pPr marL="457200" lvl="0" indent="-457200">
              <a:buChar char="•"/>
            </a:pPr>
            <a:r>
              <a:rPr lang="zh-CN" altLang="en-US" sz="2000" b="1" dirty="0">
                <a:solidFill>
                  <a:srgbClr val="000000"/>
                </a:solidFill>
              </a:rPr>
              <a:t>只能用</a:t>
            </a:r>
            <a:r>
              <a:rPr lang="en-US" altLang="zh-CN" sz="2000" b="1" dirty="0">
                <a:solidFill>
                  <a:srgbClr val="000000"/>
                </a:solidFill>
              </a:rPr>
              <a:t>always</a:t>
            </a:r>
            <a:r>
              <a:rPr lang="zh-CN" altLang="en-US" sz="2000" b="1" dirty="0">
                <a:solidFill>
                  <a:srgbClr val="000000"/>
                </a:solidFill>
              </a:rPr>
              <a:t>设计电路，一般用到</a:t>
            </a:r>
            <a:r>
              <a:rPr lang="en-US" altLang="zh-CN" sz="2000" b="1" dirty="0">
                <a:solidFill>
                  <a:srgbClr val="000000"/>
                </a:solidFill>
              </a:rPr>
              <a:t>@posedge clk</a:t>
            </a:r>
            <a:r>
              <a:rPr lang="zh-CN" altLang="en-US" sz="2000" b="1" dirty="0">
                <a:solidFill>
                  <a:srgbClr val="000000"/>
                </a:solidFill>
              </a:rPr>
              <a:t>和</a:t>
            </a:r>
            <a:r>
              <a:rPr lang="en-US" altLang="zh-CN" sz="2000" b="1" dirty="0">
                <a:solidFill>
                  <a:srgbClr val="000000"/>
                </a:solidFill>
              </a:rPr>
              <a:t>@</a:t>
            </a:r>
            <a:r>
              <a:rPr lang="zh-CN" altLang="en-US" sz="2000" b="1" dirty="0">
                <a:solidFill>
                  <a:srgbClr val="000000"/>
                </a:solidFill>
              </a:rPr>
              <a:t>（*）实现任何功能，</a:t>
            </a:r>
            <a:r>
              <a:rPr lang="en-US" altLang="zh-CN" sz="2000" b="1" dirty="0">
                <a:solidFill>
                  <a:srgbClr val="000000"/>
                </a:solidFill>
              </a:rPr>
              <a:t>always</a:t>
            </a:r>
            <a:r>
              <a:rPr lang="zh-CN" altLang="en-US" sz="2000" b="1" dirty="0">
                <a:solidFill>
                  <a:srgbClr val="000000"/>
                </a:solidFill>
              </a:rPr>
              <a:t>语句都不能嵌套。</a:t>
            </a:r>
            <a:endParaRPr lang="en-US" altLang="zh-CN" sz="2000" b="1" dirty="0">
              <a:solidFill>
                <a:srgbClr val="000000"/>
              </a:solidFill>
            </a:endParaRPr>
          </a:p>
          <a:p>
            <a:pPr marL="457200" lvl="0" indent="-457200">
              <a:buChar char="•"/>
            </a:pPr>
            <a:r>
              <a:rPr lang="en-US" altLang="zh-CN" sz="2000" b="1" dirty="0">
                <a:solidFill>
                  <a:srgbClr val="000000"/>
                </a:solidFill>
              </a:rPr>
              <a:t>always</a:t>
            </a:r>
            <a:r>
              <a:rPr lang="zh-CN" altLang="en-US" sz="2000" b="1" dirty="0">
                <a:solidFill>
                  <a:srgbClr val="000000"/>
                </a:solidFill>
              </a:rPr>
              <a:t>语句对“</a:t>
            </a:r>
            <a:r>
              <a:rPr lang="en-US" altLang="zh-CN" sz="2000" b="1" dirty="0">
                <a:solidFill>
                  <a:srgbClr val="000000"/>
                </a:solidFill>
              </a:rPr>
              <a:t>@posedge clk</a:t>
            </a:r>
            <a:r>
              <a:rPr lang="zh-CN" altLang="en-US" sz="2000" b="1" dirty="0">
                <a:solidFill>
                  <a:srgbClr val="000000"/>
                </a:solidFill>
              </a:rPr>
              <a:t>” 都会认为是时钟电路，并且是</a:t>
            </a:r>
            <a:r>
              <a:rPr lang="en-US" altLang="zh-CN" sz="2000" b="1" dirty="0">
                <a:solidFill>
                  <a:srgbClr val="000000"/>
                </a:solidFill>
              </a:rPr>
              <a:t>D</a:t>
            </a:r>
            <a:r>
              <a:rPr lang="zh-CN" altLang="en-US" sz="2000" b="1" dirty="0">
                <a:solidFill>
                  <a:srgbClr val="000000"/>
                </a:solidFill>
              </a:rPr>
              <a:t>触发器的时钟。敏感事件中若为电平信号，则为组合电路。</a:t>
            </a:r>
            <a:endParaRPr lang="en-US" altLang="zh-CN" sz="2000" b="1" dirty="0">
              <a:solidFill>
                <a:srgbClr val="000000"/>
              </a:solidFill>
            </a:endParaRPr>
          </a:p>
          <a:p>
            <a:pPr marL="457200" lvl="0" indent="-457200">
              <a:buChar char="•"/>
            </a:pPr>
            <a:r>
              <a:rPr lang="zh-CN" altLang="en-US" sz="2000" b="1" dirty="0">
                <a:solidFill>
                  <a:srgbClr val="000000"/>
                </a:solidFill>
              </a:rPr>
              <a:t>必须牢记：</a:t>
            </a:r>
            <a:r>
              <a:rPr lang="en-US" altLang="zh-CN" sz="2000" b="1" dirty="0">
                <a:solidFill>
                  <a:srgbClr val="000000"/>
                </a:solidFill>
              </a:rPr>
              <a:t>negedge</a:t>
            </a:r>
            <a:r>
              <a:rPr lang="zh-CN" altLang="en-US" sz="2000" b="1" dirty="0">
                <a:solidFill>
                  <a:srgbClr val="000000"/>
                </a:solidFill>
              </a:rPr>
              <a:t>对应</a:t>
            </a:r>
            <a:r>
              <a:rPr lang="en-US" altLang="zh-CN" sz="2000" b="1" dirty="0">
                <a:solidFill>
                  <a:srgbClr val="000000"/>
                </a:solidFill>
              </a:rPr>
              <a:t>if(!rst_n)</a:t>
            </a:r>
            <a:r>
              <a:rPr lang="zh-CN" altLang="en-US" sz="2000" b="1" dirty="0">
                <a:solidFill>
                  <a:srgbClr val="000000"/>
                </a:solidFill>
              </a:rPr>
              <a:t>，</a:t>
            </a:r>
            <a:r>
              <a:rPr lang="en-US" altLang="zh-CN" sz="2000" b="1" dirty="0">
                <a:solidFill>
                  <a:srgbClr val="000000"/>
                </a:solidFill>
              </a:rPr>
              <a:t>posedge</a:t>
            </a:r>
            <a:r>
              <a:rPr lang="zh-CN" altLang="en-US" sz="2000" b="1" dirty="0">
                <a:solidFill>
                  <a:srgbClr val="000000"/>
                </a:solidFill>
              </a:rPr>
              <a:t>对应</a:t>
            </a:r>
            <a:r>
              <a:rPr lang="en-US" altLang="zh-CN" sz="2000" b="1" dirty="0">
                <a:solidFill>
                  <a:srgbClr val="000000"/>
                </a:solidFill>
              </a:rPr>
              <a:t>if(rst)</a:t>
            </a:r>
            <a:r>
              <a:rPr lang="zh-CN" altLang="en-US" sz="2000" b="1" dirty="0">
                <a:solidFill>
                  <a:srgbClr val="000000"/>
                </a:solidFill>
              </a:rPr>
              <a:t> 。</a:t>
            </a:r>
            <a:endParaRPr lang="en-US" altLang="zh-CN" sz="2000" b="1" dirty="0">
              <a:solidFill>
                <a:srgbClr val="000000"/>
              </a:solidFill>
            </a:endParaRPr>
          </a:p>
          <a:p>
            <a:pPr marL="457200" lvl="0" indent="-457200">
              <a:buChar char="•"/>
            </a:pPr>
            <a:r>
              <a:rPr lang="zh-CN" altLang="en-US" sz="2000" b="1" dirty="0">
                <a:solidFill>
                  <a:srgbClr val="000000"/>
                </a:solidFill>
              </a:rPr>
              <a:t>不要在一个以上的</a:t>
            </a:r>
            <a:r>
              <a:rPr lang="en-US" altLang="zh-CN" sz="2000" b="1" dirty="0">
                <a:solidFill>
                  <a:srgbClr val="000000"/>
                </a:solidFill>
              </a:rPr>
              <a:t>always</a:t>
            </a:r>
            <a:r>
              <a:rPr lang="zh-CN" altLang="en-US" sz="2000" b="1" dirty="0">
                <a:solidFill>
                  <a:srgbClr val="000000"/>
                </a:solidFill>
              </a:rPr>
              <a:t>块中为同一个变量赋值。</a:t>
            </a:r>
            <a:endParaRPr lang="en-US" altLang="zh-CN" sz="2000" b="1" dirty="0">
              <a:solidFill>
                <a:srgbClr val="000000"/>
              </a:solidFill>
            </a:endParaRPr>
          </a:p>
          <a:p>
            <a:pPr marL="457200" lvl="0" indent="-457200">
              <a:buChar char="•"/>
            </a:pPr>
            <a:r>
              <a:rPr lang="zh-CN" altLang="en-US" sz="2000" b="1" dirty="0">
                <a:solidFill>
                  <a:srgbClr val="000000"/>
                </a:solidFill>
              </a:rPr>
              <a:t>在一个时钟周期内，不应该出现块语句执行不完的情况，应该满足时序要求。</a:t>
            </a:r>
            <a:endParaRPr lang="en-US" altLang="zh-CN" sz="2000" b="1" dirty="0">
              <a:solidFill>
                <a:srgbClr val="000000"/>
              </a:solidFill>
            </a:endParaRPr>
          </a:p>
          <a:p>
            <a:pPr marL="457200" lvl="0" indent="-457200">
              <a:buChar char="•"/>
            </a:pPr>
            <a:r>
              <a:rPr lang="en-US" altLang="zh-CN" sz="2000" b="1" dirty="0">
                <a:solidFill>
                  <a:srgbClr val="000000"/>
                </a:solidFill>
              </a:rPr>
              <a:t>always</a:t>
            </a:r>
            <a:r>
              <a:rPr lang="zh-CN" altLang="en-US" sz="2000" b="1" dirty="0">
                <a:solidFill>
                  <a:srgbClr val="000000"/>
                </a:solidFill>
              </a:rPr>
              <a:t>语句中不允许调用子模块。</a:t>
            </a:r>
            <a:endParaRPr lang="en-US" altLang="zh-CN" sz="2000" b="1" dirty="0">
              <a:solidFill>
                <a:srgbClr val="000000"/>
              </a:solidFill>
            </a:endParaRPr>
          </a:p>
          <a:p>
            <a:pPr marL="457200" lvl="0" indent="-457200">
              <a:buChar char="•"/>
            </a:pPr>
            <a:r>
              <a:rPr lang="zh-CN" altLang="en-US" sz="2000" b="1" dirty="0">
                <a:solidFill>
                  <a:srgbClr val="000000"/>
                </a:solidFill>
              </a:rPr>
              <a:t>多条</a:t>
            </a:r>
            <a:r>
              <a:rPr lang="en-US" altLang="zh-CN" sz="2000" b="1" dirty="0">
                <a:solidFill>
                  <a:srgbClr val="000000"/>
                </a:solidFill>
              </a:rPr>
              <a:t>always</a:t>
            </a:r>
            <a:r>
              <a:rPr lang="zh-CN" altLang="en-US" sz="2000" b="1" dirty="0">
                <a:solidFill>
                  <a:srgbClr val="000000"/>
                </a:solidFill>
              </a:rPr>
              <a:t>块是并行执行的，每一个</a:t>
            </a:r>
            <a:r>
              <a:rPr lang="en-US" altLang="zh-CN" sz="2000" b="1" dirty="0">
                <a:solidFill>
                  <a:srgbClr val="000000"/>
                </a:solidFill>
              </a:rPr>
              <a:t>always</a:t>
            </a:r>
            <a:r>
              <a:rPr lang="zh-CN" altLang="en-US" sz="2000" b="1" dirty="0">
                <a:solidFill>
                  <a:srgbClr val="000000"/>
                </a:solidFill>
              </a:rPr>
              <a:t>的书写顺序不影响仿真和综合结果。有组合和时序电路时，建议采用多段式编写代码。</a:t>
            </a:r>
            <a:endParaRPr lang="en-US" altLang="zh-CN" sz="2000" b="1" dirty="0">
              <a:solidFill>
                <a:srgbClr val="000000"/>
              </a:solidFill>
            </a:endParaRPr>
          </a:p>
        </p:txBody>
      </p:sp>
      <p:sp>
        <p:nvSpPr>
          <p:cNvPr id="221189" name="标题 1"/>
          <p:cNvSpPr txBox="1"/>
          <p:nvPr/>
        </p:nvSpPr>
        <p:spPr>
          <a:xfrm>
            <a:off x="508000" y="479425"/>
            <a:ext cx="6746875" cy="584200"/>
          </a:xfrm>
          <a:prstGeom prst="rect">
            <a:avLst/>
          </a:prstGeom>
          <a:noFill/>
          <a:ln w="9525">
            <a:noFill/>
          </a:ln>
        </p:spPr>
        <p:txBody>
          <a:bodyPr/>
          <a:lstStyle>
            <a:lvl1pPr marL="342900" indent="-342900" algn="l" rtl="0" eaLnBrk="0" fontAlgn="base" hangingPunct="0">
              <a:lnSpc>
                <a:spcPct val="130000"/>
              </a:lnSpc>
              <a:spcBef>
                <a:spcPct val="20000"/>
              </a:spcBef>
              <a:spcAft>
                <a:spcPct val="0"/>
              </a:spcAft>
              <a:defRPr sz="2400">
                <a:solidFill>
                  <a:srgbClr val="0000FF"/>
                </a:solidFill>
                <a:latin typeface="Times New Roman" panose="02020603050405020304" pitchFamily="18" charset="0"/>
                <a:ea typeface="+mn-ea"/>
                <a:cs typeface="+mn-cs"/>
              </a:defRPr>
            </a:lvl1pPr>
            <a:lvl2pPr marL="742950" indent="-285750" algn="l" rtl="0" eaLnBrk="0" fontAlgn="base" hangingPunct="0">
              <a:lnSpc>
                <a:spcPct val="130000"/>
              </a:lnSpc>
              <a:spcBef>
                <a:spcPct val="20000"/>
              </a:spcBef>
              <a:spcAft>
                <a:spcPct val="0"/>
              </a:spcAft>
              <a:buClr>
                <a:srgbClr val="0000CC"/>
              </a:buClr>
              <a:buSzPct val="80000"/>
              <a:buFont typeface="Wingdings" panose="05000000000000000000" pitchFamily="2" charset="2"/>
              <a:buChar char="o"/>
              <a:defRPr sz="3000" b="1">
                <a:solidFill>
                  <a:srgbClr val="0000FF"/>
                </a:solidFill>
                <a:latin typeface="Arial Narrow" panose="020B0606020202030204" pitchFamily="34" charset="0"/>
                <a:ea typeface="楷体_GB2312" charset="-122"/>
                <a:cs typeface="楷体_GB2312" charset="-122"/>
              </a:defRPr>
            </a:lvl2pPr>
            <a:lvl3pPr marL="1143000" indent="-228600" algn="l" rtl="0" eaLnBrk="0" fontAlgn="base" hangingPunct="0">
              <a:lnSpc>
                <a:spcPct val="130000"/>
              </a:lnSpc>
              <a:spcBef>
                <a:spcPct val="20000"/>
              </a:spcBef>
              <a:spcAft>
                <a:spcPct val="0"/>
              </a:spcAft>
              <a:buClr>
                <a:srgbClr val="0000CC"/>
              </a:buClr>
              <a:buSzPct val="80000"/>
              <a:buFont typeface="Wingdings" panose="05000000000000000000" pitchFamily="2" charset="2"/>
              <a:buChar char="n"/>
              <a:defRPr sz="3000" b="1">
                <a:solidFill>
                  <a:srgbClr val="0000FF"/>
                </a:solidFill>
                <a:latin typeface="Arial Narrow" panose="020B0606020202030204" pitchFamily="34" charset="0"/>
                <a:ea typeface="楷体_GB2312" charset="-122"/>
                <a:cs typeface="楷体_GB2312" charset="-122"/>
              </a:defRPr>
            </a:lvl3pPr>
            <a:lvl4pPr marL="1600200" indent="-228600" algn="l" rtl="0" eaLnBrk="0" fontAlgn="base" hangingPunct="0">
              <a:lnSpc>
                <a:spcPct val="130000"/>
              </a:lnSpc>
              <a:spcBef>
                <a:spcPct val="20000"/>
              </a:spcBef>
              <a:spcAft>
                <a:spcPct val="0"/>
              </a:spcAft>
              <a:buClr>
                <a:srgbClr val="0000CC"/>
              </a:buClr>
              <a:buSzPct val="80000"/>
              <a:buFont typeface="Wingdings" panose="05000000000000000000" pitchFamily="2" charset="2"/>
              <a:buChar char="o"/>
              <a:defRPr sz="2800" b="1">
                <a:solidFill>
                  <a:srgbClr val="0000FF"/>
                </a:solidFill>
                <a:latin typeface="Arial Narrow" panose="020B0606020202030204" pitchFamily="34" charset="0"/>
                <a:ea typeface="楷体_GB2312" charset="-122"/>
                <a:cs typeface="楷体_GB2312" charset="-122"/>
              </a:defRPr>
            </a:lvl4pPr>
            <a:lvl5pPr marL="2057400" indent="-228600" algn="l" rtl="0" eaLnBrk="0" fontAlgn="base" hangingPunct="0">
              <a:lnSpc>
                <a:spcPct val="130000"/>
              </a:lnSpc>
              <a:spcBef>
                <a:spcPct val="20000"/>
              </a:spcBef>
              <a:spcAft>
                <a:spcPct val="0"/>
              </a:spcAft>
              <a:buClr>
                <a:srgbClr val="0000CC"/>
              </a:buClr>
              <a:buSzPct val="80000"/>
              <a:buFont typeface="Wingdings" panose="05000000000000000000" pitchFamily="2" charset="2"/>
              <a:buChar char="o"/>
              <a:defRPr sz="2800" b="1">
                <a:solidFill>
                  <a:srgbClr val="0000FF"/>
                </a:solidFill>
                <a:latin typeface="Arial Narrow" panose="020B0606020202030204" pitchFamily="34" charset="0"/>
                <a:ea typeface="楷体_GB2312" charset="-122"/>
                <a:cs typeface="楷体_GB2312" charset="-122"/>
              </a:defRPr>
            </a:lvl5pPr>
          </a:lstStyle>
          <a:p>
            <a:pPr marL="0" lvl="0" indent="0" eaLnBrk="1" hangingPunct="1">
              <a:lnSpc>
                <a:spcPct val="100000"/>
              </a:lnSpc>
              <a:spcBef>
                <a:spcPct val="0"/>
              </a:spcBef>
            </a:pPr>
            <a:r>
              <a:rPr lang="en-US" altLang="zh-CN" sz="2800" b="1" dirty="0">
                <a:solidFill>
                  <a:srgbClr val="FF0000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always</a:t>
            </a:r>
            <a:r>
              <a:rPr lang="zh-CN" altLang="en-US" sz="2800" b="1" dirty="0">
                <a:solidFill>
                  <a:srgbClr val="FF0000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语句</a:t>
            </a:r>
            <a:endParaRPr lang="en-US" altLang="zh-CN" sz="2800" b="1" dirty="0">
              <a:solidFill>
                <a:srgbClr val="FF0000"/>
              </a:solidFill>
              <a:latin typeface="华文中宋" panose="02010600040101010101" pitchFamily="2" charset="-122"/>
              <a:ea typeface="华文中宋" panose="02010600040101010101" pitchFamily="2" charset="-122"/>
            </a:endParaRPr>
          </a:p>
        </p:txBody>
      </p:sp>
    </p:spTree>
  </p:cSld>
  <p:clrMapOvr>
    <a:masterClrMapping/>
  </p:clrMapOvr>
  <p:transition spd="slow">
    <p:randomBar dir="vert"/>
  </p:transition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22210" name="日期占位符 1"/>
          <p:cNvSpPr txBox="1">
            <a:spLocks noGrp="1"/>
          </p:cNvSpPr>
          <p:nvPr>
            <p:ph type="dt" sz="half" idx="10"/>
          </p:nvPr>
        </p:nvSpPr>
        <p:spPr>
          <a:xfrm>
            <a:off x="457200" y="6453188"/>
            <a:ext cx="2133600" cy="360362"/>
          </a:xfrm>
          <a:noFill/>
          <a:ln>
            <a:noFill/>
          </a:ln>
        </p:spPr>
        <p:txBody>
          <a:bodyPr/>
          <a:p>
            <a:pPr marL="0" indent="0" eaLnBrk="1" hangingPunct="1">
              <a:lnSpc>
                <a:spcPct val="100000"/>
              </a:lnSpc>
              <a:spcBef>
                <a:spcPct val="0"/>
              </a:spcBef>
            </a:pPr>
            <a:fld id="{BB962C8B-B14F-4D97-AF65-F5344CB8AC3E}" type="datetime1">
              <a:rPr lang="zh-CN" altLang="en-US" sz="1600" dirty="0">
                <a:solidFill>
                  <a:srgbClr val="000000"/>
                </a:solidFill>
              </a:rPr>
            </a:fld>
            <a:endParaRPr lang="zh-CN" altLang="en-US" sz="1600" dirty="0">
              <a:solidFill>
                <a:srgbClr val="000000"/>
              </a:solidFill>
            </a:endParaRPr>
          </a:p>
        </p:txBody>
      </p:sp>
      <p:sp>
        <p:nvSpPr>
          <p:cNvPr id="222211" name="灯片编号占位符 2"/>
          <p:cNvSpPr txBox="1">
            <a:spLocks noGrp="1"/>
          </p:cNvSpPr>
          <p:nvPr>
            <p:ph type="sldNum" sz="quarter" idx="11"/>
          </p:nvPr>
        </p:nvSpPr>
        <p:spPr>
          <a:xfrm>
            <a:off x="8388350" y="6453188"/>
            <a:ext cx="720725" cy="360362"/>
          </a:xfrm>
          <a:noFill/>
          <a:ln>
            <a:noFill/>
          </a:ln>
        </p:spPr>
        <p:txBody>
          <a:bodyPr/>
          <a:p>
            <a:pPr marL="0" indent="0" algn="ctr" eaLnBrk="1" hangingPunct="1">
              <a:lnSpc>
                <a:spcPct val="100000"/>
              </a:lnSpc>
              <a:spcBef>
                <a:spcPct val="0"/>
              </a:spcBef>
            </a:pPr>
            <a:fld id="{9A0DB2DC-4C9A-4742-B13C-FB6460FD3503}" type="slidenum">
              <a:rPr lang="en-US" altLang="zh-CN" sz="1600" dirty="0">
                <a:solidFill>
                  <a:srgbClr val="000000"/>
                </a:solidFill>
                <a:ea typeface="楷体_GB2312" charset="-122"/>
              </a:rPr>
            </a:fld>
            <a:endParaRPr lang="en-US" altLang="zh-CN" sz="1600" dirty="0">
              <a:solidFill>
                <a:srgbClr val="000000"/>
              </a:solidFill>
              <a:ea typeface="楷体_GB2312" charset="-122"/>
            </a:endParaRPr>
          </a:p>
        </p:txBody>
      </p:sp>
      <p:sp>
        <p:nvSpPr>
          <p:cNvPr id="222212" name="Text Box 3"/>
          <p:cNvSpPr txBox="1"/>
          <p:nvPr/>
        </p:nvSpPr>
        <p:spPr>
          <a:xfrm>
            <a:off x="565150" y="1155700"/>
            <a:ext cx="7823200" cy="463550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lnSpc>
                <a:spcPct val="130000"/>
              </a:lnSpc>
              <a:spcBef>
                <a:spcPct val="20000"/>
              </a:spcBef>
              <a:spcAft>
                <a:spcPct val="0"/>
              </a:spcAft>
              <a:defRPr sz="2400">
                <a:solidFill>
                  <a:srgbClr val="0000FF"/>
                </a:solidFill>
                <a:latin typeface="Times New Roman" panose="02020603050405020304" pitchFamily="18" charset="0"/>
                <a:ea typeface="+mn-ea"/>
                <a:cs typeface="+mn-cs"/>
              </a:defRPr>
            </a:lvl1pPr>
            <a:lvl2pPr marL="742950" indent="-285750" algn="l" rtl="0" eaLnBrk="0" fontAlgn="base" hangingPunct="0">
              <a:lnSpc>
                <a:spcPct val="130000"/>
              </a:lnSpc>
              <a:spcBef>
                <a:spcPct val="20000"/>
              </a:spcBef>
              <a:spcAft>
                <a:spcPct val="0"/>
              </a:spcAft>
              <a:buClr>
                <a:srgbClr val="0000CC"/>
              </a:buClr>
              <a:buSzPct val="80000"/>
              <a:buFont typeface="Wingdings" panose="05000000000000000000" pitchFamily="2" charset="2"/>
              <a:buChar char="o"/>
              <a:defRPr sz="3000" b="1">
                <a:solidFill>
                  <a:srgbClr val="0000FF"/>
                </a:solidFill>
                <a:latin typeface="Arial Narrow" panose="020B0606020202030204" pitchFamily="34" charset="0"/>
                <a:ea typeface="楷体_GB2312" charset="-122"/>
                <a:cs typeface="楷体_GB2312" charset="-122"/>
              </a:defRPr>
            </a:lvl2pPr>
            <a:lvl3pPr marL="1143000" indent="-228600" algn="l" rtl="0" eaLnBrk="0" fontAlgn="base" hangingPunct="0">
              <a:lnSpc>
                <a:spcPct val="130000"/>
              </a:lnSpc>
              <a:spcBef>
                <a:spcPct val="20000"/>
              </a:spcBef>
              <a:spcAft>
                <a:spcPct val="0"/>
              </a:spcAft>
              <a:buClr>
                <a:srgbClr val="0000CC"/>
              </a:buClr>
              <a:buSzPct val="80000"/>
              <a:buFont typeface="Wingdings" panose="05000000000000000000" pitchFamily="2" charset="2"/>
              <a:buChar char="n"/>
              <a:defRPr sz="3000" b="1">
                <a:solidFill>
                  <a:srgbClr val="0000FF"/>
                </a:solidFill>
                <a:latin typeface="Arial Narrow" panose="020B0606020202030204" pitchFamily="34" charset="0"/>
                <a:ea typeface="楷体_GB2312" charset="-122"/>
                <a:cs typeface="楷体_GB2312" charset="-122"/>
              </a:defRPr>
            </a:lvl3pPr>
            <a:lvl4pPr marL="1600200" indent="-228600" algn="l" rtl="0" eaLnBrk="0" fontAlgn="base" hangingPunct="0">
              <a:lnSpc>
                <a:spcPct val="130000"/>
              </a:lnSpc>
              <a:spcBef>
                <a:spcPct val="20000"/>
              </a:spcBef>
              <a:spcAft>
                <a:spcPct val="0"/>
              </a:spcAft>
              <a:buClr>
                <a:srgbClr val="0000CC"/>
              </a:buClr>
              <a:buSzPct val="80000"/>
              <a:buFont typeface="Wingdings" panose="05000000000000000000" pitchFamily="2" charset="2"/>
              <a:buChar char="o"/>
              <a:defRPr sz="2800" b="1">
                <a:solidFill>
                  <a:srgbClr val="0000FF"/>
                </a:solidFill>
                <a:latin typeface="Arial Narrow" panose="020B0606020202030204" pitchFamily="34" charset="0"/>
                <a:ea typeface="楷体_GB2312" charset="-122"/>
                <a:cs typeface="楷体_GB2312" charset="-122"/>
              </a:defRPr>
            </a:lvl4pPr>
            <a:lvl5pPr marL="2057400" indent="-228600" algn="l" rtl="0" eaLnBrk="0" fontAlgn="base" hangingPunct="0">
              <a:lnSpc>
                <a:spcPct val="130000"/>
              </a:lnSpc>
              <a:spcBef>
                <a:spcPct val="20000"/>
              </a:spcBef>
              <a:spcAft>
                <a:spcPct val="0"/>
              </a:spcAft>
              <a:buClr>
                <a:srgbClr val="0000CC"/>
              </a:buClr>
              <a:buSzPct val="80000"/>
              <a:buFont typeface="Wingdings" panose="05000000000000000000" pitchFamily="2" charset="2"/>
              <a:buChar char="o"/>
              <a:defRPr sz="2800" b="1">
                <a:solidFill>
                  <a:srgbClr val="0000FF"/>
                </a:solidFill>
                <a:latin typeface="Arial Narrow" panose="020B0606020202030204" pitchFamily="34" charset="0"/>
                <a:ea typeface="楷体_GB2312" charset="-122"/>
                <a:cs typeface="楷体_GB2312" charset="-122"/>
              </a:defRPr>
            </a:lvl5pPr>
          </a:lstStyle>
          <a:p>
            <a:pPr marL="457200" lvl="0" indent="-457200">
              <a:buChar char="•"/>
            </a:pPr>
            <a:r>
              <a:rPr lang="zh-CN" altLang="en-US" sz="2000" b="1" dirty="0">
                <a:solidFill>
                  <a:srgbClr val="000000"/>
                </a:solidFill>
              </a:rPr>
              <a:t>过程赋值语句分阻塞和非阻塞赋值，只能出现在</a:t>
            </a:r>
            <a:r>
              <a:rPr lang="en-US" altLang="zh-CN" sz="2000" b="1" dirty="0">
                <a:solidFill>
                  <a:srgbClr val="000000"/>
                </a:solidFill>
              </a:rPr>
              <a:t>always</a:t>
            </a:r>
            <a:r>
              <a:rPr lang="zh-CN" altLang="en-US" sz="2000" b="1" dirty="0">
                <a:solidFill>
                  <a:srgbClr val="000000"/>
                </a:solidFill>
              </a:rPr>
              <a:t>和</a:t>
            </a:r>
            <a:r>
              <a:rPr lang="en-US" altLang="zh-CN" sz="2000" b="1" dirty="0">
                <a:solidFill>
                  <a:srgbClr val="000000"/>
                </a:solidFill>
              </a:rPr>
              <a:t>initial</a:t>
            </a:r>
            <a:r>
              <a:rPr lang="zh-CN" altLang="en-US" sz="2000" b="1" dirty="0">
                <a:solidFill>
                  <a:srgbClr val="000000"/>
                </a:solidFill>
              </a:rPr>
              <a:t>块中。</a:t>
            </a:r>
            <a:endParaRPr lang="en-US" altLang="zh-CN" sz="2000" b="1" dirty="0">
              <a:solidFill>
                <a:srgbClr val="000000"/>
              </a:solidFill>
            </a:endParaRPr>
          </a:p>
          <a:p>
            <a:pPr marL="457200" lvl="0" indent="-457200">
              <a:buChar char="•"/>
            </a:pPr>
            <a:r>
              <a:rPr lang="zh-CN" altLang="en-US" sz="2000" b="1" dirty="0">
                <a:solidFill>
                  <a:srgbClr val="000000"/>
                </a:solidFill>
              </a:rPr>
              <a:t>一般认为，描述组合逻辑电路时，使用阻塞赋值，描述时序逻辑电路，使用非阻塞赋值语句。锁存器电路建模时，用非阻塞赋值。在同一个</a:t>
            </a:r>
            <a:r>
              <a:rPr lang="en-US" altLang="zh-CN" sz="2000" b="1" dirty="0">
                <a:solidFill>
                  <a:srgbClr val="000000"/>
                </a:solidFill>
              </a:rPr>
              <a:t>always</a:t>
            </a:r>
            <a:r>
              <a:rPr lang="zh-CN" altLang="en-US" sz="2000" b="1" dirty="0">
                <a:solidFill>
                  <a:srgbClr val="000000"/>
                </a:solidFill>
              </a:rPr>
              <a:t>块中不要既用非阻塞赋值又用阻塞赋值。</a:t>
            </a:r>
            <a:endParaRPr lang="en-US" altLang="zh-CN" sz="2000" b="1" dirty="0">
              <a:solidFill>
                <a:srgbClr val="000000"/>
              </a:solidFill>
            </a:endParaRPr>
          </a:p>
          <a:p>
            <a:pPr marL="457200" lvl="0" indent="-457200">
              <a:buChar char="•"/>
            </a:pPr>
            <a:r>
              <a:rPr lang="zh-CN" altLang="en-US" sz="2000" b="1" dirty="0">
                <a:solidFill>
                  <a:srgbClr val="000000"/>
                </a:solidFill>
              </a:rPr>
              <a:t>阻塞和非阻塞只能对寄存器型变量赋值，但并不代表综合结果一定包含寄存器。</a:t>
            </a:r>
            <a:endParaRPr lang="en-US" altLang="zh-CN" sz="2000" b="1" dirty="0">
              <a:solidFill>
                <a:srgbClr val="000000"/>
              </a:solidFill>
            </a:endParaRPr>
          </a:p>
          <a:p>
            <a:pPr marL="457200" lvl="0" indent="-457200">
              <a:buChar char="•"/>
            </a:pPr>
            <a:r>
              <a:rPr lang="en-US" altLang="zh-CN" sz="2000" b="1" dirty="0">
                <a:solidFill>
                  <a:srgbClr val="000000"/>
                </a:solidFill>
              </a:rPr>
              <a:t>always</a:t>
            </a:r>
            <a:r>
              <a:rPr lang="zh-CN" altLang="en-US" sz="2000" b="1" dirty="0">
                <a:solidFill>
                  <a:srgbClr val="000000"/>
                </a:solidFill>
              </a:rPr>
              <a:t>语句块内可以使用的语法有</a:t>
            </a:r>
            <a:r>
              <a:rPr lang="en-US" altLang="zh-CN" sz="2000" b="1" dirty="0">
                <a:solidFill>
                  <a:srgbClr val="000000"/>
                </a:solidFill>
              </a:rPr>
              <a:t>: </a:t>
            </a:r>
            <a:r>
              <a:rPr lang="zh-CN" altLang="en-US" sz="2000" b="1" dirty="0">
                <a:solidFill>
                  <a:srgbClr val="000000"/>
                </a:solidFill>
              </a:rPr>
              <a:t>过程赋值语句、</a:t>
            </a:r>
            <a:r>
              <a:rPr lang="en-US" altLang="zh-CN" sz="2000" b="1" dirty="0">
                <a:solidFill>
                  <a:srgbClr val="000000"/>
                </a:solidFill>
              </a:rPr>
              <a:t>if</a:t>
            </a:r>
            <a:r>
              <a:rPr lang="zh-CN" altLang="en-US" sz="2000" b="1" dirty="0">
                <a:solidFill>
                  <a:srgbClr val="000000"/>
                </a:solidFill>
              </a:rPr>
              <a:t>语句、</a:t>
            </a:r>
            <a:r>
              <a:rPr lang="en-US" altLang="zh-CN" sz="2000" b="1" dirty="0">
                <a:solidFill>
                  <a:srgbClr val="000000"/>
                </a:solidFill>
              </a:rPr>
              <a:t>case</a:t>
            </a:r>
            <a:r>
              <a:rPr lang="zh-CN" altLang="en-US" sz="2000" b="1" dirty="0">
                <a:solidFill>
                  <a:srgbClr val="000000"/>
                </a:solidFill>
              </a:rPr>
              <a:t>语句和循环语句。敏感列表内信号发生变化，</a:t>
            </a:r>
            <a:r>
              <a:rPr lang="en-US" altLang="zh-CN" sz="2000" b="1" dirty="0">
                <a:solidFill>
                  <a:srgbClr val="000000"/>
                </a:solidFill>
              </a:rPr>
              <a:t>always</a:t>
            </a:r>
            <a:r>
              <a:rPr lang="zh-CN" altLang="en-US" sz="2000" b="1" dirty="0">
                <a:solidFill>
                  <a:srgbClr val="000000"/>
                </a:solidFill>
              </a:rPr>
              <a:t>块被激活，从头到尾顺序执行一次，之后返回到</a:t>
            </a:r>
            <a:r>
              <a:rPr lang="en-US" altLang="zh-CN" sz="2000" b="1" dirty="0">
                <a:solidFill>
                  <a:srgbClr val="000000"/>
                </a:solidFill>
              </a:rPr>
              <a:t>@</a:t>
            </a:r>
            <a:r>
              <a:rPr lang="zh-CN" altLang="en-US" sz="2000" b="1" dirty="0">
                <a:solidFill>
                  <a:srgbClr val="000000"/>
                </a:solidFill>
              </a:rPr>
              <a:t>处，等待敏感列表信号发生改变，如此反复。每个</a:t>
            </a:r>
            <a:r>
              <a:rPr lang="en-US" altLang="zh-CN" sz="2000" b="1" dirty="0">
                <a:solidFill>
                  <a:srgbClr val="000000"/>
                </a:solidFill>
              </a:rPr>
              <a:t>always</a:t>
            </a:r>
            <a:r>
              <a:rPr lang="zh-CN" altLang="en-US" sz="2000" b="1" dirty="0">
                <a:solidFill>
                  <a:srgbClr val="000000"/>
                </a:solidFill>
              </a:rPr>
              <a:t>块对应电路一部分。</a:t>
            </a:r>
            <a:endParaRPr lang="en-US" altLang="zh-CN" sz="2000" b="1" dirty="0">
              <a:solidFill>
                <a:srgbClr val="000000"/>
              </a:solidFill>
            </a:endParaRPr>
          </a:p>
        </p:txBody>
      </p:sp>
      <p:sp>
        <p:nvSpPr>
          <p:cNvPr id="222213" name="标题 1"/>
          <p:cNvSpPr txBox="1"/>
          <p:nvPr/>
        </p:nvSpPr>
        <p:spPr>
          <a:xfrm>
            <a:off x="508000" y="479425"/>
            <a:ext cx="6746875" cy="584200"/>
          </a:xfrm>
          <a:prstGeom prst="rect">
            <a:avLst/>
          </a:prstGeom>
          <a:noFill/>
          <a:ln w="9525">
            <a:noFill/>
          </a:ln>
        </p:spPr>
        <p:txBody>
          <a:bodyPr/>
          <a:lstStyle>
            <a:lvl1pPr marL="342900" indent="-342900" algn="l" rtl="0" eaLnBrk="0" fontAlgn="base" hangingPunct="0">
              <a:lnSpc>
                <a:spcPct val="130000"/>
              </a:lnSpc>
              <a:spcBef>
                <a:spcPct val="20000"/>
              </a:spcBef>
              <a:spcAft>
                <a:spcPct val="0"/>
              </a:spcAft>
              <a:defRPr sz="2400">
                <a:solidFill>
                  <a:srgbClr val="0000FF"/>
                </a:solidFill>
                <a:latin typeface="Times New Roman" panose="02020603050405020304" pitchFamily="18" charset="0"/>
                <a:ea typeface="+mn-ea"/>
                <a:cs typeface="+mn-cs"/>
              </a:defRPr>
            </a:lvl1pPr>
            <a:lvl2pPr marL="742950" indent="-285750" algn="l" rtl="0" eaLnBrk="0" fontAlgn="base" hangingPunct="0">
              <a:lnSpc>
                <a:spcPct val="130000"/>
              </a:lnSpc>
              <a:spcBef>
                <a:spcPct val="20000"/>
              </a:spcBef>
              <a:spcAft>
                <a:spcPct val="0"/>
              </a:spcAft>
              <a:buClr>
                <a:srgbClr val="0000CC"/>
              </a:buClr>
              <a:buSzPct val="80000"/>
              <a:buFont typeface="Wingdings" panose="05000000000000000000" pitchFamily="2" charset="2"/>
              <a:buChar char="o"/>
              <a:defRPr sz="3000" b="1">
                <a:solidFill>
                  <a:srgbClr val="0000FF"/>
                </a:solidFill>
                <a:latin typeface="Arial Narrow" panose="020B0606020202030204" pitchFamily="34" charset="0"/>
                <a:ea typeface="楷体_GB2312" charset="-122"/>
                <a:cs typeface="楷体_GB2312" charset="-122"/>
              </a:defRPr>
            </a:lvl2pPr>
            <a:lvl3pPr marL="1143000" indent="-228600" algn="l" rtl="0" eaLnBrk="0" fontAlgn="base" hangingPunct="0">
              <a:lnSpc>
                <a:spcPct val="130000"/>
              </a:lnSpc>
              <a:spcBef>
                <a:spcPct val="20000"/>
              </a:spcBef>
              <a:spcAft>
                <a:spcPct val="0"/>
              </a:spcAft>
              <a:buClr>
                <a:srgbClr val="0000CC"/>
              </a:buClr>
              <a:buSzPct val="80000"/>
              <a:buFont typeface="Wingdings" panose="05000000000000000000" pitchFamily="2" charset="2"/>
              <a:buChar char="n"/>
              <a:defRPr sz="3000" b="1">
                <a:solidFill>
                  <a:srgbClr val="0000FF"/>
                </a:solidFill>
                <a:latin typeface="Arial Narrow" panose="020B0606020202030204" pitchFamily="34" charset="0"/>
                <a:ea typeface="楷体_GB2312" charset="-122"/>
                <a:cs typeface="楷体_GB2312" charset="-122"/>
              </a:defRPr>
            </a:lvl3pPr>
            <a:lvl4pPr marL="1600200" indent="-228600" algn="l" rtl="0" eaLnBrk="0" fontAlgn="base" hangingPunct="0">
              <a:lnSpc>
                <a:spcPct val="130000"/>
              </a:lnSpc>
              <a:spcBef>
                <a:spcPct val="20000"/>
              </a:spcBef>
              <a:spcAft>
                <a:spcPct val="0"/>
              </a:spcAft>
              <a:buClr>
                <a:srgbClr val="0000CC"/>
              </a:buClr>
              <a:buSzPct val="80000"/>
              <a:buFont typeface="Wingdings" panose="05000000000000000000" pitchFamily="2" charset="2"/>
              <a:buChar char="o"/>
              <a:defRPr sz="2800" b="1">
                <a:solidFill>
                  <a:srgbClr val="0000FF"/>
                </a:solidFill>
                <a:latin typeface="Arial Narrow" panose="020B0606020202030204" pitchFamily="34" charset="0"/>
                <a:ea typeface="楷体_GB2312" charset="-122"/>
                <a:cs typeface="楷体_GB2312" charset="-122"/>
              </a:defRPr>
            </a:lvl4pPr>
            <a:lvl5pPr marL="2057400" indent="-228600" algn="l" rtl="0" eaLnBrk="0" fontAlgn="base" hangingPunct="0">
              <a:lnSpc>
                <a:spcPct val="130000"/>
              </a:lnSpc>
              <a:spcBef>
                <a:spcPct val="20000"/>
              </a:spcBef>
              <a:spcAft>
                <a:spcPct val="0"/>
              </a:spcAft>
              <a:buClr>
                <a:srgbClr val="0000CC"/>
              </a:buClr>
              <a:buSzPct val="80000"/>
              <a:buFont typeface="Wingdings" panose="05000000000000000000" pitchFamily="2" charset="2"/>
              <a:buChar char="o"/>
              <a:defRPr sz="2800" b="1">
                <a:solidFill>
                  <a:srgbClr val="0000FF"/>
                </a:solidFill>
                <a:latin typeface="Arial Narrow" panose="020B0606020202030204" pitchFamily="34" charset="0"/>
                <a:ea typeface="楷体_GB2312" charset="-122"/>
                <a:cs typeface="楷体_GB2312" charset="-122"/>
              </a:defRPr>
            </a:lvl5pPr>
          </a:lstStyle>
          <a:p>
            <a:pPr marL="0" lvl="0" indent="0" eaLnBrk="1" hangingPunct="1">
              <a:lnSpc>
                <a:spcPct val="100000"/>
              </a:lnSpc>
              <a:spcBef>
                <a:spcPct val="0"/>
              </a:spcBef>
            </a:pPr>
            <a:r>
              <a:rPr lang="en-US" altLang="zh-CN" sz="2800" b="1" dirty="0">
                <a:solidFill>
                  <a:srgbClr val="FF0000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always</a:t>
            </a:r>
            <a:r>
              <a:rPr lang="zh-CN" altLang="en-US" sz="2800" b="1" dirty="0">
                <a:solidFill>
                  <a:srgbClr val="FF0000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语句</a:t>
            </a:r>
            <a:endParaRPr lang="en-US" altLang="zh-CN" sz="2800" b="1" dirty="0">
              <a:solidFill>
                <a:srgbClr val="FF0000"/>
              </a:solidFill>
              <a:latin typeface="华文中宋" panose="02010600040101010101" pitchFamily="2" charset="-122"/>
              <a:ea typeface="华文中宋" panose="02010600040101010101" pitchFamily="2" charset="-122"/>
            </a:endParaRPr>
          </a:p>
        </p:txBody>
      </p:sp>
    </p:spTree>
  </p:cSld>
  <p:clrMapOvr>
    <a:masterClrMapping/>
  </p:clrMapOvr>
  <p:transition spd="slow">
    <p:randomBar dir="vert"/>
  </p:transition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23234" name="日期占位符 1"/>
          <p:cNvSpPr txBox="1">
            <a:spLocks noGrp="1"/>
          </p:cNvSpPr>
          <p:nvPr>
            <p:ph type="dt" sz="half" idx="10"/>
          </p:nvPr>
        </p:nvSpPr>
        <p:spPr>
          <a:xfrm>
            <a:off x="457200" y="6453188"/>
            <a:ext cx="2133600" cy="360362"/>
          </a:xfrm>
          <a:noFill/>
          <a:ln>
            <a:noFill/>
          </a:ln>
        </p:spPr>
        <p:txBody>
          <a:bodyPr/>
          <a:p>
            <a:pPr marL="0" indent="0" eaLnBrk="1" hangingPunct="1">
              <a:lnSpc>
                <a:spcPct val="100000"/>
              </a:lnSpc>
              <a:spcBef>
                <a:spcPct val="0"/>
              </a:spcBef>
            </a:pPr>
            <a:fld id="{BB962C8B-B14F-4D97-AF65-F5344CB8AC3E}" type="datetime1">
              <a:rPr lang="zh-CN" altLang="en-US" sz="1600" dirty="0">
                <a:solidFill>
                  <a:srgbClr val="000000"/>
                </a:solidFill>
              </a:rPr>
            </a:fld>
            <a:endParaRPr lang="zh-CN" altLang="en-US" sz="1600" dirty="0">
              <a:solidFill>
                <a:srgbClr val="000000"/>
              </a:solidFill>
            </a:endParaRPr>
          </a:p>
        </p:txBody>
      </p:sp>
      <p:sp>
        <p:nvSpPr>
          <p:cNvPr id="223235" name="灯片编号占位符 2"/>
          <p:cNvSpPr txBox="1">
            <a:spLocks noGrp="1"/>
          </p:cNvSpPr>
          <p:nvPr>
            <p:ph type="sldNum" sz="quarter" idx="11"/>
          </p:nvPr>
        </p:nvSpPr>
        <p:spPr>
          <a:xfrm>
            <a:off x="8388350" y="6453188"/>
            <a:ext cx="720725" cy="360362"/>
          </a:xfrm>
          <a:noFill/>
          <a:ln>
            <a:noFill/>
          </a:ln>
        </p:spPr>
        <p:txBody>
          <a:bodyPr/>
          <a:p>
            <a:pPr marL="0" indent="0" algn="ctr" eaLnBrk="1" hangingPunct="1">
              <a:lnSpc>
                <a:spcPct val="100000"/>
              </a:lnSpc>
              <a:spcBef>
                <a:spcPct val="0"/>
              </a:spcBef>
            </a:pPr>
            <a:fld id="{9A0DB2DC-4C9A-4742-B13C-FB6460FD3503}" type="slidenum">
              <a:rPr lang="en-US" altLang="zh-CN" sz="1600" dirty="0">
                <a:solidFill>
                  <a:srgbClr val="000000"/>
                </a:solidFill>
                <a:ea typeface="楷体_GB2312" charset="-122"/>
              </a:rPr>
            </a:fld>
            <a:endParaRPr lang="en-US" altLang="zh-CN" sz="1600" dirty="0">
              <a:solidFill>
                <a:srgbClr val="000000"/>
              </a:solidFill>
              <a:ea typeface="楷体_GB2312" charset="-122"/>
            </a:endParaRPr>
          </a:p>
        </p:txBody>
      </p:sp>
      <p:sp>
        <p:nvSpPr>
          <p:cNvPr id="223236" name="Text Box 3"/>
          <p:cNvSpPr txBox="1"/>
          <p:nvPr/>
        </p:nvSpPr>
        <p:spPr>
          <a:xfrm>
            <a:off x="565150" y="1155700"/>
            <a:ext cx="8188325" cy="2820988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lnSpc>
                <a:spcPct val="130000"/>
              </a:lnSpc>
              <a:spcBef>
                <a:spcPct val="20000"/>
              </a:spcBef>
              <a:spcAft>
                <a:spcPct val="0"/>
              </a:spcAft>
              <a:defRPr sz="2400">
                <a:solidFill>
                  <a:srgbClr val="0000FF"/>
                </a:solidFill>
                <a:latin typeface="Times New Roman" panose="02020603050405020304" pitchFamily="18" charset="0"/>
                <a:ea typeface="+mn-ea"/>
                <a:cs typeface="+mn-cs"/>
              </a:defRPr>
            </a:lvl1pPr>
            <a:lvl2pPr marL="742950" indent="-285750" algn="l" rtl="0" eaLnBrk="0" fontAlgn="base" hangingPunct="0">
              <a:lnSpc>
                <a:spcPct val="130000"/>
              </a:lnSpc>
              <a:spcBef>
                <a:spcPct val="20000"/>
              </a:spcBef>
              <a:spcAft>
                <a:spcPct val="0"/>
              </a:spcAft>
              <a:buClr>
                <a:srgbClr val="0000CC"/>
              </a:buClr>
              <a:buSzPct val="80000"/>
              <a:buFont typeface="Wingdings" panose="05000000000000000000" pitchFamily="2" charset="2"/>
              <a:buChar char="o"/>
              <a:defRPr sz="3000" b="1">
                <a:solidFill>
                  <a:srgbClr val="0000FF"/>
                </a:solidFill>
                <a:latin typeface="Arial Narrow" panose="020B0606020202030204" pitchFamily="34" charset="0"/>
                <a:ea typeface="楷体_GB2312" charset="-122"/>
                <a:cs typeface="楷体_GB2312" charset="-122"/>
              </a:defRPr>
            </a:lvl2pPr>
            <a:lvl3pPr marL="1143000" indent="-228600" algn="l" rtl="0" eaLnBrk="0" fontAlgn="base" hangingPunct="0">
              <a:lnSpc>
                <a:spcPct val="130000"/>
              </a:lnSpc>
              <a:spcBef>
                <a:spcPct val="20000"/>
              </a:spcBef>
              <a:spcAft>
                <a:spcPct val="0"/>
              </a:spcAft>
              <a:buClr>
                <a:srgbClr val="0000CC"/>
              </a:buClr>
              <a:buSzPct val="80000"/>
              <a:buFont typeface="Wingdings" panose="05000000000000000000" pitchFamily="2" charset="2"/>
              <a:buChar char="n"/>
              <a:defRPr sz="3000" b="1">
                <a:solidFill>
                  <a:srgbClr val="0000FF"/>
                </a:solidFill>
                <a:latin typeface="Arial Narrow" panose="020B0606020202030204" pitchFamily="34" charset="0"/>
                <a:ea typeface="楷体_GB2312" charset="-122"/>
                <a:cs typeface="楷体_GB2312" charset="-122"/>
              </a:defRPr>
            </a:lvl3pPr>
            <a:lvl4pPr marL="1600200" indent="-228600" algn="l" rtl="0" eaLnBrk="0" fontAlgn="base" hangingPunct="0">
              <a:lnSpc>
                <a:spcPct val="130000"/>
              </a:lnSpc>
              <a:spcBef>
                <a:spcPct val="20000"/>
              </a:spcBef>
              <a:spcAft>
                <a:spcPct val="0"/>
              </a:spcAft>
              <a:buClr>
                <a:srgbClr val="0000CC"/>
              </a:buClr>
              <a:buSzPct val="80000"/>
              <a:buFont typeface="Wingdings" panose="05000000000000000000" pitchFamily="2" charset="2"/>
              <a:buChar char="o"/>
              <a:defRPr sz="2800" b="1">
                <a:solidFill>
                  <a:srgbClr val="0000FF"/>
                </a:solidFill>
                <a:latin typeface="Arial Narrow" panose="020B0606020202030204" pitchFamily="34" charset="0"/>
                <a:ea typeface="楷体_GB2312" charset="-122"/>
                <a:cs typeface="楷体_GB2312" charset="-122"/>
              </a:defRPr>
            </a:lvl4pPr>
            <a:lvl5pPr marL="2057400" indent="-228600" algn="l" rtl="0" eaLnBrk="0" fontAlgn="base" hangingPunct="0">
              <a:lnSpc>
                <a:spcPct val="130000"/>
              </a:lnSpc>
              <a:spcBef>
                <a:spcPct val="20000"/>
              </a:spcBef>
              <a:spcAft>
                <a:spcPct val="0"/>
              </a:spcAft>
              <a:buClr>
                <a:srgbClr val="0000CC"/>
              </a:buClr>
              <a:buSzPct val="80000"/>
              <a:buFont typeface="Wingdings" panose="05000000000000000000" pitchFamily="2" charset="2"/>
              <a:buChar char="o"/>
              <a:defRPr sz="2800" b="1">
                <a:solidFill>
                  <a:srgbClr val="0000FF"/>
                </a:solidFill>
                <a:latin typeface="Arial Narrow" panose="020B0606020202030204" pitchFamily="34" charset="0"/>
                <a:ea typeface="楷体_GB2312" charset="-122"/>
                <a:cs typeface="楷体_GB2312" charset="-122"/>
              </a:defRPr>
            </a:lvl5pPr>
          </a:lstStyle>
          <a:p>
            <a:pPr marL="457200" lvl="0" indent="-457200">
              <a:buChar char="•"/>
            </a:pPr>
            <a:r>
              <a:rPr lang="en-US" altLang="zh-CN" sz="2200" b="1" dirty="0">
                <a:solidFill>
                  <a:srgbClr val="000000"/>
                </a:solidFill>
              </a:rPr>
              <a:t>for</a:t>
            </a:r>
            <a:r>
              <a:rPr lang="zh-CN" altLang="en-US" sz="2200" b="1" dirty="0">
                <a:solidFill>
                  <a:srgbClr val="000000"/>
                </a:solidFill>
              </a:rPr>
              <a:t>语句可以被综合，但它一定是要完成整个循环次数的，而不是遇到什么就可以退出，因为它要生成实际电路的。</a:t>
            </a:r>
            <a:endParaRPr lang="en-US" altLang="zh-CN" sz="2200" b="1" dirty="0">
              <a:solidFill>
                <a:srgbClr val="000000"/>
              </a:solidFill>
            </a:endParaRPr>
          </a:p>
          <a:p>
            <a:pPr marL="457200" lvl="0" indent="-457200">
              <a:buChar char="•"/>
            </a:pPr>
            <a:r>
              <a:rPr lang="zh-CN" altLang="en-US" sz="2200" b="1" dirty="0">
                <a:solidFill>
                  <a:srgbClr val="000000"/>
                </a:solidFill>
              </a:rPr>
              <a:t>理解为什么</a:t>
            </a:r>
            <a:r>
              <a:rPr lang="en-US" altLang="zh-CN" sz="2200" b="1" dirty="0">
                <a:solidFill>
                  <a:srgbClr val="000000"/>
                </a:solidFill>
              </a:rPr>
              <a:t>Verilog</a:t>
            </a:r>
            <a:r>
              <a:rPr lang="zh-CN" altLang="en-US" sz="2200" b="1" dirty="0">
                <a:solidFill>
                  <a:srgbClr val="000000"/>
                </a:solidFill>
              </a:rPr>
              <a:t>里面没有</a:t>
            </a:r>
            <a:r>
              <a:rPr lang="en-US" altLang="zh-CN" sz="2200" b="1" dirty="0">
                <a:solidFill>
                  <a:srgbClr val="000000"/>
                </a:solidFill>
              </a:rPr>
              <a:t>break</a:t>
            </a:r>
            <a:r>
              <a:rPr lang="zh-CN" altLang="en-US" sz="2200" b="1" dirty="0">
                <a:solidFill>
                  <a:srgbClr val="000000"/>
                </a:solidFill>
              </a:rPr>
              <a:t>，</a:t>
            </a:r>
            <a:r>
              <a:rPr lang="en-US" altLang="zh-CN" sz="2200" b="1" dirty="0">
                <a:solidFill>
                  <a:srgbClr val="000000"/>
                </a:solidFill>
              </a:rPr>
              <a:t>go to</a:t>
            </a:r>
            <a:r>
              <a:rPr lang="zh-CN" altLang="en-US" sz="2200" b="1" dirty="0">
                <a:solidFill>
                  <a:srgbClr val="000000"/>
                </a:solidFill>
              </a:rPr>
              <a:t>，</a:t>
            </a:r>
            <a:r>
              <a:rPr lang="en-US" altLang="zh-CN" sz="2200" b="1" dirty="0">
                <a:solidFill>
                  <a:srgbClr val="000000"/>
                </a:solidFill>
              </a:rPr>
              <a:t>countinue</a:t>
            </a:r>
            <a:r>
              <a:rPr lang="zh-CN" altLang="en-US" sz="2200" b="1" dirty="0">
                <a:solidFill>
                  <a:srgbClr val="000000"/>
                </a:solidFill>
              </a:rPr>
              <a:t>语句。</a:t>
            </a:r>
            <a:endParaRPr lang="en-US" altLang="zh-CN" sz="2200" b="1" dirty="0">
              <a:solidFill>
                <a:srgbClr val="000000"/>
              </a:solidFill>
            </a:endParaRPr>
          </a:p>
          <a:p>
            <a:pPr marL="457200" lvl="0" indent="-457200">
              <a:buChar char="•"/>
            </a:pPr>
            <a:r>
              <a:rPr lang="zh-CN" altLang="en-US" sz="2200" b="1" dirty="0">
                <a:solidFill>
                  <a:srgbClr val="000000"/>
                </a:solidFill>
              </a:rPr>
              <a:t>不管什么</a:t>
            </a:r>
            <a:r>
              <a:rPr lang="en-US" altLang="zh-CN" sz="2200" b="1" dirty="0">
                <a:solidFill>
                  <a:srgbClr val="000000"/>
                </a:solidFill>
              </a:rPr>
              <a:t>HDL</a:t>
            </a:r>
            <a:r>
              <a:rPr lang="zh-CN" altLang="en-US" sz="2200" b="1" dirty="0">
                <a:solidFill>
                  <a:srgbClr val="000000"/>
                </a:solidFill>
              </a:rPr>
              <a:t>语言都是描述元件结构的，而不是描述功能的，一定要对组合和时序电路的底层原理明白。纯粹功能描述是用来测试用的。</a:t>
            </a:r>
            <a:endParaRPr lang="en-US" altLang="zh-CN" sz="2200" b="1" dirty="0">
              <a:solidFill>
                <a:srgbClr val="000000"/>
              </a:solidFill>
              <a:ea typeface="Times New Roman" panose="02020603050405020304" pitchFamily="18" charset="0"/>
            </a:endParaRPr>
          </a:p>
        </p:txBody>
      </p:sp>
      <p:sp>
        <p:nvSpPr>
          <p:cNvPr id="223237" name="标题 1"/>
          <p:cNvSpPr txBox="1"/>
          <p:nvPr/>
        </p:nvSpPr>
        <p:spPr>
          <a:xfrm>
            <a:off x="508000" y="479425"/>
            <a:ext cx="6746875" cy="584200"/>
          </a:xfrm>
          <a:prstGeom prst="rect">
            <a:avLst/>
          </a:prstGeom>
          <a:noFill/>
          <a:ln w="9525">
            <a:noFill/>
          </a:ln>
        </p:spPr>
        <p:txBody>
          <a:bodyPr/>
          <a:lstStyle>
            <a:lvl1pPr marL="342900" indent="-342900" algn="l" rtl="0" eaLnBrk="0" fontAlgn="base" hangingPunct="0">
              <a:lnSpc>
                <a:spcPct val="130000"/>
              </a:lnSpc>
              <a:spcBef>
                <a:spcPct val="20000"/>
              </a:spcBef>
              <a:spcAft>
                <a:spcPct val="0"/>
              </a:spcAft>
              <a:defRPr sz="2400">
                <a:solidFill>
                  <a:srgbClr val="0000FF"/>
                </a:solidFill>
                <a:latin typeface="Times New Roman" panose="02020603050405020304" pitchFamily="18" charset="0"/>
                <a:ea typeface="+mn-ea"/>
                <a:cs typeface="+mn-cs"/>
              </a:defRPr>
            </a:lvl1pPr>
            <a:lvl2pPr marL="742950" indent="-285750" algn="l" rtl="0" eaLnBrk="0" fontAlgn="base" hangingPunct="0">
              <a:lnSpc>
                <a:spcPct val="130000"/>
              </a:lnSpc>
              <a:spcBef>
                <a:spcPct val="20000"/>
              </a:spcBef>
              <a:spcAft>
                <a:spcPct val="0"/>
              </a:spcAft>
              <a:buClr>
                <a:srgbClr val="0000CC"/>
              </a:buClr>
              <a:buSzPct val="80000"/>
              <a:buFont typeface="Wingdings" panose="05000000000000000000" pitchFamily="2" charset="2"/>
              <a:buChar char="o"/>
              <a:defRPr sz="3000" b="1">
                <a:solidFill>
                  <a:srgbClr val="0000FF"/>
                </a:solidFill>
                <a:latin typeface="Arial Narrow" panose="020B0606020202030204" pitchFamily="34" charset="0"/>
                <a:ea typeface="楷体_GB2312" charset="-122"/>
                <a:cs typeface="楷体_GB2312" charset="-122"/>
              </a:defRPr>
            </a:lvl2pPr>
            <a:lvl3pPr marL="1143000" indent="-228600" algn="l" rtl="0" eaLnBrk="0" fontAlgn="base" hangingPunct="0">
              <a:lnSpc>
                <a:spcPct val="130000"/>
              </a:lnSpc>
              <a:spcBef>
                <a:spcPct val="20000"/>
              </a:spcBef>
              <a:spcAft>
                <a:spcPct val="0"/>
              </a:spcAft>
              <a:buClr>
                <a:srgbClr val="0000CC"/>
              </a:buClr>
              <a:buSzPct val="80000"/>
              <a:buFont typeface="Wingdings" panose="05000000000000000000" pitchFamily="2" charset="2"/>
              <a:buChar char="n"/>
              <a:defRPr sz="3000" b="1">
                <a:solidFill>
                  <a:srgbClr val="0000FF"/>
                </a:solidFill>
                <a:latin typeface="Arial Narrow" panose="020B0606020202030204" pitchFamily="34" charset="0"/>
                <a:ea typeface="楷体_GB2312" charset="-122"/>
                <a:cs typeface="楷体_GB2312" charset="-122"/>
              </a:defRPr>
            </a:lvl3pPr>
            <a:lvl4pPr marL="1600200" indent="-228600" algn="l" rtl="0" eaLnBrk="0" fontAlgn="base" hangingPunct="0">
              <a:lnSpc>
                <a:spcPct val="130000"/>
              </a:lnSpc>
              <a:spcBef>
                <a:spcPct val="20000"/>
              </a:spcBef>
              <a:spcAft>
                <a:spcPct val="0"/>
              </a:spcAft>
              <a:buClr>
                <a:srgbClr val="0000CC"/>
              </a:buClr>
              <a:buSzPct val="80000"/>
              <a:buFont typeface="Wingdings" panose="05000000000000000000" pitchFamily="2" charset="2"/>
              <a:buChar char="o"/>
              <a:defRPr sz="2800" b="1">
                <a:solidFill>
                  <a:srgbClr val="0000FF"/>
                </a:solidFill>
                <a:latin typeface="Arial Narrow" panose="020B0606020202030204" pitchFamily="34" charset="0"/>
                <a:ea typeface="楷体_GB2312" charset="-122"/>
                <a:cs typeface="楷体_GB2312" charset="-122"/>
              </a:defRPr>
            </a:lvl4pPr>
            <a:lvl5pPr marL="2057400" indent="-228600" algn="l" rtl="0" eaLnBrk="0" fontAlgn="base" hangingPunct="0">
              <a:lnSpc>
                <a:spcPct val="130000"/>
              </a:lnSpc>
              <a:spcBef>
                <a:spcPct val="20000"/>
              </a:spcBef>
              <a:spcAft>
                <a:spcPct val="0"/>
              </a:spcAft>
              <a:buClr>
                <a:srgbClr val="0000CC"/>
              </a:buClr>
              <a:buSzPct val="80000"/>
              <a:buFont typeface="Wingdings" panose="05000000000000000000" pitchFamily="2" charset="2"/>
              <a:buChar char="o"/>
              <a:defRPr sz="2800" b="1">
                <a:solidFill>
                  <a:srgbClr val="0000FF"/>
                </a:solidFill>
                <a:latin typeface="Arial Narrow" panose="020B0606020202030204" pitchFamily="34" charset="0"/>
                <a:ea typeface="楷体_GB2312" charset="-122"/>
                <a:cs typeface="楷体_GB2312" charset="-122"/>
              </a:defRPr>
            </a:lvl5pPr>
          </a:lstStyle>
          <a:p>
            <a:pPr marL="0" lvl="0" indent="0" eaLnBrk="1" hangingPunct="1">
              <a:lnSpc>
                <a:spcPct val="100000"/>
              </a:lnSpc>
              <a:spcBef>
                <a:spcPct val="0"/>
              </a:spcBef>
            </a:pPr>
            <a:r>
              <a:rPr lang="en-US" altLang="zh-CN" sz="2800" b="1" dirty="0">
                <a:solidFill>
                  <a:srgbClr val="FF0000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for</a:t>
            </a:r>
            <a:r>
              <a:rPr lang="zh-CN" altLang="en-US" sz="2800" b="1" dirty="0">
                <a:solidFill>
                  <a:srgbClr val="FF0000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语句</a:t>
            </a:r>
            <a:endParaRPr lang="en-US" altLang="zh-CN" sz="2800" b="1" dirty="0">
              <a:solidFill>
                <a:srgbClr val="FF0000"/>
              </a:solidFill>
              <a:latin typeface="华文中宋" panose="02010600040101010101" pitchFamily="2" charset="-122"/>
              <a:ea typeface="华文中宋" panose="02010600040101010101" pitchFamily="2" charset="-122"/>
            </a:endParaRPr>
          </a:p>
        </p:txBody>
      </p:sp>
    </p:spTree>
  </p:cSld>
  <p:clrMapOvr>
    <a:masterClrMapping/>
  </p:clrMapOvr>
  <p:transition spd="slow">
    <p:randomBar dir="vert"/>
  </p:transition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24258" name="日期占位符 1"/>
          <p:cNvSpPr txBox="1">
            <a:spLocks noGrp="1"/>
          </p:cNvSpPr>
          <p:nvPr>
            <p:ph type="dt" sz="half" idx="10"/>
          </p:nvPr>
        </p:nvSpPr>
        <p:spPr>
          <a:xfrm>
            <a:off x="457200" y="6453188"/>
            <a:ext cx="2133600" cy="360362"/>
          </a:xfrm>
          <a:noFill/>
          <a:ln>
            <a:noFill/>
          </a:ln>
        </p:spPr>
        <p:txBody>
          <a:bodyPr/>
          <a:p>
            <a:pPr marL="0" indent="0" eaLnBrk="1" hangingPunct="1">
              <a:lnSpc>
                <a:spcPct val="100000"/>
              </a:lnSpc>
              <a:spcBef>
                <a:spcPct val="0"/>
              </a:spcBef>
            </a:pPr>
            <a:fld id="{BB962C8B-B14F-4D97-AF65-F5344CB8AC3E}" type="datetime1">
              <a:rPr lang="zh-CN" altLang="en-US" sz="1600" dirty="0">
                <a:solidFill>
                  <a:srgbClr val="000000"/>
                </a:solidFill>
              </a:rPr>
            </a:fld>
            <a:endParaRPr lang="zh-CN" altLang="en-US" sz="1600" dirty="0">
              <a:solidFill>
                <a:srgbClr val="000000"/>
              </a:solidFill>
            </a:endParaRPr>
          </a:p>
        </p:txBody>
      </p:sp>
      <p:sp>
        <p:nvSpPr>
          <p:cNvPr id="224259" name="灯片编号占位符 2"/>
          <p:cNvSpPr txBox="1">
            <a:spLocks noGrp="1"/>
          </p:cNvSpPr>
          <p:nvPr>
            <p:ph type="sldNum" sz="quarter" idx="11"/>
          </p:nvPr>
        </p:nvSpPr>
        <p:spPr>
          <a:xfrm>
            <a:off x="8388350" y="6453188"/>
            <a:ext cx="720725" cy="360362"/>
          </a:xfrm>
          <a:noFill/>
          <a:ln>
            <a:noFill/>
          </a:ln>
        </p:spPr>
        <p:txBody>
          <a:bodyPr/>
          <a:p>
            <a:pPr marL="0" indent="0" algn="ctr" eaLnBrk="1" hangingPunct="1">
              <a:lnSpc>
                <a:spcPct val="100000"/>
              </a:lnSpc>
              <a:spcBef>
                <a:spcPct val="0"/>
              </a:spcBef>
            </a:pPr>
            <a:fld id="{9A0DB2DC-4C9A-4742-B13C-FB6460FD3503}" type="slidenum">
              <a:rPr lang="en-US" altLang="zh-CN" sz="1600" dirty="0">
                <a:solidFill>
                  <a:srgbClr val="000000"/>
                </a:solidFill>
                <a:ea typeface="楷体_GB2312" charset="-122"/>
              </a:rPr>
            </a:fld>
            <a:endParaRPr lang="en-US" altLang="zh-CN" sz="1600" dirty="0">
              <a:solidFill>
                <a:srgbClr val="000000"/>
              </a:solidFill>
              <a:ea typeface="楷体_GB2312" charset="-122"/>
            </a:endParaRPr>
          </a:p>
        </p:txBody>
      </p:sp>
      <p:sp>
        <p:nvSpPr>
          <p:cNvPr id="224260" name="Text Box 3"/>
          <p:cNvSpPr txBox="1"/>
          <p:nvPr/>
        </p:nvSpPr>
        <p:spPr>
          <a:xfrm>
            <a:off x="565150" y="1155700"/>
            <a:ext cx="8418513" cy="4735513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lnSpc>
                <a:spcPct val="130000"/>
              </a:lnSpc>
              <a:spcBef>
                <a:spcPct val="20000"/>
              </a:spcBef>
              <a:spcAft>
                <a:spcPct val="0"/>
              </a:spcAft>
              <a:defRPr sz="2400">
                <a:solidFill>
                  <a:srgbClr val="0000FF"/>
                </a:solidFill>
                <a:latin typeface="Times New Roman" panose="02020603050405020304" pitchFamily="18" charset="0"/>
                <a:ea typeface="+mn-ea"/>
                <a:cs typeface="+mn-cs"/>
              </a:defRPr>
            </a:lvl1pPr>
            <a:lvl2pPr marL="742950" indent="-285750" algn="l" rtl="0" eaLnBrk="0" fontAlgn="base" hangingPunct="0">
              <a:lnSpc>
                <a:spcPct val="130000"/>
              </a:lnSpc>
              <a:spcBef>
                <a:spcPct val="20000"/>
              </a:spcBef>
              <a:spcAft>
                <a:spcPct val="0"/>
              </a:spcAft>
              <a:buClr>
                <a:srgbClr val="0000CC"/>
              </a:buClr>
              <a:buSzPct val="80000"/>
              <a:buFont typeface="Wingdings" panose="05000000000000000000" pitchFamily="2" charset="2"/>
              <a:buChar char="o"/>
              <a:defRPr sz="3000" b="1">
                <a:solidFill>
                  <a:srgbClr val="0000FF"/>
                </a:solidFill>
                <a:latin typeface="Arial Narrow" panose="020B0606020202030204" pitchFamily="34" charset="0"/>
                <a:ea typeface="楷体_GB2312" charset="-122"/>
                <a:cs typeface="楷体_GB2312" charset="-122"/>
              </a:defRPr>
            </a:lvl2pPr>
            <a:lvl3pPr marL="1143000" indent="-228600" algn="l" rtl="0" eaLnBrk="0" fontAlgn="base" hangingPunct="0">
              <a:lnSpc>
                <a:spcPct val="130000"/>
              </a:lnSpc>
              <a:spcBef>
                <a:spcPct val="20000"/>
              </a:spcBef>
              <a:spcAft>
                <a:spcPct val="0"/>
              </a:spcAft>
              <a:buClr>
                <a:srgbClr val="0000CC"/>
              </a:buClr>
              <a:buSzPct val="80000"/>
              <a:buFont typeface="Wingdings" panose="05000000000000000000" pitchFamily="2" charset="2"/>
              <a:buChar char="n"/>
              <a:defRPr sz="3000" b="1">
                <a:solidFill>
                  <a:srgbClr val="0000FF"/>
                </a:solidFill>
                <a:latin typeface="Arial Narrow" panose="020B0606020202030204" pitchFamily="34" charset="0"/>
                <a:ea typeface="楷体_GB2312" charset="-122"/>
                <a:cs typeface="楷体_GB2312" charset="-122"/>
              </a:defRPr>
            </a:lvl3pPr>
            <a:lvl4pPr marL="1600200" indent="-228600" algn="l" rtl="0" eaLnBrk="0" fontAlgn="base" hangingPunct="0">
              <a:lnSpc>
                <a:spcPct val="130000"/>
              </a:lnSpc>
              <a:spcBef>
                <a:spcPct val="20000"/>
              </a:spcBef>
              <a:spcAft>
                <a:spcPct val="0"/>
              </a:spcAft>
              <a:buClr>
                <a:srgbClr val="0000CC"/>
              </a:buClr>
              <a:buSzPct val="80000"/>
              <a:buFont typeface="Wingdings" panose="05000000000000000000" pitchFamily="2" charset="2"/>
              <a:buChar char="o"/>
              <a:defRPr sz="2800" b="1">
                <a:solidFill>
                  <a:srgbClr val="0000FF"/>
                </a:solidFill>
                <a:latin typeface="Arial Narrow" panose="020B0606020202030204" pitchFamily="34" charset="0"/>
                <a:ea typeface="楷体_GB2312" charset="-122"/>
                <a:cs typeface="楷体_GB2312" charset="-122"/>
              </a:defRPr>
            </a:lvl4pPr>
            <a:lvl5pPr marL="2057400" indent="-228600" algn="l" rtl="0" eaLnBrk="0" fontAlgn="base" hangingPunct="0">
              <a:lnSpc>
                <a:spcPct val="130000"/>
              </a:lnSpc>
              <a:spcBef>
                <a:spcPct val="20000"/>
              </a:spcBef>
              <a:spcAft>
                <a:spcPct val="0"/>
              </a:spcAft>
              <a:buClr>
                <a:srgbClr val="0000CC"/>
              </a:buClr>
              <a:buSzPct val="80000"/>
              <a:buFont typeface="Wingdings" panose="05000000000000000000" pitchFamily="2" charset="2"/>
              <a:buChar char="o"/>
              <a:defRPr sz="2800" b="1">
                <a:solidFill>
                  <a:srgbClr val="0000FF"/>
                </a:solidFill>
                <a:latin typeface="Arial Narrow" panose="020B0606020202030204" pitchFamily="34" charset="0"/>
                <a:ea typeface="楷体_GB2312" charset="-122"/>
                <a:cs typeface="楷体_GB2312" charset="-122"/>
              </a:defRPr>
            </a:lvl5pPr>
          </a:lstStyle>
          <a:p>
            <a:pPr marL="457200" lvl="0" indent="-457200">
              <a:buChar char="•"/>
            </a:pPr>
            <a:r>
              <a:rPr lang="en-US" altLang="zh-CN" b="1" dirty="0">
                <a:solidFill>
                  <a:srgbClr val="000000"/>
                </a:solidFill>
              </a:rPr>
              <a:t>if</a:t>
            </a:r>
            <a:r>
              <a:rPr lang="zh-CN" altLang="en-US" b="1" dirty="0">
                <a:solidFill>
                  <a:srgbClr val="000000"/>
                </a:solidFill>
              </a:rPr>
              <a:t>语句只能出现在</a:t>
            </a:r>
            <a:r>
              <a:rPr lang="en-US" altLang="zh-CN" b="1" dirty="0">
                <a:solidFill>
                  <a:srgbClr val="000000"/>
                </a:solidFill>
              </a:rPr>
              <a:t>always</a:t>
            </a:r>
            <a:r>
              <a:rPr lang="zh-CN" altLang="en-US" b="1" dirty="0">
                <a:solidFill>
                  <a:srgbClr val="000000"/>
                </a:solidFill>
              </a:rPr>
              <a:t>和</a:t>
            </a:r>
            <a:r>
              <a:rPr lang="en-US" altLang="zh-CN" b="1" dirty="0">
                <a:solidFill>
                  <a:srgbClr val="000000"/>
                </a:solidFill>
              </a:rPr>
              <a:t>initial</a:t>
            </a:r>
            <a:r>
              <a:rPr lang="zh-CN" altLang="en-US" b="1" dirty="0">
                <a:solidFill>
                  <a:srgbClr val="000000"/>
                </a:solidFill>
              </a:rPr>
              <a:t>块内。</a:t>
            </a:r>
            <a:endParaRPr lang="en-US" altLang="zh-CN" b="1" dirty="0">
              <a:solidFill>
                <a:srgbClr val="000000"/>
              </a:solidFill>
            </a:endParaRPr>
          </a:p>
          <a:p>
            <a:pPr marL="457200" lvl="0" indent="-457200">
              <a:buChar char="•"/>
            </a:pPr>
            <a:r>
              <a:rPr lang="zh-CN" altLang="en-US" b="1" dirty="0">
                <a:solidFill>
                  <a:srgbClr val="000000"/>
                </a:solidFill>
              </a:rPr>
              <a:t>支持三种</a:t>
            </a:r>
            <a:r>
              <a:rPr lang="en-US" altLang="zh-CN" b="1" dirty="0">
                <a:solidFill>
                  <a:srgbClr val="000000"/>
                </a:solidFill>
              </a:rPr>
              <a:t>if</a:t>
            </a:r>
            <a:r>
              <a:rPr lang="zh-CN" altLang="en-US" b="1" dirty="0">
                <a:solidFill>
                  <a:srgbClr val="000000"/>
                </a:solidFill>
              </a:rPr>
              <a:t>类型：</a:t>
            </a:r>
            <a:r>
              <a:rPr lang="en-US" altLang="zh-CN" b="1" dirty="0">
                <a:solidFill>
                  <a:srgbClr val="000000"/>
                </a:solidFill>
              </a:rPr>
              <a:t>if</a:t>
            </a:r>
            <a:r>
              <a:rPr lang="zh-CN" altLang="en-US" b="1" dirty="0">
                <a:solidFill>
                  <a:srgbClr val="000000"/>
                </a:solidFill>
              </a:rPr>
              <a:t>；</a:t>
            </a:r>
            <a:r>
              <a:rPr lang="en-US" altLang="zh-CN" b="1" dirty="0">
                <a:solidFill>
                  <a:srgbClr val="000000"/>
                </a:solidFill>
              </a:rPr>
              <a:t>if-else</a:t>
            </a:r>
            <a:r>
              <a:rPr lang="zh-CN" altLang="en-US" b="1" dirty="0">
                <a:solidFill>
                  <a:srgbClr val="000000"/>
                </a:solidFill>
              </a:rPr>
              <a:t>；</a:t>
            </a:r>
            <a:r>
              <a:rPr lang="en-US" altLang="zh-CN" b="1" dirty="0">
                <a:solidFill>
                  <a:srgbClr val="000000"/>
                </a:solidFill>
              </a:rPr>
              <a:t>if-else-if</a:t>
            </a:r>
            <a:r>
              <a:rPr lang="zh-CN" altLang="en-US" b="1" dirty="0">
                <a:solidFill>
                  <a:srgbClr val="000000"/>
                </a:solidFill>
              </a:rPr>
              <a:t>；</a:t>
            </a:r>
            <a:endParaRPr lang="en-US" altLang="zh-CN" b="1" dirty="0">
              <a:solidFill>
                <a:srgbClr val="000000"/>
              </a:solidFill>
            </a:endParaRPr>
          </a:p>
          <a:p>
            <a:pPr marL="457200" lvl="0" indent="-457200">
              <a:buChar char="•"/>
            </a:pPr>
            <a:r>
              <a:rPr lang="zh-CN" altLang="en-US" b="1" dirty="0">
                <a:solidFill>
                  <a:srgbClr val="000000"/>
                </a:solidFill>
              </a:rPr>
              <a:t>从综合角度考虑，</a:t>
            </a:r>
            <a:r>
              <a:rPr lang="en-US" altLang="zh-CN" b="1" dirty="0">
                <a:solidFill>
                  <a:srgbClr val="000000"/>
                </a:solidFill>
              </a:rPr>
              <a:t>if</a:t>
            </a:r>
            <a:r>
              <a:rPr lang="zh-CN" altLang="en-US" b="1" dirty="0">
                <a:solidFill>
                  <a:srgbClr val="000000"/>
                </a:solidFill>
              </a:rPr>
              <a:t>语句一般会综合成带有优先级的多路器或并行结构的数据选择器。</a:t>
            </a:r>
            <a:endParaRPr lang="en-US" altLang="zh-CN" b="1" dirty="0">
              <a:solidFill>
                <a:srgbClr val="000000"/>
              </a:solidFill>
            </a:endParaRPr>
          </a:p>
          <a:p>
            <a:pPr marL="457200" lvl="0" indent="-457200">
              <a:buChar char="•"/>
            </a:pPr>
            <a:r>
              <a:rPr lang="en-US" altLang="zh-CN" b="1" dirty="0">
                <a:solidFill>
                  <a:srgbClr val="000000"/>
                </a:solidFill>
              </a:rPr>
              <a:t>case</a:t>
            </a:r>
            <a:r>
              <a:rPr lang="zh-CN" altLang="en-US" b="1" dirty="0">
                <a:solidFill>
                  <a:srgbClr val="000000"/>
                </a:solidFill>
              </a:rPr>
              <a:t>多分支选择结构，描述组合电路时</a:t>
            </a:r>
            <a:r>
              <a:rPr lang="en-US" altLang="zh-CN" b="1" dirty="0">
                <a:solidFill>
                  <a:srgbClr val="000000"/>
                </a:solidFill>
              </a:rPr>
              <a:t>default</a:t>
            </a:r>
            <a:r>
              <a:rPr lang="zh-CN" altLang="en-US" b="1" dirty="0">
                <a:solidFill>
                  <a:srgbClr val="000000"/>
                </a:solidFill>
              </a:rPr>
              <a:t>一般不要省略。</a:t>
            </a:r>
            <a:r>
              <a:rPr lang="en-US" altLang="zh-CN" b="1" dirty="0">
                <a:solidFill>
                  <a:srgbClr val="000000"/>
                </a:solidFill>
              </a:rPr>
              <a:t>full case</a:t>
            </a:r>
            <a:r>
              <a:rPr lang="zh-CN" altLang="en-US" b="1" dirty="0">
                <a:solidFill>
                  <a:srgbClr val="000000"/>
                </a:solidFill>
              </a:rPr>
              <a:t>语句会被综合成组合逻辑电路，非</a:t>
            </a:r>
            <a:r>
              <a:rPr lang="en-US" altLang="zh-CN" b="1" dirty="0">
                <a:solidFill>
                  <a:srgbClr val="000000"/>
                </a:solidFill>
              </a:rPr>
              <a:t>full case</a:t>
            </a:r>
            <a:r>
              <a:rPr lang="zh-CN" altLang="en-US" b="1" dirty="0">
                <a:solidFill>
                  <a:srgbClr val="000000"/>
                </a:solidFill>
              </a:rPr>
              <a:t>语句会被综合成时序逻辑电路（包含锁存器）。</a:t>
            </a:r>
            <a:endParaRPr lang="en-US" altLang="zh-CN" b="1" dirty="0">
              <a:solidFill>
                <a:srgbClr val="000000"/>
              </a:solidFill>
            </a:endParaRPr>
          </a:p>
          <a:p>
            <a:pPr marL="457200" lvl="0" indent="-457200">
              <a:buChar char="•"/>
            </a:pPr>
            <a:r>
              <a:rPr lang="zh-CN" altLang="en-US" b="1" dirty="0">
                <a:solidFill>
                  <a:srgbClr val="000000"/>
                </a:solidFill>
              </a:rPr>
              <a:t>除非优先级，否则用</a:t>
            </a:r>
            <a:r>
              <a:rPr lang="en-US" altLang="zh-CN" b="1" dirty="0">
                <a:solidFill>
                  <a:srgbClr val="000000"/>
                </a:solidFill>
              </a:rPr>
              <a:t>case</a:t>
            </a:r>
            <a:r>
              <a:rPr lang="zh-CN" altLang="en-US" b="1" dirty="0">
                <a:solidFill>
                  <a:srgbClr val="000000"/>
                </a:solidFill>
              </a:rPr>
              <a:t>，不用</a:t>
            </a:r>
            <a:r>
              <a:rPr lang="en-US" altLang="zh-CN" b="1" dirty="0">
                <a:solidFill>
                  <a:srgbClr val="000000"/>
                </a:solidFill>
              </a:rPr>
              <a:t>if-else</a:t>
            </a:r>
            <a:r>
              <a:rPr lang="zh-CN" altLang="en-US" b="1" dirty="0">
                <a:solidFill>
                  <a:srgbClr val="000000"/>
                </a:solidFill>
              </a:rPr>
              <a:t>。</a:t>
            </a:r>
            <a:endParaRPr lang="en-US" altLang="zh-CN" b="1" dirty="0">
              <a:solidFill>
                <a:srgbClr val="000000"/>
              </a:solidFill>
            </a:endParaRPr>
          </a:p>
          <a:p>
            <a:pPr marL="457200" lvl="0" indent="-457200">
              <a:buChar char="•"/>
            </a:pPr>
            <a:endParaRPr lang="en-US" altLang="zh-CN" b="1" dirty="0">
              <a:solidFill>
                <a:srgbClr val="000000"/>
              </a:solidFill>
            </a:endParaRPr>
          </a:p>
        </p:txBody>
      </p:sp>
      <p:sp>
        <p:nvSpPr>
          <p:cNvPr id="224261" name="标题 1"/>
          <p:cNvSpPr txBox="1"/>
          <p:nvPr/>
        </p:nvSpPr>
        <p:spPr>
          <a:xfrm>
            <a:off x="508000" y="479425"/>
            <a:ext cx="6746875" cy="584200"/>
          </a:xfrm>
          <a:prstGeom prst="rect">
            <a:avLst/>
          </a:prstGeom>
          <a:noFill/>
          <a:ln w="9525">
            <a:noFill/>
          </a:ln>
        </p:spPr>
        <p:txBody>
          <a:bodyPr/>
          <a:lstStyle>
            <a:lvl1pPr marL="342900" indent="-342900" algn="l" rtl="0" eaLnBrk="0" fontAlgn="base" hangingPunct="0">
              <a:lnSpc>
                <a:spcPct val="130000"/>
              </a:lnSpc>
              <a:spcBef>
                <a:spcPct val="20000"/>
              </a:spcBef>
              <a:spcAft>
                <a:spcPct val="0"/>
              </a:spcAft>
              <a:defRPr sz="2400">
                <a:solidFill>
                  <a:srgbClr val="0000FF"/>
                </a:solidFill>
                <a:latin typeface="Times New Roman" panose="02020603050405020304" pitchFamily="18" charset="0"/>
                <a:ea typeface="+mn-ea"/>
                <a:cs typeface="+mn-cs"/>
              </a:defRPr>
            </a:lvl1pPr>
            <a:lvl2pPr marL="742950" indent="-285750" algn="l" rtl="0" eaLnBrk="0" fontAlgn="base" hangingPunct="0">
              <a:lnSpc>
                <a:spcPct val="130000"/>
              </a:lnSpc>
              <a:spcBef>
                <a:spcPct val="20000"/>
              </a:spcBef>
              <a:spcAft>
                <a:spcPct val="0"/>
              </a:spcAft>
              <a:buClr>
                <a:srgbClr val="0000CC"/>
              </a:buClr>
              <a:buSzPct val="80000"/>
              <a:buFont typeface="Wingdings" panose="05000000000000000000" pitchFamily="2" charset="2"/>
              <a:buChar char="o"/>
              <a:defRPr sz="3000" b="1">
                <a:solidFill>
                  <a:srgbClr val="0000FF"/>
                </a:solidFill>
                <a:latin typeface="Arial Narrow" panose="020B0606020202030204" pitchFamily="34" charset="0"/>
                <a:ea typeface="楷体_GB2312" charset="-122"/>
                <a:cs typeface="楷体_GB2312" charset="-122"/>
              </a:defRPr>
            </a:lvl2pPr>
            <a:lvl3pPr marL="1143000" indent="-228600" algn="l" rtl="0" eaLnBrk="0" fontAlgn="base" hangingPunct="0">
              <a:lnSpc>
                <a:spcPct val="130000"/>
              </a:lnSpc>
              <a:spcBef>
                <a:spcPct val="20000"/>
              </a:spcBef>
              <a:spcAft>
                <a:spcPct val="0"/>
              </a:spcAft>
              <a:buClr>
                <a:srgbClr val="0000CC"/>
              </a:buClr>
              <a:buSzPct val="80000"/>
              <a:buFont typeface="Wingdings" panose="05000000000000000000" pitchFamily="2" charset="2"/>
              <a:buChar char="n"/>
              <a:defRPr sz="3000" b="1">
                <a:solidFill>
                  <a:srgbClr val="0000FF"/>
                </a:solidFill>
                <a:latin typeface="Arial Narrow" panose="020B0606020202030204" pitchFamily="34" charset="0"/>
                <a:ea typeface="楷体_GB2312" charset="-122"/>
                <a:cs typeface="楷体_GB2312" charset="-122"/>
              </a:defRPr>
            </a:lvl3pPr>
            <a:lvl4pPr marL="1600200" indent="-228600" algn="l" rtl="0" eaLnBrk="0" fontAlgn="base" hangingPunct="0">
              <a:lnSpc>
                <a:spcPct val="130000"/>
              </a:lnSpc>
              <a:spcBef>
                <a:spcPct val="20000"/>
              </a:spcBef>
              <a:spcAft>
                <a:spcPct val="0"/>
              </a:spcAft>
              <a:buClr>
                <a:srgbClr val="0000CC"/>
              </a:buClr>
              <a:buSzPct val="80000"/>
              <a:buFont typeface="Wingdings" panose="05000000000000000000" pitchFamily="2" charset="2"/>
              <a:buChar char="o"/>
              <a:defRPr sz="2800" b="1">
                <a:solidFill>
                  <a:srgbClr val="0000FF"/>
                </a:solidFill>
                <a:latin typeface="Arial Narrow" panose="020B0606020202030204" pitchFamily="34" charset="0"/>
                <a:ea typeface="楷体_GB2312" charset="-122"/>
                <a:cs typeface="楷体_GB2312" charset="-122"/>
              </a:defRPr>
            </a:lvl4pPr>
            <a:lvl5pPr marL="2057400" indent="-228600" algn="l" rtl="0" eaLnBrk="0" fontAlgn="base" hangingPunct="0">
              <a:lnSpc>
                <a:spcPct val="130000"/>
              </a:lnSpc>
              <a:spcBef>
                <a:spcPct val="20000"/>
              </a:spcBef>
              <a:spcAft>
                <a:spcPct val="0"/>
              </a:spcAft>
              <a:buClr>
                <a:srgbClr val="0000CC"/>
              </a:buClr>
              <a:buSzPct val="80000"/>
              <a:buFont typeface="Wingdings" panose="05000000000000000000" pitchFamily="2" charset="2"/>
              <a:buChar char="o"/>
              <a:defRPr sz="2800" b="1">
                <a:solidFill>
                  <a:srgbClr val="0000FF"/>
                </a:solidFill>
                <a:latin typeface="Arial Narrow" panose="020B0606020202030204" pitchFamily="34" charset="0"/>
                <a:ea typeface="楷体_GB2312" charset="-122"/>
                <a:cs typeface="楷体_GB2312" charset="-122"/>
              </a:defRPr>
            </a:lvl5pPr>
          </a:lstStyle>
          <a:p>
            <a:pPr marL="0" lvl="0" indent="0" eaLnBrk="1" hangingPunct="1">
              <a:lnSpc>
                <a:spcPct val="100000"/>
              </a:lnSpc>
              <a:spcBef>
                <a:spcPct val="0"/>
              </a:spcBef>
            </a:pPr>
            <a:r>
              <a:rPr lang="en-US" altLang="zh-CN" sz="2800" b="1" dirty="0">
                <a:solidFill>
                  <a:srgbClr val="FF0000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 if-else</a:t>
            </a:r>
            <a:r>
              <a:rPr lang="zh-CN" altLang="en-US" sz="2800" b="1" dirty="0">
                <a:solidFill>
                  <a:srgbClr val="FF0000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和</a:t>
            </a:r>
            <a:r>
              <a:rPr lang="en-US" altLang="zh-CN" sz="2800" b="1" dirty="0">
                <a:solidFill>
                  <a:srgbClr val="FF0000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case</a:t>
            </a:r>
            <a:r>
              <a:rPr lang="zh-CN" altLang="en-US" sz="2800" b="1" dirty="0">
                <a:solidFill>
                  <a:srgbClr val="FF0000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语句</a:t>
            </a:r>
            <a:endParaRPr lang="en-US" altLang="zh-CN" sz="2800" b="1" dirty="0">
              <a:solidFill>
                <a:srgbClr val="FF0000"/>
              </a:solidFill>
              <a:latin typeface="华文中宋" panose="02010600040101010101" pitchFamily="2" charset="-122"/>
              <a:ea typeface="华文中宋" panose="02010600040101010101" pitchFamily="2" charset="-122"/>
            </a:endParaRPr>
          </a:p>
        </p:txBody>
      </p:sp>
    </p:spTree>
  </p:cSld>
  <p:clrMapOvr>
    <a:masterClrMapping/>
  </p:clrMapOvr>
  <p:transition spd="slow">
    <p:randomBar dir="vert"/>
  </p:transition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25282" name="日期占位符 1"/>
          <p:cNvSpPr txBox="1">
            <a:spLocks noGrp="1"/>
          </p:cNvSpPr>
          <p:nvPr>
            <p:ph type="dt" sz="half" idx="10"/>
          </p:nvPr>
        </p:nvSpPr>
        <p:spPr>
          <a:xfrm>
            <a:off x="457200" y="6453188"/>
            <a:ext cx="2133600" cy="360362"/>
          </a:xfrm>
          <a:noFill/>
          <a:ln>
            <a:noFill/>
          </a:ln>
        </p:spPr>
        <p:txBody>
          <a:bodyPr/>
          <a:p>
            <a:pPr marL="0" indent="0" eaLnBrk="1" hangingPunct="1">
              <a:lnSpc>
                <a:spcPct val="100000"/>
              </a:lnSpc>
              <a:spcBef>
                <a:spcPct val="0"/>
              </a:spcBef>
            </a:pPr>
            <a:fld id="{BB962C8B-B14F-4D97-AF65-F5344CB8AC3E}" type="datetime1">
              <a:rPr lang="zh-CN" altLang="en-US" sz="1600" dirty="0">
                <a:solidFill>
                  <a:srgbClr val="000000"/>
                </a:solidFill>
              </a:rPr>
            </a:fld>
            <a:endParaRPr lang="zh-CN" altLang="en-US" sz="1600" dirty="0">
              <a:solidFill>
                <a:srgbClr val="000000"/>
              </a:solidFill>
            </a:endParaRPr>
          </a:p>
        </p:txBody>
      </p:sp>
      <p:sp>
        <p:nvSpPr>
          <p:cNvPr id="225283" name="灯片编号占位符 2"/>
          <p:cNvSpPr txBox="1">
            <a:spLocks noGrp="1"/>
          </p:cNvSpPr>
          <p:nvPr>
            <p:ph type="sldNum" sz="quarter" idx="11"/>
          </p:nvPr>
        </p:nvSpPr>
        <p:spPr>
          <a:xfrm>
            <a:off x="8388350" y="6453188"/>
            <a:ext cx="720725" cy="360362"/>
          </a:xfrm>
          <a:noFill/>
          <a:ln>
            <a:noFill/>
          </a:ln>
        </p:spPr>
        <p:txBody>
          <a:bodyPr/>
          <a:p>
            <a:pPr marL="0" indent="0" algn="ctr" eaLnBrk="1" hangingPunct="1">
              <a:lnSpc>
                <a:spcPct val="100000"/>
              </a:lnSpc>
              <a:spcBef>
                <a:spcPct val="0"/>
              </a:spcBef>
            </a:pPr>
            <a:fld id="{9A0DB2DC-4C9A-4742-B13C-FB6460FD3503}" type="slidenum">
              <a:rPr lang="en-US" altLang="zh-CN" sz="1600" dirty="0">
                <a:solidFill>
                  <a:srgbClr val="000000"/>
                </a:solidFill>
                <a:ea typeface="楷体_GB2312" charset="-122"/>
              </a:rPr>
            </a:fld>
            <a:endParaRPr lang="en-US" altLang="zh-CN" sz="1600" dirty="0">
              <a:solidFill>
                <a:srgbClr val="000000"/>
              </a:solidFill>
              <a:ea typeface="楷体_GB2312" charset="-122"/>
            </a:endParaRPr>
          </a:p>
        </p:txBody>
      </p:sp>
      <p:sp>
        <p:nvSpPr>
          <p:cNvPr id="225284" name="Text Box 3"/>
          <p:cNvSpPr txBox="1"/>
          <p:nvPr/>
        </p:nvSpPr>
        <p:spPr>
          <a:xfrm>
            <a:off x="565150" y="1155700"/>
            <a:ext cx="8418513" cy="4208463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lnSpc>
                <a:spcPct val="130000"/>
              </a:lnSpc>
              <a:spcBef>
                <a:spcPct val="20000"/>
              </a:spcBef>
              <a:spcAft>
                <a:spcPct val="0"/>
              </a:spcAft>
              <a:defRPr sz="2400">
                <a:solidFill>
                  <a:srgbClr val="0000FF"/>
                </a:solidFill>
                <a:latin typeface="Times New Roman" panose="02020603050405020304" pitchFamily="18" charset="0"/>
                <a:ea typeface="+mn-ea"/>
                <a:cs typeface="+mn-cs"/>
              </a:defRPr>
            </a:lvl1pPr>
            <a:lvl2pPr marL="742950" indent="-285750" algn="l" rtl="0" eaLnBrk="0" fontAlgn="base" hangingPunct="0">
              <a:lnSpc>
                <a:spcPct val="130000"/>
              </a:lnSpc>
              <a:spcBef>
                <a:spcPct val="20000"/>
              </a:spcBef>
              <a:spcAft>
                <a:spcPct val="0"/>
              </a:spcAft>
              <a:buClr>
                <a:srgbClr val="0000CC"/>
              </a:buClr>
              <a:buSzPct val="80000"/>
              <a:buFont typeface="Wingdings" panose="05000000000000000000" pitchFamily="2" charset="2"/>
              <a:buChar char="o"/>
              <a:defRPr sz="3000" b="1">
                <a:solidFill>
                  <a:srgbClr val="0000FF"/>
                </a:solidFill>
                <a:latin typeface="Arial Narrow" panose="020B0606020202030204" pitchFamily="34" charset="0"/>
                <a:ea typeface="楷体_GB2312" charset="-122"/>
                <a:cs typeface="楷体_GB2312" charset="-122"/>
              </a:defRPr>
            </a:lvl2pPr>
            <a:lvl3pPr marL="1143000" indent="-228600" algn="l" rtl="0" eaLnBrk="0" fontAlgn="base" hangingPunct="0">
              <a:lnSpc>
                <a:spcPct val="130000"/>
              </a:lnSpc>
              <a:spcBef>
                <a:spcPct val="20000"/>
              </a:spcBef>
              <a:spcAft>
                <a:spcPct val="0"/>
              </a:spcAft>
              <a:buClr>
                <a:srgbClr val="0000CC"/>
              </a:buClr>
              <a:buSzPct val="80000"/>
              <a:buFont typeface="Wingdings" panose="05000000000000000000" pitchFamily="2" charset="2"/>
              <a:buChar char="n"/>
              <a:defRPr sz="3000" b="1">
                <a:solidFill>
                  <a:srgbClr val="0000FF"/>
                </a:solidFill>
                <a:latin typeface="Arial Narrow" panose="020B0606020202030204" pitchFamily="34" charset="0"/>
                <a:ea typeface="楷体_GB2312" charset="-122"/>
                <a:cs typeface="楷体_GB2312" charset="-122"/>
              </a:defRPr>
            </a:lvl3pPr>
            <a:lvl4pPr marL="1600200" indent="-228600" algn="l" rtl="0" eaLnBrk="0" fontAlgn="base" hangingPunct="0">
              <a:lnSpc>
                <a:spcPct val="130000"/>
              </a:lnSpc>
              <a:spcBef>
                <a:spcPct val="20000"/>
              </a:spcBef>
              <a:spcAft>
                <a:spcPct val="0"/>
              </a:spcAft>
              <a:buClr>
                <a:srgbClr val="0000CC"/>
              </a:buClr>
              <a:buSzPct val="80000"/>
              <a:buFont typeface="Wingdings" panose="05000000000000000000" pitchFamily="2" charset="2"/>
              <a:buChar char="o"/>
              <a:defRPr sz="2800" b="1">
                <a:solidFill>
                  <a:srgbClr val="0000FF"/>
                </a:solidFill>
                <a:latin typeface="Arial Narrow" panose="020B0606020202030204" pitchFamily="34" charset="0"/>
                <a:ea typeface="楷体_GB2312" charset="-122"/>
                <a:cs typeface="楷体_GB2312" charset="-122"/>
              </a:defRPr>
            </a:lvl4pPr>
            <a:lvl5pPr marL="2057400" indent="-228600" algn="l" rtl="0" eaLnBrk="0" fontAlgn="base" hangingPunct="0">
              <a:lnSpc>
                <a:spcPct val="130000"/>
              </a:lnSpc>
              <a:spcBef>
                <a:spcPct val="20000"/>
              </a:spcBef>
              <a:spcAft>
                <a:spcPct val="0"/>
              </a:spcAft>
              <a:buClr>
                <a:srgbClr val="0000CC"/>
              </a:buClr>
              <a:buSzPct val="80000"/>
              <a:buFont typeface="Wingdings" panose="05000000000000000000" pitchFamily="2" charset="2"/>
              <a:buChar char="o"/>
              <a:defRPr sz="2800" b="1">
                <a:solidFill>
                  <a:srgbClr val="0000FF"/>
                </a:solidFill>
                <a:latin typeface="Arial Narrow" panose="020B0606020202030204" pitchFamily="34" charset="0"/>
                <a:ea typeface="楷体_GB2312" charset="-122"/>
                <a:cs typeface="楷体_GB2312" charset="-122"/>
              </a:defRPr>
            </a:lvl5pPr>
          </a:lstStyle>
          <a:p>
            <a:pPr marL="457200" lvl="0" indent="-457200">
              <a:buChar char="•"/>
            </a:pPr>
            <a:r>
              <a:rPr lang="zh-CN" altLang="en-US" sz="2200" b="1" dirty="0">
                <a:solidFill>
                  <a:srgbClr val="000000"/>
                </a:solidFill>
              </a:rPr>
              <a:t>总线绝大多数都是</a:t>
            </a:r>
            <a:r>
              <a:rPr lang="en-US" altLang="zh-CN" sz="2200" b="1" dirty="0">
                <a:solidFill>
                  <a:srgbClr val="000000"/>
                </a:solidFill>
              </a:rPr>
              <a:t>inout</a:t>
            </a:r>
            <a:r>
              <a:rPr lang="zh-CN" altLang="en-US" sz="2200" b="1" dirty="0">
                <a:solidFill>
                  <a:srgbClr val="000000"/>
                </a:solidFill>
              </a:rPr>
              <a:t>端口，避免“多驱动”问题，任何一个时刻，一条总线上最多只能有一个</a:t>
            </a:r>
            <a:r>
              <a:rPr lang="en-US" altLang="zh-CN" sz="2200" b="1" dirty="0">
                <a:solidFill>
                  <a:srgbClr val="000000"/>
                </a:solidFill>
              </a:rPr>
              <a:t>inout</a:t>
            </a:r>
            <a:r>
              <a:rPr lang="zh-CN" altLang="en-US" sz="2200" b="1" dirty="0">
                <a:solidFill>
                  <a:srgbClr val="000000"/>
                </a:solidFill>
              </a:rPr>
              <a:t>端口作为输出部件，其余的要么是输入部件，要么就是高阻态。</a:t>
            </a:r>
            <a:r>
              <a:rPr lang="en-US" altLang="zh-CN" sz="2200" b="1" dirty="0">
                <a:solidFill>
                  <a:srgbClr val="000000"/>
                </a:solidFill>
              </a:rPr>
              <a:t>inout </a:t>
            </a:r>
            <a:r>
              <a:rPr lang="zh-CN" altLang="en-US" sz="2200" b="1" dirty="0">
                <a:solidFill>
                  <a:srgbClr val="000000"/>
                </a:solidFill>
              </a:rPr>
              <a:t>端口必须用三态门实现；定义为</a:t>
            </a:r>
            <a:r>
              <a:rPr lang="en-US" altLang="zh-CN" sz="2200" b="1" dirty="0">
                <a:solidFill>
                  <a:srgbClr val="000000"/>
                </a:solidFill>
              </a:rPr>
              <a:t>wire</a:t>
            </a:r>
            <a:r>
              <a:rPr lang="zh-CN" altLang="en-US" sz="2200" b="1" dirty="0">
                <a:solidFill>
                  <a:srgbClr val="000000"/>
                </a:solidFill>
              </a:rPr>
              <a:t>型。用</a:t>
            </a:r>
            <a:r>
              <a:rPr lang="en-US" altLang="zh-CN" sz="2200" b="1" dirty="0">
                <a:solidFill>
                  <a:srgbClr val="000000"/>
                </a:solidFill>
              </a:rPr>
              <a:t>assign</a:t>
            </a:r>
            <a:r>
              <a:rPr lang="zh-CN" altLang="en-US" sz="2200" b="1" dirty="0">
                <a:solidFill>
                  <a:srgbClr val="000000"/>
                </a:solidFill>
              </a:rPr>
              <a:t>语句赋值；</a:t>
            </a:r>
            <a:endParaRPr lang="en-US" altLang="zh-CN" sz="2200" b="1" dirty="0">
              <a:solidFill>
                <a:srgbClr val="000000"/>
              </a:solidFill>
            </a:endParaRPr>
          </a:p>
          <a:p>
            <a:pPr marL="457200" lvl="0" indent="-457200">
              <a:buChar char="•"/>
            </a:pPr>
            <a:r>
              <a:rPr lang="zh-CN" altLang="en-US" sz="2200" b="1" dirty="0">
                <a:solidFill>
                  <a:srgbClr val="000000"/>
                </a:solidFill>
              </a:rPr>
              <a:t>与</a:t>
            </a:r>
            <a:r>
              <a:rPr lang="en-US" altLang="zh-CN" sz="2200" b="1" dirty="0">
                <a:solidFill>
                  <a:srgbClr val="000000"/>
                </a:solidFill>
              </a:rPr>
              <a:t>inout</a:t>
            </a:r>
            <a:r>
              <a:rPr lang="zh-CN" altLang="en-US" sz="2200" b="1" dirty="0">
                <a:solidFill>
                  <a:srgbClr val="000000"/>
                </a:solidFill>
              </a:rPr>
              <a:t>端口相连的也应该是</a:t>
            </a:r>
            <a:r>
              <a:rPr lang="en-US" altLang="zh-CN" sz="2200" b="1" dirty="0">
                <a:solidFill>
                  <a:srgbClr val="000000"/>
                </a:solidFill>
              </a:rPr>
              <a:t>inout</a:t>
            </a:r>
            <a:r>
              <a:rPr lang="zh-CN" altLang="en-US" sz="2200" b="1" dirty="0">
                <a:solidFill>
                  <a:srgbClr val="000000"/>
                </a:solidFill>
              </a:rPr>
              <a:t>端口，不可能独立存在。而且相连的两个</a:t>
            </a:r>
            <a:r>
              <a:rPr lang="en-US" altLang="zh-CN" sz="2200" b="1" dirty="0">
                <a:solidFill>
                  <a:srgbClr val="000000"/>
                </a:solidFill>
              </a:rPr>
              <a:t>inout</a:t>
            </a:r>
            <a:r>
              <a:rPr lang="zh-CN" altLang="en-US" sz="2200" b="1" dirty="0">
                <a:solidFill>
                  <a:srgbClr val="000000"/>
                </a:solidFill>
              </a:rPr>
              <a:t>端口由一对信号交叉控制，交叉不是相反。</a:t>
            </a:r>
            <a:endParaRPr lang="en-US" altLang="zh-CN" sz="2200" b="1" dirty="0">
              <a:solidFill>
                <a:srgbClr val="000000"/>
              </a:solidFill>
            </a:endParaRPr>
          </a:p>
          <a:p>
            <a:pPr marL="457200" lvl="0" indent="-457200">
              <a:buChar char="•"/>
            </a:pPr>
            <a:r>
              <a:rPr lang="en-US" altLang="zh-CN" sz="2200" b="1" dirty="0">
                <a:solidFill>
                  <a:srgbClr val="000000"/>
                </a:solidFill>
              </a:rPr>
              <a:t>inout</a:t>
            </a:r>
            <a:r>
              <a:rPr lang="zh-CN" altLang="en-US" sz="2200" b="1" dirty="0">
                <a:solidFill>
                  <a:srgbClr val="000000"/>
                </a:solidFill>
              </a:rPr>
              <a:t>端口作为输入必须有</a:t>
            </a:r>
            <a:r>
              <a:rPr lang="en-US" altLang="zh-CN" sz="2200" b="1" dirty="0">
                <a:solidFill>
                  <a:srgbClr val="000000"/>
                </a:solidFill>
              </a:rPr>
              <a:t>reg</a:t>
            </a:r>
            <a:r>
              <a:rPr lang="zh-CN" altLang="en-US" sz="2200" b="1" dirty="0">
                <a:solidFill>
                  <a:srgbClr val="000000"/>
                </a:solidFill>
              </a:rPr>
              <a:t>型缓冲（一个</a:t>
            </a:r>
            <a:r>
              <a:rPr lang="en-US" altLang="zh-CN" sz="2200" b="1" dirty="0">
                <a:solidFill>
                  <a:srgbClr val="000000"/>
                </a:solidFill>
              </a:rPr>
              <a:t>inout</a:t>
            </a:r>
            <a:r>
              <a:rPr lang="zh-CN" altLang="en-US" sz="2200" b="1" dirty="0">
                <a:solidFill>
                  <a:srgbClr val="000000"/>
                </a:solidFill>
              </a:rPr>
              <a:t>两个控制信号）。</a:t>
            </a:r>
            <a:endParaRPr lang="en-US" altLang="zh-CN" sz="2200" b="1" dirty="0">
              <a:solidFill>
                <a:srgbClr val="000000"/>
              </a:solidFill>
            </a:endParaRPr>
          </a:p>
          <a:p>
            <a:pPr marL="457200" lvl="0" indent="-457200">
              <a:buChar char="•"/>
            </a:pPr>
            <a:r>
              <a:rPr lang="en-US" altLang="zh-CN" sz="2200" b="1" dirty="0">
                <a:solidFill>
                  <a:srgbClr val="000000"/>
                </a:solidFill>
              </a:rPr>
              <a:t>Verilog</a:t>
            </a:r>
            <a:r>
              <a:rPr lang="zh-CN" altLang="en-US" sz="2200" b="1" dirty="0">
                <a:solidFill>
                  <a:srgbClr val="000000"/>
                </a:solidFill>
              </a:rPr>
              <a:t>语言不允许将</a:t>
            </a:r>
            <a:r>
              <a:rPr lang="en-US" altLang="zh-CN" sz="2200" b="1" dirty="0">
                <a:solidFill>
                  <a:srgbClr val="000000"/>
                </a:solidFill>
              </a:rPr>
              <a:t>memory</a:t>
            </a:r>
            <a:r>
              <a:rPr lang="zh-CN" altLang="en-US" sz="2200" b="1" dirty="0">
                <a:solidFill>
                  <a:srgbClr val="000000"/>
                </a:solidFill>
              </a:rPr>
              <a:t>作为输入信号。</a:t>
            </a:r>
            <a:endParaRPr lang="en-US" altLang="zh-CN" sz="2200" b="1" dirty="0">
              <a:solidFill>
                <a:srgbClr val="000000"/>
              </a:solidFill>
            </a:endParaRPr>
          </a:p>
        </p:txBody>
      </p:sp>
      <p:sp>
        <p:nvSpPr>
          <p:cNvPr id="225285" name="标题 1"/>
          <p:cNvSpPr txBox="1"/>
          <p:nvPr/>
        </p:nvSpPr>
        <p:spPr>
          <a:xfrm>
            <a:off x="508000" y="479425"/>
            <a:ext cx="6746875" cy="584200"/>
          </a:xfrm>
          <a:prstGeom prst="rect">
            <a:avLst/>
          </a:prstGeom>
          <a:noFill/>
          <a:ln w="9525">
            <a:noFill/>
          </a:ln>
        </p:spPr>
        <p:txBody>
          <a:bodyPr/>
          <a:lstStyle>
            <a:lvl1pPr marL="342900" indent="-342900" algn="l" rtl="0" eaLnBrk="0" fontAlgn="base" hangingPunct="0">
              <a:lnSpc>
                <a:spcPct val="130000"/>
              </a:lnSpc>
              <a:spcBef>
                <a:spcPct val="20000"/>
              </a:spcBef>
              <a:spcAft>
                <a:spcPct val="0"/>
              </a:spcAft>
              <a:defRPr sz="2400">
                <a:solidFill>
                  <a:srgbClr val="0000FF"/>
                </a:solidFill>
                <a:latin typeface="Times New Roman" panose="02020603050405020304" pitchFamily="18" charset="0"/>
                <a:ea typeface="+mn-ea"/>
                <a:cs typeface="+mn-cs"/>
              </a:defRPr>
            </a:lvl1pPr>
            <a:lvl2pPr marL="742950" indent="-285750" algn="l" rtl="0" eaLnBrk="0" fontAlgn="base" hangingPunct="0">
              <a:lnSpc>
                <a:spcPct val="130000"/>
              </a:lnSpc>
              <a:spcBef>
                <a:spcPct val="20000"/>
              </a:spcBef>
              <a:spcAft>
                <a:spcPct val="0"/>
              </a:spcAft>
              <a:buClr>
                <a:srgbClr val="0000CC"/>
              </a:buClr>
              <a:buSzPct val="80000"/>
              <a:buFont typeface="Wingdings" panose="05000000000000000000" pitchFamily="2" charset="2"/>
              <a:buChar char="o"/>
              <a:defRPr sz="3000" b="1">
                <a:solidFill>
                  <a:srgbClr val="0000FF"/>
                </a:solidFill>
                <a:latin typeface="Arial Narrow" panose="020B0606020202030204" pitchFamily="34" charset="0"/>
                <a:ea typeface="楷体_GB2312" charset="-122"/>
                <a:cs typeface="楷体_GB2312" charset="-122"/>
              </a:defRPr>
            </a:lvl2pPr>
            <a:lvl3pPr marL="1143000" indent="-228600" algn="l" rtl="0" eaLnBrk="0" fontAlgn="base" hangingPunct="0">
              <a:lnSpc>
                <a:spcPct val="130000"/>
              </a:lnSpc>
              <a:spcBef>
                <a:spcPct val="20000"/>
              </a:spcBef>
              <a:spcAft>
                <a:spcPct val="0"/>
              </a:spcAft>
              <a:buClr>
                <a:srgbClr val="0000CC"/>
              </a:buClr>
              <a:buSzPct val="80000"/>
              <a:buFont typeface="Wingdings" panose="05000000000000000000" pitchFamily="2" charset="2"/>
              <a:buChar char="n"/>
              <a:defRPr sz="3000" b="1">
                <a:solidFill>
                  <a:srgbClr val="0000FF"/>
                </a:solidFill>
                <a:latin typeface="Arial Narrow" panose="020B0606020202030204" pitchFamily="34" charset="0"/>
                <a:ea typeface="楷体_GB2312" charset="-122"/>
                <a:cs typeface="楷体_GB2312" charset="-122"/>
              </a:defRPr>
            </a:lvl3pPr>
            <a:lvl4pPr marL="1600200" indent="-228600" algn="l" rtl="0" eaLnBrk="0" fontAlgn="base" hangingPunct="0">
              <a:lnSpc>
                <a:spcPct val="130000"/>
              </a:lnSpc>
              <a:spcBef>
                <a:spcPct val="20000"/>
              </a:spcBef>
              <a:spcAft>
                <a:spcPct val="0"/>
              </a:spcAft>
              <a:buClr>
                <a:srgbClr val="0000CC"/>
              </a:buClr>
              <a:buSzPct val="80000"/>
              <a:buFont typeface="Wingdings" panose="05000000000000000000" pitchFamily="2" charset="2"/>
              <a:buChar char="o"/>
              <a:defRPr sz="2800" b="1">
                <a:solidFill>
                  <a:srgbClr val="0000FF"/>
                </a:solidFill>
                <a:latin typeface="Arial Narrow" panose="020B0606020202030204" pitchFamily="34" charset="0"/>
                <a:ea typeface="楷体_GB2312" charset="-122"/>
                <a:cs typeface="楷体_GB2312" charset="-122"/>
              </a:defRPr>
            </a:lvl4pPr>
            <a:lvl5pPr marL="2057400" indent="-228600" algn="l" rtl="0" eaLnBrk="0" fontAlgn="base" hangingPunct="0">
              <a:lnSpc>
                <a:spcPct val="130000"/>
              </a:lnSpc>
              <a:spcBef>
                <a:spcPct val="20000"/>
              </a:spcBef>
              <a:spcAft>
                <a:spcPct val="0"/>
              </a:spcAft>
              <a:buClr>
                <a:srgbClr val="0000CC"/>
              </a:buClr>
              <a:buSzPct val="80000"/>
              <a:buFont typeface="Wingdings" panose="05000000000000000000" pitchFamily="2" charset="2"/>
              <a:buChar char="o"/>
              <a:defRPr sz="2800" b="1">
                <a:solidFill>
                  <a:srgbClr val="0000FF"/>
                </a:solidFill>
                <a:latin typeface="Arial Narrow" panose="020B0606020202030204" pitchFamily="34" charset="0"/>
                <a:ea typeface="楷体_GB2312" charset="-122"/>
                <a:cs typeface="楷体_GB2312" charset="-122"/>
              </a:defRPr>
            </a:lvl5pPr>
          </a:lstStyle>
          <a:p>
            <a:pPr marL="0" lvl="0" indent="0" eaLnBrk="1" hangingPunct="1">
              <a:lnSpc>
                <a:spcPct val="100000"/>
              </a:lnSpc>
              <a:spcBef>
                <a:spcPct val="0"/>
              </a:spcBef>
            </a:pPr>
            <a:r>
              <a:rPr lang="zh-CN" altLang="en-US" sz="2800" b="1" dirty="0">
                <a:solidFill>
                  <a:srgbClr val="FF0000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关于</a:t>
            </a:r>
            <a:r>
              <a:rPr lang="en-US" altLang="zh-CN" sz="2800" b="1" dirty="0">
                <a:solidFill>
                  <a:srgbClr val="FF0000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inout</a:t>
            </a:r>
            <a:r>
              <a:rPr lang="zh-CN" altLang="en-US" sz="2800" b="1" dirty="0">
                <a:solidFill>
                  <a:srgbClr val="FF0000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类型</a:t>
            </a:r>
            <a:endParaRPr lang="en-US" altLang="zh-CN" sz="2800" b="1" dirty="0">
              <a:solidFill>
                <a:srgbClr val="FF0000"/>
              </a:solidFill>
              <a:latin typeface="华文中宋" panose="02010600040101010101" pitchFamily="2" charset="-122"/>
              <a:ea typeface="华文中宋" panose="02010600040101010101" pitchFamily="2" charset="-122"/>
            </a:endParaRPr>
          </a:p>
        </p:txBody>
      </p:sp>
    </p:spTree>
  </p:cSld>
  <p:clrMapOvr>
    <a:masterClrMapping/>
  </p:clrMapOvr>
  <p:transition spd="slow">
    <p:randomBar dir="vert"/>
  </p:transition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26306" name="日期占位符 1"/>
          <p:cNvSpPr txBox="1">
            <a:spLocks noGrp="1"/>
          </p:cNvSpPr>
          <p:nvPr>
            <p:ph type="dt" sz="half" idx="10"/>
          </p:nvPr>
        </p:nvSpPr>
        <p:spPr>
          <a:xfrm>
            <a:off x="457200" y="6453188"/>
            <a:ext cx="2133600" cy="360362"/>
          </a:xfrm>
          <a:noFill/>
          <a:ln>
            <a:noFill/>
          </a:ln>
        </p:spPr>
        <p:txBody>
          <a:bodyPr/>
          <a:p>
            <a:pPr marL="0" indent="0" eaLnBrk="1" hangingPunct="1">
              <a:lnSpc>
                <a:spcPct val="100000"/>
              </a:lnSpc>
              <a:spcBef>
                <a:spcPct val="0"/>
              </a:spcBef>
            </a:pPr>
            <a:fld id="{BB962C8B-B14F-4D97-AF65-F5344CB8AC3E}" type="datetime1">
              <a:rPr lang="zh-CN" altLang="en-US" sz="1600" dirty="0">
                <a:solidFill>
                  <a:srgbClr val="000000"/>
                </a:solidFill>
              </a:rPr>
            </a:fld>
            <a:endParaRPr lang="zh-CN" altLang="en-US" sz="1600" dirty="0">
              <a:solidFill>
                <a:srgbClr val="000000"/>
              </a:solidFill>
            </a:endParaRPr>
          </a:p>
        </p:txBody>
      </p:sp>
      <p:sp>
        <p:nvSpPr>
          <p:cNvPr id="226307" name="灯片编号占位符 2"/>
          <p:cNvSpPr txBox="1">
            <a:spLocks noGrp="1"/>
          </p:cNvSpPr>
          <p:nvPr>
            <p:ph type="sldNum" sz="quarter" idx="11"/>
          </p:nvPr>
        </p:nvSpPr>
        <p:spPr>
          <a:xfrm>
            <a:off x="8388350" y="6453188"/>
            <a:ext cx="720725" cy="360362"/>
          </a:xfrm>
          <a:noFill/>
          <a:ln>
            <a:noFill/>
          </a:ln>
        </p:spPr>
        <p:txBody>
          <a:bodyPr/>
          <a:p>
            <a:pPr marL="0" indent="0" algn="ctr" eaLnBrk="1" hangingPunct="1">
              <a:lnSpc>
                <a:spcPct val="100000"/>
              </a:lnSpc>
              <a:spcBef>
                <a:spcPct val="0"/>
              </a:spcBef>
            </a:pPr>
            <a:fld id="{9A0DB2DC-4C9A-4742-B13C-FB6460FD3503}" type="slidenum">
              <a:rPr lang="en-US" altLang="zh-CN" sz="1600" dirty="0">
                <a:solidFill>
                  <a:srgbClr val="000000"/>
                </a:solidFill>
                <a:ea typeface="楷体_GB2312" charset="-122"/>
              </a:rPr>
            </a:fld>
            <a:endParaRPr lang="en-US" altLang="zh-CN" sz="1600" dirty="0">
              <a:solidFill>
                <a:srgbClr val="000000"/>
              </a:solidFill>
              <a:ea typeface="楷体_GB2312" charset="-122"/>
            </a:endParaRPr>
          </a:p>
        </p:txBody>
      </p:sp>
      <p:sp>
        <p:nvSpPr>
          <p:cNvPr id="226308" name="Text Box 3"/>
          <p:cNvSpPr txBox="1"/>
          <p:nvPr/>
        </p:nvSpPr>
        <p:spPr>
          <a:xfrm>
            <a:off x="565150" y="1155700"/>
            <a:ext cx="8418513" cy="367665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lnSpc>
                <a:spcPct val="130000"/>
              </a:lnSpc>
              <a:spcBef>
                <a:spcPct val="20000"/>
              </a:spcBef>
              <a:spcAft>
                <a:spcPct val="0"/>
              </a:spcAft>
              <a:defRPr sz="2400">
                <a:solidFill>
                  <a:srgbClr val="0000FF"/>
                </a:solidFill>
                <a:latin typeface="Times New Roman" panose="02020603050405020304" pitchFamily="18" charset="0"/>
                <a:ea typeface="+mn-ea"/>
                <a:cs typeface="+mn-cs"/>
              </a:defRPr>
            </a:lvl1pPr>
            <a:lvl2pPr marL="742950" indent="-285750" algn="l" rtl="0" eaLnBrk="0" fontAlgn="base" hangingPunct="0">
              <a:lnSpc>
                <a:spcPct val="130000"/>
              </a:lnSpc>
              <a:spcBef>
                <a:spcPct val="20000"/>
              </a:spcBef>
              <a:spcAft>
                <a:spcPct val="0"/>
              </a:spcAft>
              <a:buClr>
                <a:srgbClr val="0000CC"/>
              </a:buClr>
              <a:buSzPct val="80000"/>
              <a:buFont typeface="Wingdings" panose="05000000000000000000" pitchFamily="2" charset="2"/>
              <a:buChar char="o"/>
              <a:defRPr sz="3000" b="1">
                <a:solidFill>
                  <a:srgbClr val="0000FF"/>
                </a:solidFill>
                <a:latin typeface="Arial Narrow" panose="020B0606020202030204" pitchFamily="34" charset="0"/>
                <a:ea typeface="楷体_GB2312" charset="-122"/>
                <a:cs typeface="楷体_GB2312" charset="-122"/>
              </a:defRPr>
            </a:lvl2pPr>
            <a:lvl3pPr marL="1143000" indent="-228600" algn="l" rtl="0" eaLnBrk="0" fontAlgn="base" hangingPunct="0">
              <a:lnSpc>
                <a:spcPct val="130000"/>
              </a:lnSpc>
              <a:spcBef>
                <a:spcPct val="20000"/>
              </a:spcBef>
              <a:spcAft>
                <a:spcPct val="0"/>
              </a:spcAft>
              <a:buClr>
                <a:srgbClr val="0000CC"/>
              </a:buClr>
              <a:buSzPct val="80000"/>
              <a:buFont typeface="Wingdings" panose="05000000000000000000" pitchFamily="2" charset="2"/>
              <a:buChar char="n"/>
              <a:defRPr sz="3000" b="1">
                <a:solidFill>
                  <a:srgbClr val="0000FF"/>
                </a:solidFill>
                <a:latin typeface="Arial Narrow" panose="020B0606020202030204" pitchFamily="34" charset="0"/>
                <a:ea typeface="楷体_GB2312" charset="-122"/>
                <a:cs typeface="楷体_GB2312" charset="-122"/>
              </a:defRPr>
            </a:lvl3pPr>
            <a:lvl4pPr marL="1600200" indent="-228600" algn="l" rtl="0" eaLnBrk="0" fontAlgn="base" hangingPunct="0">
              <a:lnSpc>
                <a:spcPct val="130000"/>
              </a:lnSpc>
              <a:spcBef>
                <a:spcPct val="20000"/>
              </a:spcBef>
              <a:spcAft>
                <a:spcPct val="0"/>
              </a:spcAft>
              <a:buClr>
                <a:srgbClr val="0000CC"/>
              </a:buClr>
              <a:buSzPct val="80000"/>
              <a:buFont typeface="Wingdings" panose="05000000000000000000" pitchFamily="2" charset="2"/>
              <a:buChar char="o"/>
              <a:defRPr sz="2800" b="1">
                <a:solidFill>
                  <a:srgbClr val="0000FF"/>
                </a:solidFill>
                <a:latin typeface="Arial Narrow" panose="020B0606020202030204" pitchFamily="34" charset="0"/>
                <a:ea typeface="楷体_GB2312" charset="-122"/>
                <a:cs typeface="楷体_GB2312" charset="-122"/>
              </a:defRPr>
            </a:lvl4pPr>
            <a:lvl5pPr marL="2057400" indent="-228600" algn="l" rtl="0" eaLnBrk="0" fontAlgn="base" hangingPunct="0">
              <a:lnSpc>
                <a:spcPct val="130000"/>
              </a:lnSpc>
              <a:spcBef>
                <a:spcPct val="20000"/>
              </a:spcBef>
              <a:spcAft>
                <a:spcPct val="0"/>
              </a:spcAft>
              <a:buClr>
                <a:srgbClr val="0000CC"/>
              </a:buClr>
              <a:buSzPct val="80000"/>
              <a:buFont typeface="Wingdings" panose="05000000000000000000" pitchFamily="2" charset="2"/>
              <a:buChar char="o"/>
              <a:defRPr sz="2800" b="1">
                <a:solidFill>
                  <a:srgbClr val="0000FF"/>
                </a:solidFill>
                <a:latin typeface="Arial Narrow" panose="020B0606020202030204" pitchFamily="34" charset="0"/>
                <a:ea typeface="楷体_GB2312" charset="-122"/>
                <a:cs typeface="楷体_GB2312" charset="-122"/>
              </a:defRPr>
            </a:lvl5pPr>
          </a:lstStyle>
          <a:p>
            <a:pPr marL="457200" lvl="0" indent="-457200">
              <a:buChar char="•"/>
            </a:pPr>
            <a:r>
              <a:rPr lang="zh-CN" altLang="en-US" sz="2200" b="1" dirty="0">
                <a:solidFill>
                  <a:srgbClr val="000000"/>
                </a:solidFill>
              </a:rPr>
              <a:t>关于时序问题，严格遵守</a:t>
            </a:r>
            <a:r>
              <a:rPr lang="en-US" altLang="zh-CN" sz="2200" b="1" dirty="0">
                <a:solidFill>
                  <a:srgbClr val="000000"/>
                </a:solidFill>
              </a:rPr>
              <a:t>Vivado</a:t>
            </a:r>
            <a:r>
              <a:rPr lang="zh-CN" altLang="en-US" sz="2200" b="1" dirty="0">
                <a:solidFill>
                  <a:srgbClr val="000000"/>
                </a:solidFill>
              </a:rPr>
              <a:t>开发流程，在第一次综合时，最好是在没有任何物理约束的情况下，综合出来的效果最好。查看每个阶段的时序报告，选择</a:t>
            </a:r>
            <a:r>
              <a:rPr lang="en-US" altLang="zh-CN" sz="2200" b="1" dirty="0">
                <a:solidFill>
                  <a:srgbClr val="000000"/>
                </a:solidFill>
              </a:rPr>
              <a:t>implementation</a:t>
            </a:r>
            <a:r>
              <a:rPr lang="zh-CN" altLang="en-US" sz="2200" b="1" dirty="0">
                <a:solidFill>
                  <a:srgbClr val="000000"/>
                </a:solidFill>
              </a:rPr>
              <a:t>跳过</a:t>
            </a:r>
            <a:r>
              <a:rPr lang="en-US" altLang="zh-CN" sz="2200" b="1" dirty="0">
                <a:solidFill>
                  <a:srgbClr val="000000"/>
                </a:solidFill>
              </a:rPr>
              <a:t>Synthesis</a:t>
            </a:r>
            <a:r>
              <a:rPr lang="zh-CN" altLang="en-US" sz="2200" b="1" dirty="0">
                <a:solidFill>
                  <a:srgbClr val="000000"/>
                </a:solidFill>
              </a:rPr>
              <a:t>报告是不可取的行为。</a:t>
            </a:r>
            <a:r>
              <a:rPr lang="en-US" altLang="zh-CN" sz="2200" b="1" dirty="0">
                <a:solidFill>
                  <a:srgbClr val="000000"/>
                </a:solidFill>
              </a:rPr>
              <a:t>Vivado</a:t>
            </a:r>
            <a:r>
              <a:rPr lang="zh-CN" altLang="en-US" sz="2200" b="1" dirty="0">
                <a:solidFill>
                  <a:srgbClr val="000000"/>
                </a:solidFill>
              </a:rPr>
              <a:t>会在</a:t>
            </a:r>
            <a:r>
              <a:rPr lang="en-US" altLang="zh-CN" sz="2200" b="1" dirty="0">
                <a:solidFill>
                  <a:srgbClr val="000000"/>
                </a:solidFill>
              </a:rPr>
              <a:t>implementation</a:t>
            </a:r>
            <a:r>
              <a:rPr lang="zh-CN" altLang="en-US" sz="2200" b="1" dirty="0">
                <a:solidFill>
                  <a:srgbClr val="000000"/>
                </a:solidFill>
              </a:rPr>
              <a:t>阶段对时序不满足的地方倾斜了更多的资源保证时序收敛，但忽略</a:t>
            </a:r>
            <a:r>
              <a:rPr lang="en-US" altLang="zh-CN" sz="2200" b="1" dirty="0">
                <a:solidFill>
                  <a:srgbClr val="000000"/>
                </a:solidFill>
              </a:rPr>
              <a:t>Synthesis</a:t>
            </a:r>
            <a:r>
              <a:rPr lang="zh-CN" altLang="en-US" sz="2200" b="1" dirty="0">
                <a:solidFill>
                  <a:srgbClr val="000000"/>
                </a:solidFill>
              </a:rPr>
              <a:t>的时序问题，会在后期顶层模块集成占用大资源时爆发出来。</a:t>
            </a:r>
            <a:endParaRPr lang="en-US" altLang="zh-CN" sz="2200" b="1" dirty="0">
              <a:solidFill>
                <a:srgbClr val="000000"/>
              </a:solidFill>
            </a:endParaRPr>
          </a:p>
          <a:p>
            <a:pPr marL="457200" lvl="0" indent="-457200">
              <a:buChar char="•"/>
            </a:pPr>
            <a:r>
              <a:rPr lang="zh-CN" altLang="en-US" sz="2200" b="1" dirty="0">
                <a:solidFill>
                  <a:srgbClr val="000000"/>
                </a:solidFill>
              </a:rPr>
              <a:t>建立时间：导致</a:t>
            </a:r>
            <a:r>
              <a:rPr lang="en-US" altLang="zh-CN" sz="2200" b="1" dirty="0">
                <a:solidFill>
                  <a:srgbClr val="000000"/>
                </a:solidFill>
              </a:rPr>
              <a:t>tsu</a:t>
            </a:r>
            <a:r>
              <a:rPr lang="zh-CN" altLang="en-US" sz="2200" b="1" dirty="0">
                <a:solidFill>
                  <a:srgbClr val="000000"/>
                </a:solidFill>
              </a:rPr>
              <a:t>违背的主要两个原因：逻辑级数（</a:t>
            </a:r>
            <a:r>
              <a:rPr lang="en-US" altLang="zh-CN" sz="2200" b="1" dirty="0">
                <a:solidFill>
                  <a:srgbClr val="000000"/>
                </a:solidFill>
              </a:rPr>
              <a:t>Levels</a:t>
            </a:r>
            <a:r>
              <a:rPr lang="zh-CN" altLang="en-US" sz="2200" b="1" dirty="0">
                <a:solidFill>
                  <a:srgbClr val="000000"/>
                </a:solidFill>
              </a:rPr>
              <a:t>）太大或者扇出（</a:t>
            </a:r>
            <a:r>
              <a:rPr lang="en-US" altLang="zh-CN" sz="2200" b="1" dirty="0">
                <a:solidFill>
                  <a:srgbClr val="000000"/>
                </a:solidFill>
              </a:rPr>
              <a:t>Hign Fanout</a:t>
            </a:r>
            <a:r>
              <a:rPr lang="zh-CN" altLang="en-US" sz="2200" b="1" dirty="0">
                <a:solidFill>
                  <a:srgbClr val="000000"/>
                </a:solidFill>
              </a:rPr>
              <a:t>）太大。</a:t>
            </a:r>
            <a:endParaRPr lang="en-US" altLang="zh-CN" sz="2200" b="1" dirty="0">
              <a:solidFill>
                <a:srgbClr val="000000"/>
              </a:solidFill>
            </a:endParaRPr>
          </a:p>
        </p:txBody>
      </p:sp>
      <p:sp>
        <p:nvSpPr>
          <p:cNvPr id="226309" name="标题 1"/>
          <p:cNvSpPr txBox="1"/>
          <p:nvPr/>
        </p:nvSpPr>
        <p:spPr>
          <a:xfrm>
            <a:off x="508000" y="479425"/>
            <a:ext cx="6746875" cy="584200"/>
          </a:xfrm>
          <a:prstGeom prst="rect">
            <a:avLst/>
          </a:prstGeom>
          <a:noFill/>
          <a:ln w="9525">
            <a:noFill/>
          </a:ln>
        </p:spPr>
        <p:txBody>
          <a:bodyPr/>
          <a:lstStyle>
            <a:lvl1pPr marL="342900" indent="-342900" algn="l" rtl="0" eaLnBrk="0" fontAlgn="base" hangingPunct="0">
              <a:lnSpc>
                <a:spcPct val="130000"/>
              </a:lnSpc>
              <a:spcBef>
                <a:spcPct val="20000"/>
              </a:spcBef>
              <a:spcAft>
                <a:spcPct val="0"/>
              </a:spcAft>
              <a:defRPr sz="2400">
                <a:solidFill>
                  <a:srgbClr val="0000FF"/>
                </a:solidFill>
                <a:latin typeface="Times New Roman" panose="02020603050405020304" pitchFamily="18" charset="0"/>
                <a:ea typeface="+mn-ea"/>
                <a:cs typeface="+mn-cs"/>
              </a:defRPr>
            </a:lvl1pPr>
            <a:lvl2pPr marL="742950" indent="-285750" algn="l" rtl="0" eaLnBrk="0" fontAlgn="base" hangingPunct="0">
              <a:lnSpc>
                <a:spcPct val="130000"/>
              </a:lnSpc>
              <a:spcBef>
                <a:spcPct val="20000"/>
              </a:spcBef>
              <a:spcAft>
                <a:spcPct val="0"/>
              </a:spcAft>
              <a:buClr>
                <a:srgbClr val="0000CC"/>
              </a:buClr>
              <a:buSzPct val="80000"/>
              <a:buFont typeface="Wingdings" panose="05000000000000000000" pitchFamily="2" charset="2"/>
              <a:buChar char="o"/>
              <a:defRPr sz="3000" b="1">
                <a:solidFill>
                  <a:srgbClr val="0000FF"/>
                </a:solidFill>
                <a:latin typeface="Arial Narrow" panose="020B0606020202030204" pitchFamily="34" charset="0"/>
                <a:ea typeface="楷体_GB2312" charset="-122"/>
                <a:cs typeface="楷体_GB2312" charset="-122"/>
              </a:defRPr>
            </a:lvl2pPr>
            <a:lvl3pPr marL="1143000" indent="-228600" algn="l" rtl="0" eaLnBrk="0" fontAlgn="base" hangingPunct="0">
              <a:lnSpc>
                <a:spcPct val="130000"/>
              </a:lnSpc>
              <a:spcBef>
                <a:spcPct val="20000"/>
              </a:spcBef>
              <a:spcAft>
                <a:spcPct val="0"/>
              </a:spcAft>
              <a:buClr>
                <a:srgbClr val="0000CC"/>
              </a:buClr>
              <a:buSzPct val="80000"/>
              <a:buFont typeface="Wingdings" panose="05000000000000000000" pitchFamily="2" charset="2"/>
              <a:buChar char="n"/>
              <a:defRPr sz="3000" b="1">
                <a:solidFill>
                  <a:srgbClr val="0000FF"/>
                </a:solidFill>
                <a:latin typeface="Arial Narrow" panose="020B0606020202030204" pitchFamily="34" charset="0"/>
                <a:ea typeface="楷体_GB2312" charset="-122"/>
                <a:cs typeface="楷体_GB2312" charset="-122"/>
              </a:defRPr>
            </a:lvl3pPr>
            <a:lvl4pPr marL="1600200" indent="-228600" algn="l" rtl="0" eaLnBrk="0" fontAlgn="base" hangingPunct="0">
              <a:lnSpc>
                <a:spcPct val="130000"/>
              </a:lnSpc>
              <a:spcBef>
                <a:spcPct val="20000"/>
              </a:spcBef>
              <a:spcAft>
                <a:spcPct val="0"/>
              </a:spcAft>
              <a:buClr>
                <a:srgbClr val="0000CC"/>
              </a:buClr>
              <a:buSzPct val="80000"/>
              <a:buFont typeface="Wingdings" panose="05000000000000000000" pitchFamily="2" charset="2"/>
              <a:buChar char="o"/>
              <a:defRPr sz="2800" b="1">
                <a:solidFill>
                  <a:srgbClr val="0000FF"/>
                </a:solidFill>
                <a:latin typeface="Arial Narrow" panose="020B0606020202030204" pitchFamily="34" charset="0"/>
                <a:ea typeface="楷体_GB2312" charset="-122"/>
                <a:cs typeface="楷体_GB2312" charset="-122"/>
              </a:defRPr>
            </a:lvl4pPr>
            <a:lvl5pPr marL="2057400" indent="-228600" algn="l" rtl="0" eaLnBrk="0" fontAlgn="base" hangingPunct="0">
              <a:lnSpc>
                <a:spcPct val="130000"/>
              </a:lnSpc>
              <a:spcBef>
                <a:spcPct val="20000"/>
              </a:spcBef>
              <a:spcAft>
                <a:spcPct val="0"/>
              </a:spcAft>
              <a:buClr>
                <a:srgbClr val="0000CC"/>
              </a:buClr>
              <a:buSzPct val="80000"/>
              <a:buFont typeface="Wingdings" panose="05000000000000000000" pitchFamily="2" charset="2"/>
              <a:buChar char="o"/>
              <a:defRPr sz="2800" b="1">
                <a:solidFill>
                  <a:srgbClr val="0000FF"/>
                </a:solidFill>
                <a:latin typeface="Arial Narrow" panose="020B0606020202030204" pitchFamily="34" charset="0"/>
                <a:ea typeface="楷体_GB2312" charset="-122"/>
                <a:cs typeface="楷体_GB2312" charset="-122"/>
              </a:defRPr>
            </a:lvl5pPr>
          </a:lstStyle>
          <a:p>
            <a:pPr marL="0" lvl="0" indent="0" eaLnBrk="1" hangingPunct="1">
              <a:lnSpc>
                <a:spcPct val="100000"/>
              </a:lnSpc>
              <a:spcBef>
                <a:spcPct val="0"/>
              </a:spcBef>
            </a:pPr>
            <a:r>
              <a:rPr lang="zh-CN" altLang="en-US" sz="2800" b="1" dirty="0">
                <a:solidFill>
                  <a:srgbClr val="FF0000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关于综合时序问题</a:t>
            </a:r>
            <a:endParaRPr lang="en-US" altLang="zh-CN" sz="2800" b="1" dirty="0">
              <a:solidFill>
                <a:srgbClr val="FF0000"/>
              </a:solidFill>
              <a:latin typeface="华文中宋" panose="02010600040101010101" pitchFamily="2" charset="-122"/>
              <a:ea typeface="华文中宋" panose="02010600040101010101" pitchFamily="2" charset="-122"/>
            </a:endParaRPr>
          </a:p>
        </p:txBody>
      </p:sp>
    </p:spTree>
  </p:cSld>
  <p:clrMapOvr>
    <a:masterClrMapping/>
  </p:clrMapOvr>
  <p:transition spd="slow">
    <p:randomBar dir="vert"/>
  </p:transition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27330" name="日期占位符 1"/>
          <p:cNvSpPr txBox="1">
            <a:spLocks noGrp="1"/>
          </p:cNvSpPr>
          <p:nvPr>
            <p:ph type="dt" sz="half" idx="10"/>
          </p:nvPr>
        </p:nvSpPr>
        <p:spPr>
          <a:xfrm>
            <a:off x="457200" y="6453188"/>
            <a:ext cx="2133600" cy="360362"/>
          </a:xfrm>
          <a:noFill/>
          <a:ln>
            <a:noFill/>
          </a:ln>
        </p:spPr>
        <p:txBody>
          <a:bodyPr/>
          <a:p>
            <a:pPr marL="0" indent="0" eaLnBrk="1" hangingPunct="1">
              <a:lnSpc>
                <a:spcPct val="100000"/>
              </a:lnSpc>
              <a:spcBef>
                <a:spcPct val="0"/>
              </a:spcBef>
            </a:pPr>
            <a:fld id="{BB962C8B-B14F-4D97-AF65-F5344CB8AC3E}" type="datetime1">
              <a:rPr lang="zh-CN" altLang="en-US" sz="1600" dirty="0">
                <a:solidFill>
                  <a:srgbClr val="000000"/>
                </a:solidFill>
              </a:rPr>
            </a:fld>
            <a:endParaRPr lang="zh-CN" altLang="en-US" sz="1600" dirty="0">
              <a:solidFill>
                <a:srgbClr val="000000"/>
              </a:solidFill>
            </a:endParaRPr>
          </a:p>
        </p:txBody>
      </p:sp>
      <p:sp>
        <p:nvSpPr>
          <p:cNvPr id="227331" name="灯片编号占位符 2"/>
          <p:cNvSpPr txBox="1">
            <a:spLocks noGrp="1"/>
          </p:cNvSpPr>
          <p:nvPr>
            <p:ph type="sldNum" sz="quarter" idx="11"/>
          </p:nvPr>
        </p:nvSpPr>
        <p:spPr>
          <a:xfrm>
            <a:off x="8388350" y="6453188"/>
            <a:ext cx="720725" cy="360362"/>
          </a:xfrm>
          <a:noFill/>
          <a:ln>
            <a:noFill/>
          </a:ln>
        </p:spPr>
        <p:txBody>
          <a:bodyPr/>
          <a:p>
            <a:pPr marL="0" indent="0" algn="ctr" eaLnBrk="1" hangingPunct="1">
              <a:lnSpc>
                <a:spcPct val="100000"/>
              </a:lnSpc>
              <a:spcBef>
                <a:spcPct val="0"/>
              </a:spcBef>
            </a:pPr>
            <a:fld id="{9A0DB2DC-4C9A-4742-B13C-FB6460FD3503}" type="slidenum">
              <a:rPr lang="en-US" altLang="zh-CN" sz="1600" dirty="0">
                <a:solidFill>
                  <a:srgbClr val="000000"/>
                </a:solidFill>
                <a:ea typeface="楷体_GB2312" charset="-122"/>
              </a:rPr>
            </a:fld>
            <a:endParaRPr lang="en-US" altLang="zh-CN" sz="1600" dirty="0">
              <a:solidFill>
                <a:srgbClr val="000000"/>
              </a:solidFill>
              <a:ea typeface="楷体_GB2312" charset="-122"/>
            </a:endParaRPr>
          </a:p>
        </p:txBody>
      </p:sp>
      <p:sp>
        <p:nvSpPr>
          <p:cNvPr id="227332" name="Text Box 3"/>
          <p:cNvSpPr txBox="1"/>
          <p:nvPr/>
        </p:nvSpPr>
        <p:spPr>
          <a:xfrm>
            <a:off x="565150" y="1155700"/>
            <a:ext cx="8418513" cy="4892675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lnSpc>
                <a:spcPct val="130000"/>
              </a:lnSpc>
              <a:spcBef>
                <a:spcPct val="20000"/>
              </a:spcBef>
              <a:spcAft>
                <a:spcPct val="0"/>
              </a:spcAft>
              <a:defRPr sz="2400">
                <a:solidFill>
                  <a:srgbClr val="0000FF"/>
                </a:solidFill>
                <a:latin typeface="Times New Roman" panose="02020603050405020304" pitchFamily="18" charset="0"/>
                <a:ea typeface="+mn-ea"/>
                <a:cs typeface="+mn-cs"/>
              </a:defRPr>
            </a:lvl1pPr>
            <a:lvl2pPr marL="742950" indent="-285750" algn="l" rtl="0" eaLnBrk="0" fontAlgn="base" hangingPunct="0">
              <a:lnSpc>
                <a:spcPct val="130000"/>
              </a:lnSpc>
              <a:spcBef>
                <a:spcPct val="20000"/>
              </a:spcBef>
              <a:spcAft>
                <a:spcPct val="0"/>
              </a:spcAft>
              <a:buClr>
                <a:srgbClr val="0000CC"/>
              </a:buClr>
              <a:buSzPct val="80000"/>
              <a:buFont typeface="Wingdings" panose="05000000000000000000" pitchFamily="2" charset="2"/>
              <a:buChar char="o"/>
              <a:defRPr sz="3000" b="1">
                <a:solidFill>
                  <a:srgbClr val="0000FF"/>
                </a:solidFill>
                <a:latin typeface="Arial Narrow" panose="020B0606020202030204" pitchFamily="34" charset="0"/>
                <a:ea typeface="楷体_GB2312" charset="-122"/>
                <a:cs typeface="楷体_GB2312" charset="-122"/>
              </a:defRPr>
            </a:lvl2pPr>
            <a:lvl3pPr marL="1143000" indent="-228600" algn="l" rtl="0" eaLnBrk="0" fontAlgn="base" hangingPunct="0">
              <a:lnSpc>
                <a:spcPct val="130000"/>
              </a:lnSpc>
              <a:spcBef>
                <a:spcPct val="20000"/>
              </a:spcBef>
              <a:spcAft>
                <a:spcPct val="0"/>
              </a:spcAft>
              <a:buClr>
                <a:srgbClr val="0000CC"/>
              </a:buClr>
              <a:buSzPct val="80000"/>
              <a:buFont typeface="Wingdings" panose="05000000000000000000" pitchFamily="2" charset="2"/>
              <a:buChar char="n"/>
              <a:defRPr sz="3000" b="1">
                <a:solidFill>
                  <a:srgbClr val="0000FF"/>
                </a:solidFill>
                <a:latin typeface="Arial Narrow" panose="020B0606020202030204" pitchFamily="34" charset="0"/>
                <a:ea typeface="楷体_GB2312" charset="-122"/>
                <a:cs typeface="楷体_GB2312" charset="-122"/>
              </a:defRPr>
            </a:lvl3pPr>
            <a:lvl4pPr marL="1600200" indent="-228600" algn="l" rtl="0" eaLnBrk="0" fontAlgn="base" hangingPunct="0">
              <a:lnSpc>
                <a:spcPct val="130000"/>
              </a:lnSpc>
              <a:spcBef>
                <a:spcPct val="20000"/>
              </a:spcBef>
              <a:spcAft>
                <a:spcPct val="0"/>
              </a:spcAft>
              <a:buClr>
                <a:srgbClr val="0000CC"/>
              </a:buClr>
              <a:buSzPct val="80000"/>
              <a:buFont typeface="Wingdings" panose="05000000000000000000" pitchFamily="2" charset="2"/>
              <a:buChar char="o"/>
              <a:defRPr sz="2800" b="1">
                <a:solidFill>
                  <a:srgbClr val="0000FF"/>
                </a:solidFill>
                <a:latin typeface="Arial Narrow" panose="020B0606020202030204" pitchFamily="34" charset="0"/>
                <a:ea typeface="楷体_GB2312" charset="-122"/>
                <a:cs typeface="楷体_GB2312" charset="-122"/>
              </a:defRPr>
            </a:lvl4pPr>
            <a:lvl5pPr marL="2057400" indent="-228600" algn="l" rtl="0" eaLnBrk="0" fontAlgn="base" hangingPunct="0">
              <a:lnSpc>
                <a:spcPct val="130000"/>
              </a:lnSpc>
              <a:spcBef>
                <a:spcPct val="20000"/>
              </a:spcBef>
              <a:spcAft>
                <a:spcPct val="0"/>
              </a:spcAft>
              <a:buClr>
                <a:srgbClr val="0000CC"/>
              </a:buClr>
              <a:buSzPct val="80000"/>
              <a:buFont typeface="Wingdings" panose="05000000000000000000" pitchFamily="2" charset="2"/>
              <a:buChar char="o"/>
              <a:defRPr sz="2800" b="1">
                <a:solidFill>
                  <a:srgbClr val="0000FF"/>
                </a:solidFill>
                <a:latin typeface="Arial Narrow" panose="020B0606020202030204" pitchFamily="34" charset="0"/>
                <a:ea typeface="楷体_GB2312" charset="-122"/>
                <a:cs typeface="楷体_GB2312" charset="-122"/>
              </a:defRPr>
            </a:lvl5pPr>
          </a:lstStyle>
          <a:p>
            <a:pPr marL="457200" lvl="0" indent="-457200">
              <a:lnSpc>
                <a:spcPct val="120000"/>
              </a:lnSpc>
              <a:spcBef>
                <a:spcPct val="0"/>
              </a:spcBef>
              <a:buChar char="•"/>
            </a:pPr>
            <a:r>
              <a:rPr lang="zh-CN" altLang="en-US" sz="2000" b="1" dirty="0">
                <a:solidFill>
                  <a:srgbClr val="000000"/>
                </a:solidFill>
              </a:rPr>
              <a:t>同时开启两个</a:t>
            </a:r>
            <a:r>
              <a:rPr lang="en-US" altLang="zh-CN" sz="2000" b="1" dirty="0">
                <a:solidFill>
                  <a:srgbClr val="000000"/>
                </a:solidFill>
              </a:rPr>
              <a:t>Vivado</a:t>
            </a:r>
            <a:r>
              <a:rPr lang="zh-CN" altLang="en-US" sz="2000" b="1" dirty="0">
                <a:solidFill>
                  <a:srgbClr val="000000"/>
                </a:solidFill>
              </a:rPr>
              <a:t>产生</a:t>
            </a:r>
            <a:r>
              <a:rPr lang="en-US" altLang="zh-CN" sz="2000" b="1" dirty="0">
                <a:solidFill>
                  <a:srgbClr val="000000"/>
                </a:solidFill>
              </a:rPr>
              <a:t>bit</a:t>
            </a:r>
            <a:r>
              <a:rPr lang="zh-CN" altLang="en-US" sz="2000" b="1" dirty="0">
                <a:solidFill>
                  <a:srgbClr val="000000"/>
                </a:solidFill>
              </a:rPr>
              <a:t>流文件可能会发生指向错误。</a:t>
            </a:r>
            <a:endParaRPr lang="en-US" altLang="zh-CN" sz="2000" b="1" dirty="0">
              <a:solidFill>
                <a:srgbClr val="000000"/>
              </a:solidFill>
            </a:endParaRPr>
          </a:p>
          <a:p>
            <a:pPr marL="457200" lvl="0" indent="-457200">
              <a:lnSpc>
                <a:spcPct val="120000"/>
              </a:lnSpc>
              <a:spcBef>
                <a:spcPct val="0"/>
              </a:spcBef>
              <a:buChar char="•"/>
            </a:pPr>
            <a:r>
              <a:rPr lang="zh-CN" altLang="en-US" sz="2000" b="1" dirty="0">
                <a:solidFill>
                  <a:srgbClr val="000000"/>
                </a:solidFill>
              </a:rPr>
              <a:t>仿真代码中，输出一定为</a:t>
            </a:r>
            <a:r>
              <a:rPr lang="en-US" altLang="zh-CN" sz="2000" b="1" dirty="0">
                <a:solidFill>
                  <a:srgbClr val="000000"/>
                </a:solidFill>
              </a:rPr>
              <a:t>wire</a:t>
            </a:r>
            <a:r>
              <a:rPr lang="zh-CN" altLang="en-US" sz="2000" b="1" dirty="0">
                <a:solidFill>
                  <a:srgbClr val="000000"/>
                </a:solidFill>
              </a:rPr>
              <a:t>型，输入变量通常为</a:t>
            </a:r>
            <a:r>
              <a:rPr lang="en-US" altLang="zh-CN" sz="2000" b="1" dirty="0">
                <a:solidFill>
                  <a:srgbClr val="000000"/>
                </a:solidFill>
              </a:rPr>
              <a:t>reg</a:t>
            </a:r>
            <a:r>
              <a:rPr lang="zh-CN" altLang="en-US" sz="2000" b="1" dirty="0">
                <a:solidFill>
                  <a:srgbClr val="000000"/>
                </a:solidFill>
              </a:rPr>
              <a:t>型；</a:t>
            </a:r>
            <a:r>
              <a:rPr lang="en-US" altLang="zh-CN" sz="2000" b="1" dirty="0">
                <a:solidFill>
                  <a:srgbClr val="000000"/>
                </a:solidFill>
              </a:rPr>
              <a:t>initial</a:t>
            </a:r>
            <a:r>
              <a:rPr lang="zh-CN" altLang="en-US" sz="2000" b="1" dirty="0">
                <a:solidFill>
                  <a:srgbClr val="000000"/>
                </a:solidFill>
              </a:rPr>
              <a:t>里放重置信号，</a:t>
            </a:r>
            <a:r>
              <a:rPr lang="en-US" altLang="zh-CN" sz="2000" b="1" dirty="0">
                <a:solidFill>
                  <a:srgbClr val="000000"/>
                </a:solidFill>
              </a:rPr>
              <a:t>always</a:t>
            </a:r>
            <a:r>
              <a:rPr lang="zh-CN" altLang="en-US" sz="2000" b="1" dirty="0">
                <a:solidFill>
                  <a:srgbClr val="000000"/>
                </a:solidFill>
              </a:rPr>
              <a:t>里放时钟信号。</a:t>
            </a:r>
            <a:endParaRPr lang="en-US" altLang="zh-CN" sz="2000" b="1" dirty="0">
              <a:solidFill>
                <a:srgbClr val="000000"/>
              </a:solidFill>
            </a:endParaRPr>
          </a:p>
          <a:p>
            <a:pPr marL="457200" lvl="0" indent="-457200">
              <a:lnSpc>
                <a:spcPct val="120000"/>
              </a:lnSpc>
              <a:spcBef>
                <a:spcPct val="0"/>
              </a:spcBef>
              <a:buChar char="•"/>
            </a:pPr>
            <a:r>
              <a:rPr lang="zh-CN" altLang="en-US" sz="2000" b="1" dirty="0">
                <a:solidFill>
                  <a:srgbClr val="000000"/>
                </a:solidFill>
              </a:rPr>
              <a:t>模块调用，子模块中信号只能用</a:t>
            </a:r>
            <a:r>
              <a:rPr lang="en-US" altLang="zh-CN" sz="2000" b="1" dirty="0">
                <a:solidFill>
                  <a:srgbClr val="000000"/>
                </a:solidFill>
              </a:rPr>
              <a:t>wire</a:t>
            </a:r>
            <a:r>
              <a:rPr lang="zh-CN" altLang="en-US" sz="2000" b="1" dirty="0">
                <a:solidFill>
                  <a:srgbClr val="000000"/>
                </a:solidFill>
              </a:rPr>
              <a:t>型，不用</a:t>
            </a:r>
            <a:r>
              <a:rPr lang="en-US" altLang="zh-CN" sz="2000" b="1" dirty="0">
                <a:solidFill>
                  <a:srgbClr val="000000"/>
                </a:solidFill>
              </a:rPr>
              <a:t>reg</a:t>
            </a:r>
            <a:r>
              <a:rPr lang="zh-CN" altLang="en-US" sz="2000" b="1" dirty="0">
                <a:solidFill>
                  <a:srgbClr val="000000"/>
                </a:solidFill>
              </a:rPr>
              <a:t>型。</a:t>
            </a:r>
            <a:endParaRPr lang="en-US" altLang="zh-CN" sz="2000" b="1" dirty="0">
              <a:solidFill>
                <a:srgbClr val="000000"/>
              </a:solidFill>
            </a:endParaRPr>
          </a:p>
          <a:p>
            <a:pPr marL="457200" lvl="0" indent="-457200">
              <a:lnSpc>
                <a:spcPct val="120000"/>
              </a:lnSpc>
              <a:spcBef>
                <a:spcPct val="0"/>
              </a:spcBef>
              <a:buChar char="•"/>
            </a:pPr>
            <a:r>
              <a:rPr lang="en-US" altLang="zh-CN" sz="2000" b="1" dirty="0">
                <a:solidFill>
                  <a:srgbClr val="000000"/>
                </a:solidFill>
              </a:rPr>
              <a:t>generate-for</a:t>
            </a:r>
            <a:r>
              <a:rPr lang="zh-CN" altLang="en-US" sz="2000" b="1" dirty="0">
                <a:solidFill>
                  <a:srgbClr val="000000"/>
                </a:solidFill>
              </a:rPr>
              <a:t>主要用于创建多个实例化，与</a:t>
            </a:r>
            <a:r>
              <a:rPr lang="en-US" altLang="zh-CN" sz="2000" b="1" dirty="0">
                <a:solidFill>
                  <a:srgbClr val="000000"/>
                </a:solidFill>
              </a:rPr>
              <a:t>for</a:t>
            </a:r>
            <a:r>
              <a:rPr lang="zh-CN" altLang="en-US" sz="2000" b="1" dirty="0">
                <a:solidFill>
                  <a:srgbClr val="000000"/>
                </a:solidFill>
              </a:rPr>
              <a:t>用法基本相同，必须使用</a:t>
            </a:r>
            <a:r>
              <a:rPr lang="en-US" altLang="zh-CN" sz="2000" b="1" dirty="0">
                <a:solidFill>
                  <a:srgbClr val="000000"/>
                </a:solidFill>
              </a:rPr>
              <a:t>genvar</a:t>
            </a:r>
            <a:r>
              <a:rPr lang="zh-CN" altLang="en-US" sz="2000" b="1" dirty="0">
                <a:solidFill>
                  <a:srgbClr val="000000"/>
                </a:solidFill>
              </a:rPr>
              <a:t>变量，且</a:t>
            </a:r>
            <a:r>
              <a:rPr lang="en-US" altLang="zh-CN" sz="2000" b="1" dirty="0">
                <a:solidFill>
                  <a:srgbClr val="000000"/>
                </a:solidFill>
              </a:rPr>
              <a:t>begin</a:t>
            </a:r>
            <a:r>
              <a:rPr lang="zh-CN" altLang="en-US" sz="2000" b="1" dirty="0">
                <a:solidFill>
                  <a:srgbClr val="000000"/>
                </a:solidFill>
              </a:rPr>
              <a:t>语句必须有一个单独的命名。</a:t>
            </a:r>
            <a:endParaRPr lang="en-US" altLang="zh-CN" sz="2000" b="1" dirty="0">
              <a:solidFill>
                <a:srgbClr val="000000"/>
              </a:solidFill>
            </a:endParaRPr>
          </a:p>
          <a:p>
            <a:pPr marL="457200" lvl="0" indent="-457200">
              <a:lnSpc>
                <a:spcPct val="120000"/>
              </a:lnSpc>
              <a:spcBef>
                <a:spcPct val="0"/>
              </a:spcBef>
              <a:buChar char="•"/>
            </a:pPr>
            <a:r>
              <a:rPr lang="zh-CN" altLang="en-US" sz="2000" b="1" dirty="0">
                <a:solidFill>
                  <a:srgbClr val="000000"/>
                </a:solidFill>
              </a:rPr>
              <a:t>复位信号非常重要，</a:t>
            </a:r>
            <a:r>
              <a:rPr lang="en-US" altLang="zh-CN" sz="2000" b="1" dirty="0">
                <a:solidFill>
                  <a:srgbClr val="000000"/>
                </a:solidFill>
              </a:rPr>
              <a:t>Xilinx FPGA</a:t>
            </a:r>
            <a:r>
              <a:rPr lang="zh-CN" altLang="en-US" sz="2000" b="1" dirty="0">
                <a:solidFill>
                  <a:srgbClr val="000000"/>
                </a:solidFill>
              </a:rPr>
              <a:t>的寄存器是高电平复位，支持异步和同步。尽量使用同步方式设计电路，尽量采用行为语句完成设计。所有的寄存器都应可以复位。</a:t>
            </a:r>
            <a:endParaRPr lang="en-US" altLang="zh-CN" sz="2000" b="1" dirty="0">
              <a:solidFill>
                <a:srgbClr val="000000"/>
              </a:solidFill>
            </a:endParaRPr>
          </a:p>
          <a:p>
            <a:pPr marL="457200" lvl="0" indent="-457200">
              <a:lnSpc>
                <a:spcPct val="120000"/>
              </a:lnSpc>
              <a:spcBef>
                <a:spcPct val="0"/>
              </a:spcBef>
              <a:buChar char="•"/>
            </a:pPr>
            <a:r>
              <a:rPr lang="zh-CN" altLang="en-US" sz="2000" b="1" dirty="0">
                <a:solidFill>
                  <a:srgbClr val="000000"/>
                </a:solidFill>
              </a:rPr>
              <a:t>算术运算时，</a:t>
            </a:r>
            <a:r>
              <a:rPr lang="en-US" altLang="zh-CN" sz="2000" b="1" dirty="0">
                <a:solidFill>
                  <a:srgbClr val="000000"/>
                </a:solidFill>
              </a:rPr>
              <a:t>reg</a:t>
            </a:r>
            <a:r>
              <a:rPr lang="zh-CN" altLang="en-US" sz="2000" b="1" dirty="0">
                <a:solidFill>
                  <a:srgbClr val="000000"/>
                </a:solidFill>
              </a:rPr>
              <a:t>型默认为无符号数，</a:t>
            </a:r>
            <a:r>
              <a:rPr lang="en-US" altLang="zh-CN" sz="2000" b="1" dirty="0">
                <a:solidFill>
                  <a:srgbClr val="000000"/>
                </a:solidFill>
              </a:rPr>
              <a:t>integer</a:t>
            </a:r>
            <a:r>
              <a:rPr lang="zh-CN" altLang="en-US" sz="2000" b="1" dirty="0">
                <a:solidFill>
                  <a:srgbClr val="000000"/>
                </a:solidFill>
              </a:rPr>
              <a:t>型默认为有符号数。若赋值语句中，右边位数宽度小于左边信号宽度时候，需要高位补位，无符号数补</a:t>
            </a:r>
            <a:r>
              <a:rPr lang="en-US" altLang="zh-CN" sz="2000" b="1" dirty="0">
                <a:solidFill>
                  <a:srgbClr val="000000"/>
                </a:solidFill>
              </a:rPr>
              <a:t>0</a:t>
            </a:r>
            <a:r>
              <a:rPr lang="zh-CN" altLang="en-US" sz="2000" b="1" dirty="0">
                <a:solidFill>
                  <a:srgbClr val="000000"/>
                </a:solidFill>
              </a:rPr>
              <a:t>，有符号数补符号位。</a:t>
            </a:r>
            <a:endParaRPr lang="zh-CN" altLang="en-US" sz="2000" b="1" dirty="0">
              <a:solidFill>
                <a:srgbClr val="000000"/>
              </a:solidFill>
            </a:endParaRPr>
          </a:p>
          <a:p>
            <a:pPr marL="457200" lvl="0" indent="-457200">
              <a:lnSpc>
                <a:spcPct val="120000"/>
              </a:lnSpc>
              <a:spcBef>
                <a:spcPct val="0"/>
              </a:spcBef>
              <a:buChar char="•"/>
            </a:pPr>
            <a:r>
              <a:rPr lang="zh-CN" altLang="en-US" sz="2000" b="1" dirty="0">
                <a:solidFill>
                  <a:srgbClr val="000000"/>
                </a:solidFill>
              </a:rPr>
              <a:t>常数最好是给出位数，如</a:t>
            </a:r>
            <a:r>
              <a:rPr lang="en-US" altLang="zh-CN" sz="2000" b="1" dirty="0">
                <a:solidFill>
                  <a:srgbClr val="000000"/>
                </a:solidFill>
              </a:rPr>
              <a:t>4‘b0000</a:t>
            </a:r>
            <a:r>
              <a:rPr lang="zh-CN" altLang="en-US" sz="2000" b="1" dirty="0">
                <a:solidFill>
                  <a:srgbClr val="000000"/>
                </a:solidFill>
              </a:rPr>
              <a:t>。</a:t>
            </a:r>
            <a:endParaRPr lang="zh-CN" altLang="en-US" sz="2000" b="1" dirty="0">
              <a:solidFill>
                <a:srgbClr val="000000"/>
              </a:solidFill>
            </a:endParaRPr>
          </a:p>
        </p:txBody>
      </p:sp>
      <p:sp>
        <p:nvSpPr>
          <p:cNvPr id="227333" name="标题 1"/>
          <p:cNvSpPr txBox="1"/>
          <p:nvPr/>
        </p:nvSpPr>
        <p:spPr>
          <a:xfrm>
            <a:off x="508000" y="479425"/>
            <a:ext cx="6746875" cy="584200"/>
          </a:xfrm>
          <a:prstGeom prst="rect">
            <a:avLst/>
          </a:prstGeom>
          <a:noFill/>
          <a:ln w="9525">
            <a:noFill/>
          </a:ln>
        </p:spPr>
        <p:txBody>
          <a:bodyPr/>
          <a:lstStyle>
            <a:lvl1pPr marL="342900" indent="-342900" algn="l" rtl="0" eaLnBrk="0" fontAlgn="base" hangingPunct="0">
              <a:lnSpc>
                <a:spcPct val="130000"/>
              </a:lnSpc>
              <a:spcBef>
                <a:spcPct val="20000"/>
              </a:spcBef>
              <a:spcAft>
                <a:spcPct val="0"/>
              </a:spcAft>
              <a:defRPr sz="2400">
                <a:solidFill>
                  <a:srgbClr val="0000FF"/>
                </a:solidFill>
                <a:latin typeface="Times New Roman" panose="02020603050405020304" pitchFamily="18" charset="0"/>
                <a:ea typeface="+mn-ea"/>
                <a:cs typeface="+mn-cs"/>
              </a:defRPr>
            </a:lvl1pPr>
            <a:lvl2pPr marL="742950" indent="-285750" algn="l" rtl="0" eaLnBrk="0" fontAlgn="base" hangingPunct="0">
              <a:lnSpc>
                <a:spcPct val="130000"/>
              </a:lnSpc>
              <a:spcBef>
                <a:spcPct val="20000"/>
              </a:spcBef>
              <a:spcAft>
                <a:spcPct val="0"/>
              </a:spcAft>
              <a:buClr>
                <a:srgbClr val="0000CC"/>
              </a:buClr>
              <a:buSzPct val="80000"/>
              <a:buFont typeface="Wingdings" panose="05000000000000000000" pitchFamily="2" charset="2"/>
              <a:buChar char="o"/>
              <a:defRPr sz="3000" b="1">
                <a:solidFill>
                  <a:srgbClr val="0000FF"/>
                </a:solidFill>
                <a:latin typeface="Arial Narrow" panose="020B0606020202030204" pitchFamily="34" charset="0"/>
                <a:ea typeface="楷体_GB2312" charset="-122"/>
                <a:cs typeface="楷体_GB2312" charset="-122"/>
              </a:defRPr>
            </a:lvl2pPr>
            <a:lvl3pPr marL="1143000" indent="-228600" algn="l" rtl="0" eaLnBrk="0" fontAlgn="base" hangingPunct="0">
              <a:lnSpc>
                <a:spcPct val="130000"/>
              </a:lnSpc>
              <a:spcBef>
                <a:spcPct val="20000"/>
              </a:spcBef>
              <a:spcAft>
                <a:spcPct val="0"/>
              </a:spcAft>
              <a:buClr>
                <a:srgbClr val="0000CC"/>
              </a:buClr>
              <a:buSzPct val="80000"/>
              <a:buFont typeface="Wingdings" panose="05000000000000000000" pitchFamily="2" charset="2"/>
              <a:buChar char="n"/>
              <a:defRPr sz="3000" b="1">
                <a:solidFill>
                  <a:srgbClr val="0000FF"/>
                </a:solidFill>
                <a:latin typeface="Arial Narrow" panose="020B0606020202030204" pitchFamily="34" charset="0"/>
                <a:ea typeface="楷体_GB2312" charset="-122"/>
                <a:cs typeface="楷体_GB2312" charset="-122"/>
              </a:defRPr>
            </a:lvl3pPr>
            <a:lvl4pPr marL="1600200" indent="-228600" algn="l" rtl="0" eaLnBrk="0" fontAlgn="base" hangingPunct="0">
              <a:lnSpc>
                <a:spcPct val="130000"/>
              </a:lnSpc>
              <a:spcBef>
                <a:spcPct val="20000"/>
              </a:spcBef>
              <a:spcAft>
                <a:spcPct val="0"/>
              </a:spcAft>
              <a:buClr>
                <a:srgbClr val="0000CC"/>
              </a:buClr>
              <a:buSzPct val="80000"/>
              <a:buFont typeface="Wingdings" panose="05000000000000000000" pitchFamily="2" charset="2"/>
              <a:buChar char="o"/>
              <a:defRPr sz="2800" b="1">
                <a:solidFill>
                  <a:srgbClr val="0000FF"/>
                </a:solidFill>
                <a:latin typeface="Arial Narrow" panose="020B0606020202030204" pitchFamily="34" charset="0"/>
                <a:ea typeface="楷体_GB2312" charset="-122"/>
                <a:cs typeface="楷体_GB2312" charset="-122"/>
              </a:defRPr>
            </a:lvl4pPr>
            <a:lvl5pPr marL="2057400" indent="-228600" algn="l" rtl="0" eaLnBrk="0" fontAlgn="base" hangingPunct="0">
              <a:lnSpc>
                <a:spcPct val="130000"/>
              </a:lnSpc>
              <a:spcBef>
                <a:spcPct val="20000"/>
              </a:spcBef>
              <a:spcAft>
                <a:spcPct val="0"/>
              </a:spcAft>
              <a:buClr>
                <a:srgbClr val="0000CC"/>
              </a:buClr>
              <a:buSzPct val="80000"/>
              <a:buFont typeface="Wingdings" panose="05000000000000000000" pitchFamily="2" charset="2"/>
              <a:buChar char="o"/>
              <a:defRPr sz="2800" b="1">
                <a:solidFill>
                  <a:srgbClr val="0000FF"/>
                </a:solidFill>
                <a:latin typeface="Arial Narrow" panose="020B0606020202030204" pitchFamily="34" charset="0"/>
                <a:ea typeface="楷体_GB2312" charset="-122"/>
                <a:cs typeface="楷体_GB2312" charset="-122"/>
              </a:defRPr>
            </a:lvl5pPr>
          </a:lstStyle>
          <a:p>
            <a:pPr marL="0" lvl="0" indent="0" eaLnBrk="1" hangingPunct="1">
              <a:lnSpc>
                <a:spcPct val="100000"/>
              </a:lnSpc>
              <a:spcBef>
                <a:spcPct val="0"/>
              </a:spcBef>
            </a:pPr>
            <a:r>
              <a:rPr lang="zh-CN" altLang="en-US" sz="2800" b="1" dirty="0">
                <a:solidFill>
                  <a:srgbClr val="FF0000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其他说明</a:t>
            </a:r>
            <a:endParaRPr lang="en-US" altLang="zh-CN" sz="2800" b="1" dirty="0">
              <a:solidFill>
                <a:srgbClr val="FF0000"/>
              </a:solidFill>
              <a:latin typeface="华文中宋" panose="02010600040101010101" pitchFamily="2" charset="-122"/>
              <a:ea typeface="华文中宋" panose="02010600040101010101" pitchFamily="2" charset="-122"/>
            </a:endParaRPr>
          </a:p>
        </p:txBody>
      </p:sp>
    </p:spTree>
  </p:cSld>
  <p:clrMapOvr>
    <a:masterClrMapping/>
  </p:clrMapOvr>
  <p:transition spd="slow">
    <p:randomBar dir="vert"/>
  </p:transition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zh-CN" altLang="en-US"/>
              <a:t>本章作业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p>
            <a:r>
              <a:rPr lang="en-US" altLang="zh-CN"/>
              <a:t>6.3</a:t>
            </a:r>
            <a:r>
              <a:rPr lang="zh-CN" altLang="en-US"/>
              <a:t>，</a:t>
            </a:r>
            <a:r>
              <a:rPr lang="en-US" altLang="zh-CN"/>
              <a:t>6.4</a:t>
            </a:r>
            <a:r>
              <a:rPr lang="zh-CN" altLang="en-US"/>
              <a:t>，</a:t>
            </a:r>
            <a:r>
              <a:rPr lang="en-US" altLang="zh-CN"/>
              <a:t>6.5</a:t>
            </a:r>
            <a:r>
              <a:rPr lang="zh-CN" altLang="en-US"/>
              <a:t>，</a:t>
            </a:r>
            <a:r>
              <a:rPr lang="en-US" altLang="zh-CN"/>
              <a:t>6.6</a:t>
            </a:r>
            <a:r>
              <a:rPr lang="zh-CN" altLang="en-US"/>
              <a:t>，</a:t>
            </a:r>
            <a:r>
              <a:rPr lang="en-US" altLang="zh-CN"/>
              <a:t>6.9</a:t>
            </a:r>
            <a:r>
              <a:rPr lang="zh-CN" altLang="en-US"/>
              <a:t>，</a:t>
            </a:r>
            <a:r>
              <a:rPr lang="en-US" altLang="zh-CN"/>
              <a:t>6.10</a:t>
            </a:r>
            <a:r>
              <a:rPr lang="zh-CN" altLang="en-US"/>
              <a:t>，</a:t>
            </a:r>
            <a:r>
              <a:rPr lang="en-US" altLang="zh-CN"/>
              <a:t>6.11</a:t>
            </a:r>
            <a:r>
              <a:rPr lang="zh-CN" altLang="en-US"/>
              <a:t>，</a:t>
            </a:r>
            <a:endParaRPr lang="zh-CN" altLang="en-US"/>
          </a:p>
          <a:p>
            <a:r>
              <a:rPr lang="en-US" altLang="zh-CN"/>
              <a:t>6.12</a:t>
            </a:r>
            <a:r>
              <a:rPr lang="zh-CN" altLang="en-US"/>
              <a:t>，</a:t>
            </a:r>
            <a:r>
              <a:rPr lang="en-US" altLang="zh-CN"/>
              <a:t>6.15</a:t>
            </a:r>
            <a:r>
              <a:rPr lang="zh-CN" altLang="en-US"/>
              <a:t>，</a:t>
            </a:r>
            <a:r>
              <a:rPr lang="en-US" altLang="zh-CN"/>
              <a:t>6.20</a:t>
            </a:r>
            <a:r>
              <a:rPr lang="zh-CN" altLang="en-US"/>
              <a:t>，</a:t>
            </a:r>
            <a:r>
              <a:rPr lang="en-US" altLang="zh-CN"/>
              <a:t>6.21</a:t>
            </a:r>
            <a:r>
              <a:rPr lang="zh-CN" altLang="en-US"/>
              <a:t>，</a:t>
            </a:r>
            <a:r>
              <a:rPr lang="en-US" altLang="zh-CN"/>
              <a:t>6.23</a:t>
            </a:r>
            <a:r>
              <a:rPr lang="zh-CN" altLang="en-US"/>
              <a:t>，</a:t>
            </a:r>
            <a:r>
              <a:rPr lang="en-US" altLang="zh-CN"/>
              <a:t>6.40</a:t>
            </a:r>
            <a:endParaRPr lang="en-US" altLang="zh-CN"/>
          </a:p>
        </p:txBody>
      </p:sp>
    </p:spTree>
  </p:cSld>
  <p:clrMapOvr>
    <a:masterClrMapping/>
  </p:clrMapOvr>
  <p:transition spd="slow">
    <p:randomBar dir="vert"/>
  </p:transition>
</p:sld>
</file>

<file path=ppt/tags/tag1.xml><?xml version="1.0" encoding="utf-8"?>
<p:tagLst xmlns:p="http://schemas.openxmlformats.org/presentationml/2006/main">
  <p:tag name="COMMONDATA" val="eyJoZGlkIjoiMDY2YWZjNGE0ZmUyODRmMWRiYmE3Y2RlNTQwZWQxNzYifQ=="/>
</p:tagLst>
</file>

<file path=ppt/theme/theme1.xml><?xml version="1.0" encoding="utf-8"?>
<a:theme xmlns:a="http://schemas.openxmlformats.org/drawingml/2006/main" name="诗情画意">
  <a:themeElements>
    <a:clrScheme name="诗情画意 1">
      <a:dk1>
        <a:srgbClr val="007A77"/>
      </a:dk1>
      <a:lt1>
        <a:srgbClr val="FFFFFF"/>
      </a:lt1>
      <a:dk2>
        <a:srgbClr val="003399"/>
      </a:dk2>
      <a:lt2>
        <a:srgbClr val="C0C0C0"/>
      </a:lt2>
      <a:accent1>
        <a:srgbClr val="EBF7FF"/>
      </a:accent1>
      <a:accent2>
        <a:srgbClr val="3366FF"/>
      </a:accent2>
      <a:accent3>
        <a:srgbClr val="FFFFFF"/>
      </a:accent3>
      <a:accent4>
        <a:srgbClr val="006765"/>
      </a:accent4>
      <a:accent5>
        <a:srgbClr val="F3FAFF"/>
      </a:accent5>
      <a:accent6>
        <a:srgbClr val="2D5CE7"/>
      </a:accent6>
      <a:hlink>
        <a:srgbClr val="DC5900"/>
      </a:hlink>
      <a:folHlink>
        <a:srgbClr val="7979A5"/>
      </a:folHlink>
    </a:clrScheme>
    <a:fontScheme name="诗情画意">
      <a:majorFont>
        <a:latin typeface="Arial"/>
        <a:ea typeface="宋体"/>
        <a:cs typeface=""/>
      </a:majorFont>
      <a:minorFont>
        <a:latin typeface="Arial"/>
        <a:ea typeface="宋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12700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</a:spPr>
      <a:bodyPr vert="horz" wrap="square" lIns="91440" tIns="45720" rIns="91440" bIns="45720" numCol="1" anchor="t" anchorCtr="0" compatLnSpc="1">
        <a:spAutoFit/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defRPr kumimoji="0" lang="zh-CN" altLang="en-US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anose="020B0604020202020204" pitchFamily="34" charset="0"/>
            <a:ea typeface="宋体" panose="02010600030101010101" pitchFamily="2" charset="-122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12700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</a:spPr>
      <a:bodyPr vert="horz" wrap="square" lIns="91440" tIns="45720" rIns="91440" bIns="45720" numCol="1" anchor="t" anchorCtr="0" compatLnSpc="1">
        <a:spAutoFit/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defRPr kumimoji="0" lang="zh-CN" altLang="en-US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anose="020B0604020202020204" pitchFamily="34" charset="0"/>
            <a:ea typeface="宋体" panose="02010600030101010101" pitchFamily="2" charset="-122"/>
          </a:defRPr>
        </a:defPPr>
      </a:lstStyle>
    </a:lnDef>
  </a:objectDefaults>
  <a:extraClrSchemeLst>
    <a:extraClrScheme>
      <a:clrScheme name="诗情画意 1">
        <a:dk1>
          <a:srgbClr val="007A77"/>
        </a:dk1>
        <a:lt1>
          <a:srgbClr val="FFFFFF"/>
        </a:lt1>
        <a:dk2>
          <a:srgbClr val="003399"/>
        </a:dk2>
        <a:lt2>
          <a:srgbClr val="C0C0C0"/>
        </a:lt2>
        <a:accent1>
          <a:srgbClr val="EBF7FF"/>
        </a:accent1>
        <a:accent2>
          <a:srgbClr val="3366FF"/>
        </a:accent2>
        <a:accent3>
          <a:srgbClr val="FFFFFF"/>
        </a:accent3>
        <a:accent4>
          <a:srgbClr val="006765"/>
        </a:accent4>
        <a:accent5>
          <a:srgbClr val="F3FAFF"/>
        </a:accent5>
        <a:accent6>
          <a:srgbClr val="2D5CE7"/>
        </a:accent6>
        <a:hlink>
          <a:srgbClr val="DC5900"/>
        </a:hlink>
        <a:folHlink>
          <a:srgbClr val="7979A5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诗情画意 2">
        <a:dk1>
          <a:srgbClr val="005FBE"/>
        </a:dk1>
        <a:lt1>
          <a:srgbClr val="FFFFDD"/>
        </a:lt1>
        <a:dk2>
          <a:srgbClr val="2C5884"/>
        </a:dk2>
        <a:lt2>
          <a:srgbClr val="C0C0C0"/>
        </a:lt2>
        <a:accent1>
          <a:srgbClr val="E9F7FF"/>
        </a:accent1>
        <a:accent2>
          <a:srgbClr val="F89400"/>
        </a:accent2>
        <a:accent3>
          <a:srgbClr val="FFFFEB"/>
        </a:accent3>
        <a:accent4>
          <a:srgbClr val="0050A2"/>
        </a:accent4>
        <a:accent5>
          <a:srgbClr val="F2FAFF"/>
        </a:accent5>
        <a:accent6>
          <a:srgbClr val="E18600"/>
        </a:accent6>
        <a:hlink>
          <a:srgbClr val="B20048"/>
        </a:hlink>
        <a:folHlink>
          <a:srgbClr val="00808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诗情画意 3">
        <a:dk1>
          <a:srgbClr val="5D5D8B"/>
        </a:dk1>
        <a:lt1>
          <a:srgbClr val="DAEADE"/>
        </a:lt1>
        <a:dk2>
          <a:srgbClr val="A25269"/>
        </a:dk2>
        <a:lt2>
          <a:srgbClr val="C0C0C0"/>
        </a:lt2>
        <a:accent1>
          <a:srgbClr val="FFFFDD"/>
        </a:accent1>
        <a:accent2>
          <a:srgbClr val="3399FF"/>
        </a:accent2>
        <a:accent3>
          <a:srgbClr val="EAF3EC"/>
        </a:accent3>
        <a:accent4>
          <a:srgbClr val="4E4E76"/>
        </a:accent4>
        <a:accent5>
          <a:srgbClr val="FFFFEB"/>
        </a:accent5>
        <a:accent6>
          <a:srgbClr val="2D8AE7"/>
        </a:accent6>
        <a:hlink>
          <a:srgbClr val="336699"/>
        </a:hlink>
        <a:folHlink>
          <a:srgbClr val="F08F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诗情画意 4">
        <a:dk1>
          <a:srgbClr val="006666"/>
        </a:dk1>
        <a:lt1>
          <a:srgbClr val="CCECFF"/>
        </a:lt1>
        <a:dk2>
          <a:srgbClr val="336699"/>
        </a:dk2>
        <a:lt2>
          <a:srgbClr val="C0C0C0"/>
        </a:lt2>
        <a:accent1>
          <a:srgbClr val="FFFFCC"/>
        </a:accent1>
        <a:accent2>
          <a:srgbClr val="FF6600"/>
        </a:accent2>
        <a:accent3>
          <a:srgbClr val="E2F4FF"/>
        </a:accent3>
        <a:accent4>
          <a:srgbClr val="005656"/>
        </a:accent4>
        <a:accent5>
          <a:srgbClr val="FFFFE2"/>
        </a:accent5>
        <a:accent6>
          <a:srgbClr val="E75C00"/>
        </a:accent6>
        <a:hlink>
          <a:srgbClr val="0066FF"/>
        </a:hlink>
        <a:folHlink>
          <a:srgbClr val="BE547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诗情画意 5">
        <a:dk1>
          <a:srgbClr val="0033CC"/>
        </a:dk1>
        <a:lt1>
          <a:srgbClr val="FFE9E9"/>
        </a:lt1>
        <a:dk2>
          <a:srgbClr val="000000"/>
        </a:dk2>
        <a:lt2>
          <a:srgbClr val="C0C0C0"/>
        </a:lt2>
        <a:accent1>
          <a:srgbClr val="D5E5DB"/>
        </a:accent1>
        <a:accent2>
          <a:srgbClr val="3366FF"/>
        </a:accent2>
        <a:accent3>
          <a:srgbClr val="FFF2F2"/>
        </a:accent3>
        <a:accent4>
          <a:srgbClr val="002AAE"/>
        </a:accent4>
        <a:accent5>
          <a:srgbClr val="E7F0EA"/>
        </a:accent5>
        <a:accent6>
          <a:srgbClr val="2D5CE7"/>
        </a:accent6>
        <a:hlink>
          <a:srgbClr val="FF9900"/>
        </a:hlink>
        <a:folHlink>
          <a:srgbClr val="00808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诗情画意 6">
        <a:dk1>
          <a:srgbClr val="336699"/>
        </a:dk1>
        <a:lt1>
          <a:srgbClr val="F4E9E0"/>
        </a:lt1>
        <a:dk2>
          <a:srgbClr val="DC5900"/>
        </a:dk2>
        <a:lt2>
          <a:srgbClr val="C0C0C0"/>
        </a:lt2>
        <a:accent1>
          <a:srgbClr val="E4E4E4"/>
        </a:accent1>
        <a:accent2>
          <a:srgbClr val="3399FF"/>
        </a:accent2>
        <a:accent3>
          <a:srgbClr val="F8F2ED"/>
        </a:accent3>
        <a:accent4>
          <a:srgbClr val="2A5682"/>
        </a:accent4>
        <a:accent5>
          <a:srgbClr val="EFEFEF"/>
        </a:accent5>
        <a:accent6>
          <a:srgbClr val="2D8AE7"/>
        </a:accent6>
        <a:hlink>
          <a:srgbClr val="CC0066"/>
        </a:hlink>
        <a:folHlink>
          <a:srgbClr val="00808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诗情画意 7">
        <a:dk1>
          <a:srgbClr val="CC3300"/>
        </a:dk1>
        <a:lt1>
          <a:srgbClr val="E5E5FF"/>
        </a:lt1>
        <a:dk2>
          <a:srgbClr val="565680"/>
        </a:dk2>
        <a:lt2>
          <a:srgbClr val="C0C0C0"/>
        </a:lt2>
        <a:accent1>
          <a:srgbClr val="E6E4EC"/>
        </a:accent1>
        <a:accent2>
          <a:srgbClr val="0066CC"/>
        </a:accent2>
        <a:accent3>
          <a:srgbClr val="F0F0FF"/>
        </a:accent3>
        <a:accent4>
          <a:srgbClr val="AE2A00"/>
        </a:accent4>
        <a:accent5>
          <a:srgbClr val="F0EFF4"/>
        </a:accent5>
        <a:accent6>
          <a:srgbClr val="005CB9"/>
        </a:accent6>
        <a:hlink>
          <a:srgbClr val="008080"/>
        </a:hlink>
        <a:folHlink>
          <a:srgbClr val="7B7BA7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诗情画意 8">
        <a:dk1>
          <a:srgbClr val="000099"/>
        </a:dk1>
        <a:lt1>
          <a:srgbClr val="FFE2C5"/>
        </a:lt1>
        <a:dk2>
          <a:srgbClr val="007D7A"/>
        </a:dk2>
        <a:lt2>
          <a:srgbClr val="C0C0C0"/>
        </a:lt2>
        <a:accent1>
          <a:srgbClr val="EAEAEA"/>
        </a:accent1>
        <a:accent2>
          <a:srgbClr val="B26EB4"/>
        </a:accent2>
        <a:accent3>
          <a:srgbClr val="FFEEDF"/>
        </a:accent3>
        <a:accent4>
          <a:srgbClr val="000082"/>
        </a:accent4>
        <a:accent5>
          <a:srgbClr val="F3F3F3"/>
        </a:accent5>
        <a:accent6>
          <a:srgbClr val="A163A3"/>
        </a:accent6>
        <a:hlink>
          <a:srgbClr val="CC3300"/>
        </a:hlink>
        <a:folHlink>
          <a:srgbClr val="0088E4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7_诗情画意">
  <a:themeElements>
    <a:clrScheme name="诗情画意 1">
      <a:dk1>
        <a:srgbClr val="007A77"/>
      </a:dk1>
      <a:lt1>
        <a:srgbClr val="FFFFFF"/>
      </a:lt1>
      <a:dk2>
        <a:srgbClr val="003399"/>
      </a:dk2>
      <a:lt2>
        <a:srgbClr val="C0C0C0"/>
      </a:lt2>
      <a:accent1>
        <a:srgbClr val="EBF7FF"/>
      </a:accent1>
      <a:accent2>
        <a:srgbClr val="3366FF"/>
      </a:accent2>
      <a:accent3>
        <a:srgbClr val="FFFFFF"/>
      </a:accent3>
      <a:accent4>
        <a:srgbClr val="006765"/>
      </a:accent4>
      <a:accent5>
        <a:srgbClr val="F3FAFF"/>
      </a:accent5>
      <a:accent6>
        <a:srgbClr val="2D5CE7"/>
      </a:accent6>
      <a:hlink>
        <a:srgbClr val="DC5900"/>
      </a:hlink>
      <a:folHlink>
        <a:srgbClr val="7979A5"/>
      </a:folHlink>
    </a:clrScheme>
    <a:fontScheme name="诗情画意">
      <a:majorFont>
        <a:latin typeface="Arial"/>
        <a:ea typeface="宋体"/>
        <a:cs typeface=""/>
      </a:majorFont>
      <a:minorFont>
        <a:latin typeface="Arial"/>
        <a:ea typeface="宋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12700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</a:spPr>
      <a:bodyPr vert="horz" wrap="square" lIns="91440" tIns="45720" rIns="91440" bIns="45720" numCol="1" anchor="t" anchorCtr="0" compatLnSpc="1">
        <a:spAutoFit/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defRPr kumimoji="0" lang="zh-CN" altLang="en-US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anose="020B0604020202020204" pitchFamily="34" charset="0"/>
            <a:ea typeface="宋体" panose="02010600030101010101" pitchFamily="2" charset="-122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12700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</a:spPr>
      <a:bodyPr vert="horz" wrap="square" lIns="91440" tIns="45720" rIns="91440" bIns="45720" numCol="1" anchor="t" anchorCtr="0" compatLnSpc="1">
        <a:spAutoFit/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defRPr kumimoji="0" lang="zh-CN" altLang="en-US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anose="020B0604020202020204" pitchFamily="34" charset="0"/>
            <a:ea typeface="宋体" panose="02010600030101010101" pitchFamily="2" charset="-122"/>
          </a:defRPr>
        </a:defPPr>
      </a:lstStyle>
    </a:lnDef>
  </a:objectDefaults>
  <a:extraClrSchemeLst>
    <a:extraClrScheme>
      <a:clrScheme name="诗情画意 1">
        <a:dk1>
          <a:srgbClr val="007A77"/>
        </a:dk1>
        <a:lt1>
          <a:srgbClr val="FFFFFF"/>
        </a:lt1>
        <a:dk2>
          <a:srgbClr val="003399"/>
        </a:dk2>
        <a:lt2>
          <a:srgbClr val="C0C0C0"/>
        </a:lt2>
        <a:accent1>
          <a:srgbClr val="EBF7FF"/>
        </a:accent1>
        <a:accent2>
          <a:srgbClr val="3366FF"/>
        </a:accent2>
        <a:accent3>
          <a:srgbClr val="FFFFFF"/>
        </a:accent3>
        <a:accent4>
          <a:srgbClr val="006765"/>
        </a:accent4>
        <a:accent5>
          <a:srgbClr val="F3FAFF"/>
        </a:accent5>
        <a:accent6>
          <a:srgbClr val="2D5CE7"/>
        </a:accent6>
        <a:hlink>
          <a:srgbClr val="DC5900"/>
        </a:hlink>
        <a:folHlink>
          <a:srgbClr val="7979A5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诗情画意 2">
        <a:dk1>
          <a:srgbClr val="005FBE"/>
        </a:dk1>
        <a:lt1>
          <a:srgbClr val="FFFFDD"/>
        </a:lt1>
        <a:dk2>
          <a:srgbClr val="2C5884"/>
        </a:dk2>
        <a:lt2>
          <a:srgbClr val="C0C0C0"/>
        </a:lt2>
        <a:accent1>
          <a:srgbClr val="E9F7FF"/>
        </a:accent1>
        <a:accent2>
          <a:srgbClr val="F89400"/>
        </a:accent2>
        <a:accent3>
          <a:srgbClr val="FFFFEB"/>
        </a:accent3>
        <a:accent4>
          <a:srgbClr val="0050A2"/>
        </a:accent4>
        <a:accent5>
          <a:srgbClr val="F2FAFF"/>
        </a:accent5>
        <a:accent6>
          <a:srgbClr val="E18600"/>
        </a:accent6>
        <a:hlink>
          <a:srgbClr val="B20048"/>
        </a:hlink>
        <a:folHlink>
          <a:srgbClr val="00808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诗情画意 3">
        <a:dk1>
          <a:srgbClr val="5D5D8B"/>
        </a:dk1>
        <a:lt1>
          <a:srgbClr val="DAEADE"/>
        </a:lt1>
        <a:dk2>
          <a:srgbClr val="A25269"/>
        </a:dk2>
        <a:lt2>
          <a:srgbClr val="C0C0C0"/>
        </a:lt2>
        <a:accent1>
          <a:srgbClr val="FFFFDD"/>
        </a:accent1>
        <a:accent2>
          <a:srgbClr val="3399FF"/>
        </a:accent2>
        <a:accent3>
          <a:srgbClr val="EAF3EC"/>
        </a:accent3>
        <a:accent4>
          <a:srgbClr val="4E4E76"/>
        </a:accent4>
        <a:accent5>
          <a:srgbClr val="FFFFEB"/>
        </a:accent5>
        <a:accent6>
          <a:srgbClr val="2D8AE7"/>
        </a:accent6>
        <a:hlink>
          <a:srgbClr val="336699"/>
        </a:hlink>
        <a:folHlink>
          <a:srgbClr val="F08F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诗情画意 4">
        <a:dk1>
          <a:srgbClr val="006666"/>
        </a:dk1>
        <a:lt1>
          <a:srgbClr val="CCECFF"/>
        </a:lt1>
        <a:dk2>
          <a:srgbClr val="336699"/>
        </a:dk2>
        <a:lt2>
          <a:srgbClr val="C0C0C0"/>
        </a:lt2>
        <a:accent1>
          <a:srgbClr val="FFFFCC"/>
        </a:accent1>
        <a:accent2>
          <a:srgbClr val="FF6600"/>
        </a:accent2>
        <a:accent3>
          <a:srgbClr val="E2F4FF"/>
        </a:accent3>
        <a:accent4>
          <a:srgbClr val="005656"/>
        </a:accent4>
        <a:accent5>
          <a:srgbClr val="FFFFE2"/>
        </a:accent5>
        <a:accent6>
          <a:srgbClr val="E75C00"/>
        </a:accent6>
        <a:hlink>
          <a:srgbClr val="0066FF"/>
        </a:hlink>
        <a:folHlink>
          <a:srgbClr val="BE547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诗情画意 5">
        <a:dk1>
          <a:srgbClr val="0033CC"/>
        </a:dk1>
        <a:lt1>
          <a:srgbClr val="FFE9E9"/>
        </a:lt1>
        <a:dk2>
          <a:srgbClr val="000000"/>
        </a:dk2>
        <a:lt2>
          <a:srgbClr val="C0C0C0"/>
        </a:lt2>
        <a:accent1>
          <a:srgbClr val="D5E5DB"/>
        </a:accent1>
        <a:accent2>
          <a:srgbClr val="3366FF"/>
        </a:accent2>
        <a:accent3>
          <a:srgbClr val="FFF2F2"/>
        </a:accent3>
        <a:accent4>
          <a:srgbClr val="002AAE"/>
        </a:accent4>
        <a:accent5>
          <a:srgbClr val="E7F0EA"/>
        </a:accent5>
        <a:accent6>
          <a:srgbClr val="2D5CE7"/>
        </a:accent6>
        <a:hlink>
          <a:srgbClr val="FF9900"/>
        </a:hlink>
        <a:folHlink>
          <a:srgbClr val="00808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诗情画意 6">
        <a:dk1>
          <a:srgbClr val="336699"/>
        </a:dk1>
        <a:lt1>
          <a:srgbClr val="F4E9E0"/>
        </a:lt1>
        <a:dk2>
          <a:srgbClr val="DC5900"/>
        </a:dk2>
        <a:lt2>
          <a:srgbClr val="C0C0C0"/>
        </a:lt2>
        <a:accent1>
          <a:srgbClr val="E4E4E4"/>
        </a:accent1>
        <a:accent2>
          <a:srgbClr val="3399FF"/>
        </a:accent2>
        <a:accent3>
          <a:srgbClr val="F8F2ED"/>
        </a:accent3>
        <a:accent4>
          <a:srgbClr val="2A5682"/>
        </a:accent4>
        <a:accent5>
          <a:srgbClr val="EFEFEF"/>
        </a:accent5>
        <a:accent6>
          <a:srgbClr val="2D8AE7"/>
        </a:accent6>
        <a:hlink>
          <a:srgbClr val="CC0066"/>
        </a:hlink>
        <a:folHlink>
          <a:srgbClr val="00808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诗情画意 7">
        <a:dk1>
          <a:srgbClr val="CC3300"/>
        </a:dk1>
        <a:lt1>
          <a:srgbClr val="E5E5FF"/>
        </a:lt1>
        <a:dk2>
          <a:srgbClr val="565680"/>
        </a:dk2>
        <a:lt2>
          <a:srgbClr val="C0C0C0"/>
        </a:lt2>
        <a:accent1>
          <a:srgbClr val="E6E4EC"/>
        </a:accent1>
        <a:accent2>
          <a:srgbClr val="0066CC"/>
        </a:accent2>
        <a:accent3>
          <a:srgbClr val="F0F0FF"/>
        </a:accent3>
        <a:accent4>
          <a:srgbClr val="AE2A00"/>
        </a:accent4>
        <a:accent5>
          <a:srgbClr val="F0EFF4"/>
        </a:accent5>
        <a:accent6>
          <a:srgbClr val="005CB9"/>
        </a:accent6>
        <a:hlink>
          <a:srgbClr val="008080"/>
        </a:hlink>
        <a:folHlink>
          <a:srgbClr val="7B7BA7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诗情画意 8">
        <a:dk1>
          <a:srgbClr val="000099"/>
        </a:dk1>
        <a:lt1>
          <a:srgbClr val="FFE2C5"/>
        </a:lt1>
        <a:dk2>
          <a:srgbClr val="007D7A"/>
        </a:dk2>
        <a:lt2>
          <a:srgbClr val="C0C0C0"/>
        </a:lt2>
        <a:accent1>
          <a:srgbClr val="EAEAEA"/>
        </a:accent1>
        <a:accent2>
          <a:srgbClr val="B26EB4"/>
        </a:accent2>
        <a:accent3>
          <a:srgbClr val="FFEEDF"/>
        </a:accent3>
        <a:accent4>
          <a:srgbClr val="000082"/>
        </a:accent4>
        <a:accent5>
          <a:srgbClr val="F3F3F3"/>
        </a:accent5>
        <a:accent6>
          <a:srgbClr val="A163A3"/>
        </a:accent6>
        <a:hlink>
          <a:srgbClr val="CC3300"/>
        </a:hlink>
        <a:folHlink>
          <a:srgbClr val="0088E4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5422</Words>
  <Application>WPS 演示</Application>
  <PresentationFormat>全屏显示(4:3)</PresentationFormat>
  <Paragraphs>918</Paragraphs>
  <Slides>29</Slides>
  <Notes>0</Notes>
  <HiddenSlides>0</HiddenSlides>
  <MMClips>0</MMClips>
  <ScaleCrop>false</ScaleCrop>
  <HeadingPairs>
    <vt:vector size="8" baseType="variant">
      <vt:variant>
        <vt:lpstr>已用的字体</vt:lpstr>
      </vt:variant>
      <vt:variant>
        <vt:i4>13</vt:i4>
      </vt:variant>
      <vt:variant>
        <vt:lpstr>主题</vt:lpstr>
      </vt:variant>
      <vt:variant>
        <vt:i4>2</vt:i4>
      </vt:variant>
      <vt:variant>
        <vt:lpstr>嵌入 OLE 服务器</vt:lpstr>
      </vt:variant>
      <vt:variant>
        <vt:i4>1</vt:i4>
      </vt:variant>
      <vt:variant>
        <vt:lpstr>幻灯片标题</vt:lpstr>
      </vt:variant>
      <vt:variant>
        <vt:i4>29</vt:i4>
      </vt:variant>
    </vt:vector>
  </HeadingPairs>
  <TitlesOfParts>
    <vt:vector size="45" baseType="lpstr">
      <vt:lpstr>Arial</vt:lpstr>
      <vt:lpstr>宋体</vt:lpstr>
      <vt:lpstr>Wingdings</vt:lpstr>
      <vt:lpstr>Times New Roman</vt:lpstr>
      <vt:lpstr>楷体_GB2312</vt:lpstr>
      <vt:lpstr>新宋体</vt:lpstr>
      <vt:lpstr>Arial Narrow</vt:lpstr>
      <vt:lpstr>楷体</vt:lpstr>
      <vt:lpstr>Agency FB</vt:lpstr>
      <vt:lpstr>Britannic Bold</vt:lpstr>
      <vt:lpstr>微软雅黑</vt:lpstr>
      <vt:lpstr>华文中宋</vt:lpstr>
      <vt:lpstr>Arial Unicode MS</vt:lpstr>
      <vt:lpstr>诗情画意</vt:lpstr>
      <vt:lpstr>7_诗情画意</vt:lpstr>
      <vt:lpstr>Word.Picture.8</vt:lpstr>
      <vt:lpstr>PowerPoint 演示文稿</vt:lpstr>
      <vt:lpstr>PowerPoint 演示文稿</vt:lpstr>
      <vt:lpstr>PowerPoint 演示文稿</vt:lpstr>
      <vt:lpstr>6.9 同步计数器设计</vt:lpstr>
      <vt:lpstr>6.9 同步计数器设计</vt:lpstr>
      <vt:lpstr>6.9 同步计数器设计</vt:lpstr>
      <vt:lpstr>6.9 同步计数器设计</vt:lpstr>
      <vt:lpstr>6.10 同步时序电路分析</vt:lpstr>
      <vt:lpstr>6.10 同步时序电路分析</vt:lpstr>
      <vt:lpstr>6.10 同步时序电路分析</vt:lpstr>
      <vt:lpstr>6.10 同步时序电路分析</vt:lpstr>
      <vt:lpstr>6.10 同步时序电路分析</vt:lpstr>
      <vt:lpstr>6.10 同步时序电路分析</vt:lpstr>
      <vt:lpstr>6.10 同步时序电路分析</vt:lpstr>
      <vt:lpstr>6.10 同步时序电路分析</vt:lpstr>
      <vt:lpstr>PowerPoint 演示文稿</vt:lpstr>
      <vt:lpstr>6.10 同步时序电路分析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>hd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没有幻灯片标题</dc:title>
  <dc:creator>韩建栋</dc:creator>
  <cp:lastModifiedBy>建栋</cp:lastModifiedBy>
  <cp:revision>1541</cp:revision>
  <cp:lastPrinted>2019-10-21T03:11:00Z</cp:lastPrinted>
  <dcterms:created xsi:type="dcterms:W3CDTF">1999-09-18T02:11:00Z</dcterms:created>
  <dcterms:modified xsi:type="dcterms:W3CDTF">2022-10-20T23:56:12Z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TemplateType">
    <vt:r8>1</vt:r8>
  </property>
  <property fmtid="{D5CDD505-2E9C-101B-9397-08002B2CF9AE}" pid="3" name="GraphicType">
    <vt:r8>1</vt:r8>
  </property>
  <property fmtid="{D5CDD505-2E9C-101B-9397-08002B2CF9AE}" pid="4" name="Compression">
    <vt:r8>100</vt:r8>
  </property>
  <property fmtid="{D5CDD505-2E9C-101B-9397-08002B2CF9AE}" pid="5" name="ScreenSize">
    <vt:r8>2</vt:r8>
  </property>
  <property fmtid="{D5CDD505-2E9C-101B-9397-08002B2CF9AE}" pid="6" name="ScreenUsage">
    <vt:r8>3</vt:r8>
  </property>
  <property fmtid="{D5CDD505-2E9C-101B-9397-08002B2CF9AE}" pid="7" name="MailAddress">
    <vt:lpwstr/>
  </property>
  <property fmtid="{D5CDD505-2E9C-101B-9397-08002B2CF9AE}" pid="8" name="HomePage">
    <vt:lpwstr/>
  </property>
  <property fmtid="{D5CDD505-2E9C-101B-9397-08002B2CF9AE}" pid="9" name="Other">
    <vt:lpwstr/>
  </property>
  <property fmtid="{D5CDD505-2E9C-101B-9397-08002B2CF9AE}" pid="10" name="DownloadOriginal">
    <vt:bool>false</vt:bool>
  </property>
  <property fmtid="{D5CDD505-2E9C-101B-9397-08002B2CF9AE}" pid="11" name="DownloadIEButton">
    <vt:bool>false</vt:bool>
  </property>
  <property fmtid="{D5CDD505-2E9C-101B-9397-08002B2CF9AE}" pid="12" name="UseBrowserColor">
    <vt:bool>true</vt:bool>
  </property>
  <property fmtid="{D5CDD505-2E9C-101B-9397-08002B2CF9AE}" pid="13" name="BackColor">
    <vt:r8>15132390</vt:r8>
  </property>
  <property fmtid="{D5CDD505-2E9C-101B-9397-08002B2CF9AE}" pid="14" name="TextColor">
    <vt:r8>0</vt:r8>
  </property>
  <property fmtid="{D5CDD505-2E9C-101B-9397-08002B2CF9AE}" pid="15" name="LinkColor">
    <vt:r8>16711782</vt:r8>
  </property>
  <property fmtid="{D5CDD505-2E9C-101B-9397-08002B2CF9AE}" pid="16" name="VisitedColor">
    <vt:r8>10040268</vt:r8>
  </property>
  <property fmtid="{D5CDD505-2E9C-101B-9397-08002B2CF9AE}" pid="17" name="TransparentButton">
    <vt:r8>0</vt:r8>
  </property>
  <property fmtid="{D5CDD505-2E9C-101B-9397-08002B2CF9AE}" pid="18" name="ButtonType">
    <vt:r8>1</vt:r8>
  </property>
  <property fmtid="{D5CDD505-2E9C-101B-9397-08002B2CF9AE}" pid="19" name="ShowNotes">
    <vt:bool>false</vt:bool>
  </property>
  <property fmtid="{D5CDD505-2E9C-101B-9397-08002B2CF9AE}" pid="20" name="NavBtnPos">
    <vt:r8>1</vt:r8>
  </property>
  <property fmtid="{D5CDD505-2E9C-101B-9397-08002B2CF9AE}" pid="21" name="OutputDir">
    <vt:lpwstr>D:\教案\数字逻辑</vt:lpwstr>
  </property>
  <property fmtid="{D5CDD505-2E9C-101B-9397-08002B2CF9AE}" pid="22" name="KSOProductBuildVer">
    <vt:lpwstr>2052-11.1.0.12598</vt:lpwstr>
  </property>
  <property fmtid="{D5CDD505-2E9C-101B-9397-08002B2CF9AE}" pid="23" name="ICV">
    <vt:lpwstr>23F7A5A99F44451CB80F8205F03818DA</vt:lpwstr>
  </property>
</Properties>
</file>